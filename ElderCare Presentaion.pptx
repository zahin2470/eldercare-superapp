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9" r:id="rId1"/>
  </p:sldMasterIdLst>
  <p:notesMasterIdLst>
    <p:notesMasterId r:id="rId20"/>
  </p:notesMasterIdLst>
  <p:sldIdLst>
    <p:sldId id="256" r:id="rId2"/>
    <p:sldId id="314" r:id="rId3"/>
    <p:sldId id="259" r:id="rId4"/>
    <p:sldId id="315" r:id="rId5"/>
    <p:sldId id="317" r:id="rId6"/>
    <p:sldId id="318" r:id="rId7"/>
    <p:sldId id="322" r:id="rId8"/>
    <p:sldId id="324" r:id="rId9"/>
    <p:sldId id="325" r:id="rId10"/>
    <p:sldId id="326" r:id="rId11"/>
    <p:sldId id="319" r:id="rId12"/>
    <p:sldId id="327" r:id="rId13"/>
    <p:sldId id="328" r:id="rId14"/>
    <p:sldId id="330" r:id="rId15"/>
    <p:sldId id="331" r:id="rId16"/>
    <p:sldId id="332" r:id="rId17"/>
    <p:sldId id="334" r:id="rId18"/>
    <p:sldId id="333" r:id="rId19"/>
  </p:sldIdLst>
  <p:sldSz cx="9144000" cy="5143500" type="screen16x9"/>
  <p:notesSz cx="6858000" cy="9144000"/>
  <p:embeddedFontLst>
    <p:embeddedFont>
      <p:font typeface="Exo" pitchFamily="2" charset="77"/>
      <p:regular r:id="rId21"/>
      <p:bold r:id="rId22"/>
      <p:italic r:id="rId23"/>
      <p:boldItalic r:id="rId24"/>
    </p:embeddedFont>
    <p:embeddedFont>
      <p:font typeface="PT Sans" panose="020B0503020203020204" pitchFamily="34" charset="77"/>
      <p:regular r:id="rId25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EBF9CCD-0179-4064-B103-535260DB1DE5}">
  <a:tblStyle styleId="{8EBF9CCD-0179-4064-B103-535260DB1DE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59"/>
    <p:restoredTop sz="94618"/>
  </p:normalViewPr>
  <p:slideViewPr>
    <p:cSldViewPr snapToGrid="0">
      <p:cViewPr varScale="1">
        <p:scale>
          <a:sx n="170" d="100"/>
          <a:sy n="170" d="100"/>
        </p:scale>
        <p:origin x="4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6" name="Google Shape;269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697" name="Google Shape;269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8">
          <a:extLst>
            <a:ext uri="{FF2B5EF4-FFF2-40B4-BE49-F238E27FC236}">
              <a16:creationId xmlns:a16="http://schemas.microsoft.com/office/drawing/2014/main" id="{40C0C730-C1CD-458C-AD27-748CDA1BF3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9" name="Google Shape;3749;gedfa3e31c0_2_20872:notes">
            <a:extLst>
              <a:ext uri="{FF2B5EF4-FFF2-40B4-BE49-F238E27FC236}">
                <a16:creationId xmlns:a16="http://schemas.microsoft.com/office/drawing/2014/main" id="{2365F5FE-B6C9-0AAD-97DA-71FBA1013A0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3750" name="Google Shape;3750;gedfa3e31c0_2_20872:notes">
            <a:extLst>
              <a:ext uri="{FF2B5EF4-FFF2-40B4-BE49-F238E27FC236}">
                <a16:creationId xmlns:a16="http://schemas.microsoft.com/office/drawing/2014/main" id="{D10B9E69-B438-3950-C113-3C5363348BC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697524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2" name="Google Shape;2802;gedfa3e31c0_2_205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803" name="Google Shape;2803;gedfa3e31c0_2_205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1">
          <a:extLst>
            <a:ext uri="{FF2B5EF4-FFF2-40B4-BE49-F238E27FC236}">
              <a16:creationId xmlns:a16="http://schemas.microsoft.com/office/drawing/2014/main" id="{C0525685-6F01-BFB8-B99B-81CBA56650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2" name="Google Shape;2802;gedfa3e31c0_2_20568:notes">
            <a:extLst>
              <a:ext uri="{FF2B5EF4-FFF2-40B4-BE49-F238E27FC236}">
                <a16:creationId xmlns:a16="http://schemas.microsoft.com/office/drawing/2014/main" id="{B9B843F6-A47B-1289-21BD-7B1DB08B971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803" name="Google Shape;2803;gedfa3e31c0_2_20568:notes">
            <a:extLst>
              <a:ext uri="{FF2B5EF4-FFF2-40B4-BE49-F238E27FC236}">
                <a16:creationId xmlns:a16="http://schemas.microsoft.com/office/drawing/2014/main" id="{434D13AC-3BD2-D2DB-CF03-56930AFBFE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384567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1">
          <a:extLst>
            <a:ext uri="{FF2B5EF4-FFF2-40B4-BE49-F238E27FC236}">
              <a16:creationId xmlns:a16="http://schemas.microsoft.com/office/drawing/2014/main" id="{D5742614-1C8F-4B67-A76D-34EF60CD5F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2" name="Google Shape;2802;gedfa3e31c0_2_20568:notes">
            <a:extLst>
              <a:ext uri="{FF2B5EF4-FFF2-40B4-BE49-F238E27FC236}">
                <a16:creationId xmlns:a16="http://schemas.microsoft.com/office/drawing/2014/main" id="{98ED3F3C-61CD-B750-49E7-57D2D534065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803" name="Google Shape;2803;gedfa3e31c0_2_20568:notes">
            <a:extLst>
              <a:ext uri="{FF2B5EF4-FFF2-40B4-BE49-F238E27FC236}">
                <a16:creationId xmlns:a16="http://schemas.microsoft.com/office/drawing/2014/main" id="{EDC4F985-A8D7-FECE-1552-357E0584387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543136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1">
          <a:extLst>
            <a:ext uri="{FF2B5EF4-FFF2-40B4-BE49-F238E27FC236}">
              <a16:creationId xmlns:a16="http://schemas.microsoft.com/office/drawing/2014/main" id="{5F172BC1-A34B-DCD1-A476-F0BE3678C2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2" name="Google Shape;2802;gedfa3e31c0_2_20568:notes">
            <a:extLst>
              <a:ext uri="{FF2B5EF4-FFF2-40B4-BE49-F238E27FC236}">
                <a16:creationId xmlns:a16="http://schemas.microsoft.com/office/drawing/2014/main" id="{95281612-2032-A592-BB7D-238E5145AD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803" name="Google Shape;2803;gedfa3e31c0_2_20568:notes">
            <a:extLst>
              <a:ext uri="{FF2B5EF4-FFF2-40B4-BE49-F238E27FC236}">
                <a16:creationId xmlns:a16="http://schemas.microsoft.com/office/drawing/2014/main" id="{4435E408-D671-1C57-F8B6-4BEBF7C8C5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674119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2">
          <a:extLst>
            <a:ext uri="{FF2B5EF4-FFF2-40B4-BE49-F238E27FC236}">
              <a16:creationId xmlns:a16="http://schemas.microsoft.com/office/drawing/2014/main" id="{D833DA43-3DB2-5BBF-1FF0-BF4CDBE29C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3" name="Google Shape;3593;gedfa3e31c0_2_20188:notes">
            <a:extLst>
              <a:ext uri="{FF2B5EF4-FFF2-40B4-BE49-F238E27FC236}">
                <a16:creationId xmlns:a16="http://schemas.microsoft.com/office/drawing/2014/main" id="{6CE619A9-C20E-EA66-2377-0F625AA716A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3594" name="Google Shape;3594;gedfa3e31c0_2_20188:notes">
            <a:extLst>
              <a:ext uri="{FF2B5EF4-FFF2-40B4-BE49-F238E27FC236}">
                <a16:creationId xmlns:a16="http://schemas.microsoft.com/office/drawing/2014/main" id="{FB6C1AAA-4684-1897-C902-2D67DC39880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363723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2">
          <a:extLst>
            <a:ext uri="{FF2B5EF4-FFF2-40B4-BE49-F238E27FC236}">
              <a16:creationId xmlns:a16="http://schemas.microsoft.com/office/drawing/2014/main" id="{A4E06D34-B13D-59C7-70C5-DB6E877238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3" name="Google Shape;3593;gedfa3e31c0_2_20188:notes">
            <a:extLst>
              <a:ext uri="{FF2B5EF4-FFF2-40B4-BE49-F238E27FC236}">
                <a16:creationId xmlns:a16="http://schemas.microsoft.com/office/drawing/2014/main" id="{A4D69E64-690F-E10D-36B5-DA2FAB9F2F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3594" name="Google Shape;3594;gedfa3e31c0_2_20188:notes">
            <a:extLst>
              <a:ext uri="{FF2B5EF4-FFF2-40B4-BE49-F238E27FC236}">
                <a16:creationId xmlns:a16="http://schemas.microsoft.com/office/drawing/2014/main" id="{A0A4186F-2FA1-11D0-8825-DA1F2D3CDC2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566743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2">
          <a:extLst>
            <a:ext uri="{FF2B5EF4-FFF2-40B4-BE49-F238E27FC236}">
              <a16:creationId xmlns:a16="http://schemas.microsoft.com/office/drawing/2014/main" id="{55015F68-EAEF-9724-31AD-7E31756B95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3" name="Google Shape;3593;gedfa3e31c0_2_20188:notes">
            <a:extLst>
              <a:ext uri="{FF2B5EF4-FFF2-40B4-BE49-F238E27FC236}">
                <a16:creationId xmlns:a16="http://schemas.microsoft.com/office/drawing/2014/main" id="{CE5A4497-3BB8-2607-CD75-72A4902398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3594" name="Google Shape;3594;gedfa3e31c0_2_20188:notes">
            <a:extLst>
              <a:ext uri="{FF2B5EF4-FFF2-40B4-BE49-F238E27FC236}">
                <a16:creationId xmlns:a16="http://schemas.microsoft.com/office/drawing/2014/main" id="{04D554A9-EA4F-D184-91E4-C71D526CBD6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996214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2">
          <a:extLst>
            <a:ext uri="{FF2B5EF4-FFF2-40B4-BE49-F238E27FC236}">
              <a16:creationId xmlns:a16="http://schemas.microsoft.com/office/drawing/2014/main" id="{58C4BCCD-5135-63CB-26CF-4FF9BA471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3" name="Google Shape;3593;gedfa3e31c0_2_20188:notes">
            <a:extLst>
              <a:ext uri="{FF2B5EF4-FFF2-40B4-BE49-F238E27FC236}">
                <a16:creationId xmlns:a16="http://schemas.microsoft.com/office/drawing/2014/main" id="{5646C184-FCAE-ED16-901E-EAD21AB4E4D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3594" name="Google Shape;3594;gedfa3e31c0_2_20188:notes">
            <a:extLst>
              <a:ext uri="{FF2B5EF4-FFF2-40B4-BE49-F238E27FC236}">
                <a16:creationId xmlns:a16="http://schemas.microsoft.com/office/drawing/2014/main" id="{8F238C01-B1AF-12B0-3365-25D771385D4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6987596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44">
          <a:extLst>
            <a:ext uri="{FF2B5EF4-FFF2-40B4-BE49-F238E27FC236}">
              <a16:creationId xmlns:a16="http://schemas.microsoft.com/office/drawing/2014/main" id="{B2954141-2207-21C4-E3FE-C2BD8F105F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5" name="Google Shape;3645;gedfa3e31c0_2_20856:notes">
            <a:extLst>
              <a:ext uri="{FF2B5EF4-FFF2-40B4-BE49-F238E27FC236}">
                <a16:creationId xmlns:a16="http://schemas.microsoft.com/office/drawing/2014/main" id="{657CC338-9ED8-42C3-7E36-6B2012939F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3646" name="Google Shape;3646;gedfa3e31c0_2_20856:notes">
            <a:extLst>
              <a:ext uri="{FF2B5EF4-FFF2-40B4-BE49-F238E27FC236}">
                <a16:creationId xmlns:a16="http://schemas.microsoft.com/office/drawing/2014/main" id="{EB6558A1-412B-E48C-8530-8907151A48C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819965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44">
          <a:extLst>
            <a:ext uri="{FF2B5EF4-FFF2-40B4-BE49-F238E27FC236}">
              <a16:creationId xmlns:a16="http://schemas.microsoft.com/office/drawing/2014/main" id="{07530A07-7779-42CA-8F93-538253727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5" name="Google Shape;3645;gedfa3e31c0_2_20856:notes">
            <a:extLst>
              <a:ext uri="{FF2B5EF4-FFF2-40B4-BE49-F238E27FC236}">
                <a16:creationId xmlns:a16="http://schemas.microsoft.com/office/drawing/2014/main" id="{77D5DA07-94B5-A8AB-8F1B-F07483C2D37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3646" name="Google Shape;3646;gedfa3e31c0_2_20856:notes">
            <a:extLst>
              <a:ext uri="{FF2B5EF4-FFF2-40B4-BE49-F238E27FC236}">
                <a16:creationId xmlns:a16="http://schemas.microsoft.com/office/drawing/2014/main" id="{D438D653-2723-476E-A914-993FEDD04B4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5191034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44">
          <a:extLst>
            <a:ext uri="{FF2B5EF4-FFF2-40B4-BE49-F238E27FC236}">
              <a16:creationId xmlns:a16="http://schemas.microsoft.com/office/drawing/2014/main" id="{A5A78F60-B4CF-4E01-1780-E06F1D5DD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5" name="Google Shape;3645;gedfa3e31c0_2_20856:notes">
            <a:extLst>
              <a:ext uri="{FF2B5EF4-FFF2-40B4-BE49-F238E27FC236}">
                <a16:creationId xmlns:a16="http://schemas.microsoft.com/office/drawing/2014/main" id="{8ABFAB54-C686-7F04-9C97-8A7CF35007F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3646" name="Google Shape;3646;gedfa3e31c0_2_20856:notes">
            <a:extLst>
              <a:ext uri="{FF2B5EF4-FFF2-40B4-BE49-F238E27FC236}">
                <a16:creationId xmlns:a16="http://schemas.microsoft.com/office/drawing/2014/main" id="{68653782-5F6B-CE43-7F97-426BA3441D3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5779206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44">
          <a:extLst>
            <a:ext uri="{FF2B5EF4-FFF2-40B4-BE49-F238E27FC236}">
              <a16:creationId xmlns:a16="http://schemas.microsoft.com/office/drawing/2014/main" id="{599668F4-C969-EE1F-AD4C-529111D680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5" name="Google Shape;3645;gedfa3e31c0_2_20856:notes">
            <a:extLst>
              <a:ext uri="{FF2B5EF4-FFF2-40B4-BE49-F238E27FC236}">
                <a16:creationId xmlns:a16="http://schemas.microsoft.com/office/drawing/2014/main" id="{3C5E4981-DF5F-B2C7-4CC1-8C673347BA0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3646" name="Google Shape;3646;gedfa3e31c0_2_20856:notes">
            <a:extLst>
              <a:ext uri="{FF2B5EF4-FFF2-40B4-BE49-F238E27FC236}">
                <a16:creationId xmlns:a16="http://schemas.microsoft.com/office/drawing/2014/main" id="{28564F92-72E3-15DC-7B3D-B3B9C9C9194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3102331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44">
          <a:extLst>
            <a:ext uri="{FF2B5EF4-FFF2-40B4-BE49-F238E27FC236}">
              <a16:creationId xmlns:a16="http://schemas.microsoft.com/office/drawing/2014/main" id="{5AEFF56E-7B26-097E-07C8-1AC9A337C8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5" name="Google Shape;3645;gedfa3e31c0_2_20856:notes">
            <a:extLst>
              <a:ext uri="{FF2B5EF4-FFF2-40B4-BE49-F238E27FC236}">
                <a16:creationId xmlns:a16="http://schemas.microsoft.com/office/drawing/2014/main" id="{E9A1A653-4BDA-05BE-63BE-FC9B5BF0714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3646" name="Google Shape;3646;gedfa3e31c0_2_20856:notes">
            <a:extLst>
              <a:ext uri="{FF2B5EF4-FFF2-40B4-BE49-F238E27FC236}">
                <a16:creationId xmlns:a16="http://schemas.microsoft.com/office/drawing/2014/main" id="{A68C0821-5FA8-880D-DB1C-614786E4C5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6403883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8">
          <a:extLst>
            <a:ext uri="{FF2B5EF4-FFF2-40B4-BE49-F238E27FC236}">
              <a16:creationId xmlns:a16="http://schemas.microsoft.com/office/drawing/2014/main" id="{B2AC500D-C2E1-1F1A-234C-41A9AF2526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9" name="Google Shape;3749;gedfa3e31c0_2_20872:notes">
            <a:extLst>
              <a:ext uri="{FF2B5EF4-FFF2-40B4-BE49-F238E27FC236}">
                <a16:creationId xmlns:a16="http://schemas.microsoft.com/office/drawing/2014/main" id="{DCB10370-7D13-12F2-3171-2B4ED3A21A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3750" name="Google Shape;3750;gedfa3e31c0_2_20872:notes">
            <a:extLst>
              <a:ext uri="{FF2B5EF4-FFF2-40B4-BE49-F238E27FC236}">
                <a16:creationId xmlns:a16="http://schemas.microsoft.com/office/drawing/2014/main" id="{9167A76C-4CDD-F574-88A0-58C235E9E8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8129223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93">
          <a:extLst>
            <a:ext uri="{FF2B5EF4-FFF2-40B4-BE49-F238E27FC236}">
              <a16:creationId xmlns:a16="http://schemas.microsoft.com/office/drawing/2014/main" id="{9A70C3B3-FF81-A083-1E57-24168746D9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4" name="Google Shape;4394;gedfa3e31c0_2_19295:notes">
            <a:extLst>
              <a:ext uri="{FF2B5EF4-FFF2-40B4-BE49-F238E27FC236}">
                <a16:creationId xmlns:a16="http://schemas.microsoft.com/office/drawing/2014/main" id="{9FE2EBDE-4CB7-7543-5AF6-AFB409535FB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395" name="Google Shape;4395;gedfa3e31c0_2_19295:notes">
            <a:extLst>
              <a:ext uri="{FF2B5EF4-FFF2-40B4-BE49-F238E27FC236}">
                <a16:creationId xmlns:a16="http://schemas.microsoft.com/office/drawing/2014/main" id="{63656E4E-D48E-EEA1-494A-3F34DCF211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40480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0" name="Google Shape;10;p2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8" name="Google Shape;48;p2"/>
          <p:cNvSpPr txBox="1">
            <a:spLocks noGrp="1"/>
          </p:cNvSpPr>
          <p:nvPr>
            <p:ph type="ctrTitle"/>
          </p:nvPr>
        </p:nvSpPr>
        <p:spPr>
          <a:xfrm>
            <a:off x="1317600" y="1132113"/>
            <a:ext cx="6508800" cy="1998600"/>
          </a:xfrm>
          <a:prstGeom prst="rect">
            <a:avLst/>
          </a:prstGeom>
          <a:effectLst>
            <a:outerShdw blurRad="142875" algn="bl" rotWithShape="0">
              <a:schemeClr val="accent2">
                <a:alpha val="3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5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49" name="Google Shape;49;p2"/>
          <p:cNvSpPr txBox="1">
            <a:spLocks noGrp="1"/>
          </p:cNvSpPr>
          <p:nvPr>
            <p:ph type="subTitle" idx="1"/>
          </p:nvPr>
        </p:nvSpPr>
        <p:spPr>
          <a:xfrm>
            <a:off x="1675175" y="3099088"/>
            <a:ext cx="5793600" cy="91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grpSp>
        <p:nvGrpSpPr>
          <p:cNvPr id="50" name="Google Shape;50;p2"/>
          <p:cNvGrpSpPr/>
          <p:nvPr/>
        </p:nvGrpSpPr>
        <p:grpSpPr>
          <a:xfrm>
            <a:off x="-11" y="606814"/>
            <a:ext cx="1284435" cy="586800"/>
            <a:chOff x="-11" y="606814"/>
            <a:chExt cx="1284435" cy="586800"/>
          </a:xfrm>
        </p:grpSpPr>
        <p:sp>
          <p:nvSpPr>
            <p:cNvPr id="51" name="Google Shape;51;p2"/>
            <p:cNvSpPr/>
            <p:nvPr/>
          </p:nvSpPr>
          <p:spPr>
            <a:xfrm rot="-5400000">
              <a:off x="348812" y="258001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2" name="Google Shape;52;p2"/>
            <p:cNvGrpSpPr/>
            <p:nvPr/>
          </p:nvGrpSpPr>
          <p:grpSpPr>
            <a:xfrm rot="10800000">
              <a:off x="-11" y="779178"/>
              <a:ext cx="883262" cy="242091"/>
              <a:chOff x="2300350" y="2601250"/>
              <a:chExt cx="2275275" cy="623625"/>
            </a:xfrm>
          </p:grpSpPr>
          <p:sp>
            <p:nvSpPr>
              <p:cNvPr id="53" name="Google Shape;53;p2"/>
              <p:cNvSpPr/>
              <p:nvPr/>
            </p:nvSpPr>
            <p:spPr>
              <a:xfrm>
                <a:off x="2300350" y="2601250"/>
                <a:ext cx="3921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684" h="24945" extrusionOk="0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54;p2"/>
              <p:cNvSpPr/>
              <p:nvPr/>
            </p:nvSpPr>
            <p:spPr>
              <a:xfrm>
                <a:off x="2680075" y="2601250"/>
                <a:ext cx="389025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1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55;p2"/>
              <p:cNvSpPr/>
              <p:nvPr/>
            </p:nvSpPr>
            <p:spPr>
              <a:xfrm>
                <a:off x="30567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56;p2"/>
              <p:cNvSpPr/>
              <p:nvPr/>
            </p:nvSpPr>
            <p:spPr>
              <a:xfrm>
                <a:off x="343335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57;p2"/>
              <p:cNvSpPr/>
              <p:nvPr/>
            </p:nvSpPr>
            <p:spPr>
              <a:xfrm>
                <a:off x="381000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Google Shape;58;p2"/>
              <p:cNvSpPr/>
              <p:nvPr/>
            </p:nvSpPr>
            <p:spPr>
              <a:xfrm>
                <a:off x="41866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9" name="Google Shape;59;p2"/>
          <p:cNvGrpSpPr/>
          <p:nvPr/>
        </p:nvGrpSpPr>
        <p:grpSpPr>
          <a:xfrm rot="5400000">
            <a:off x="85100" y="1849625"/>
            <a:ext cx="98902" cy="553090"/>
            <a:chOff x="4898850" y="4820550"/>
            <a:chExt cx="98902" cy="553090"/>
          </a:xfrm>
        </p:grpSpPr>
        <p:sp>
          <p:nvSpPr>
            <p:cNvPr id="60" name="Google Shape;60;p2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2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2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2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5" name="Google Shape;65;p2"/>
          <p:cNvGrpSpPr/>
          <p:nvPr/>
        </p:nvGrpSpPr>
        <p:grpSpPr>
          <a:xfrm>
            <a:off x="-1414555" y="3058729"/>
            <a:ext cx="2297800" cy="347400"/>
            <a:chOff x="-1414555" y="3058729"/>
            <a:chExt cx="2297800" cy="347400"/>
          </a:xfrm>
        </p:grpSpPr>
        <p:sp>
          <p:nvSpPr>
            <p:cNvPr id="66" name="Google Shape;66;p2"/>
            <p:cNvSpPr/>
            <p:nvPr/>
          </p:nvSpPr>
          <p:spPr>
            <a:xfrm>
              <a:off x="-1414555" y="33380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2"/>
            <p:cNvSpPr/>
            <p:nvPr/>
          </p:nvSpPr>
          <p:spPr>
            <a:xfrm>
              <a:off x="-1111455" y="30587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8" name="Google Shape;68;p2"/>
          <p:cNvGrpSpPr/>
          <p:nvPr/>
        </p:nvGrpSpPr>
        <p:grpSpPr>
          <a:xfrm flipH="1">
            <a:off x="-799254" y="4139005"/>
            <a:ext cx="1823016" cy="196994"/>
            <a:chOff x="7857346" y="4002005"/>
            <a:chExt cx="1823016" cy="196994"/>
          </a:xfrm>
        </p:grpSpPr>
        <p:sp>
          <p:nvSpPr>
            <p:cNvPr id="69" name="Google Shape;69;p2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2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2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2" name="Google Shape;72;p2"/>
          <p:cNvSpPr/>
          <p:nvPr/>
        </p:nvSpPr>
        <p:spPr>
          <a:xfrm rot="10800000">
            <a:off x="8027645" y="247897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2"/>
          <p:cNvSpPr/>
          <p:nvPr/>
        </p:nvSpPr>
        <p:spPr>
          <a:xfrm rot="10800000">
            <a:off x="8557211" y="38590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2"/>
          <p:cNvSpPr/>
          <p:nvPr/>
        </p:nvSpPr>
        <p:spPr>
          <a:xfrm rot="5400000"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5" name="Google Shape;75;p2"/>
          <p:cNvGrpSpPr/>
          <p:nvPr/>
        </p:nvGrpSpPr>
        <p:grpSpPr>
          <a:xfrm>
            <a:off x="7812807" y="997962"/>
            <a:ext cx="1520982" cy="302065"/>
            <a:chOff x="5642557" y="-150670"/>
            <a:chExt cx="1520982" cy="302065"/>
          </a:xfrm>
        </p:grpSpPr>
        <p:sp>
          <p:nvSpPr>
            <p:cNvPr id="76" name="Google Shape;76;p2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2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2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2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2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1" name="Google Shape;81;p2"/>
          <p:cNvGrpSpPr/>
          <p:nvPr/>
        </p:nvGrpSpPr>
        <p:grpSpPr>
          <a:xfrm>
            <a:off x="8495989" y="1713528"/>
            <a:ext cx="883262" cy="242091"/>
            <a:chOff x="2300350" y="2601250"/>
            <a:chExt cx="2275275" cy="623625"/>
          </a:xfrm>
        </p:grpSpPr>
        <p:sp>
          <p:nvSpPr>
            <p:cNvPr id="82" name="Google Shape;82;p2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2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2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2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2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2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8" name="Google Shape;88;p2"/>
          <p:cNvGrpSpPr/>
          <p:nvPr/>
        </p:nvGrpSpPr>
        <p:grpSpPr>
          <a:xfrm>
            <a:off x="8267392" y="3231066"/>
            <a:ext cx="1105976" cy="133969"/>
            <a:chOff x="8183182" y="663852"/>
            <a:chExt cx="1475028" cy="178673"/>
          </a:xfrm>
        </p:grpSpPr>
        <p:grpSp>
          <p:nvGrpSpPr>
            <p:cNvPr id="89" name="Google Shape;89;p2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90" name="Google Shape;90;p2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" name="Google Shape;91;p2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Google Shape;92;p2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" name="Google Shape;93;p2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Google Shape;94;p2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" name="Google Shape;95;p2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Google Shape;96;p2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Google Shape;97;p2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" name="Google Shape;98;p2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" name="Google Shape;99;p2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0" name="Google Shape;100;p2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101" name="Google Shape;101;p2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Google Shape;102;p2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" name="Google Shape;103;p2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" name="Google Shape;104;p2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Google Shape;105;p2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Google Shape;106;p2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" name="Google Shape;107;p2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" name="Google Shape;108;p2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" name="Google Shape;109;p2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Google Shape;110;p2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1" name="Google Shape;111;p2"/>
          <p:cNvGrpSpPr/>
          <p:nvPr/>
        </p:nvGrpSpPr>
        <p:grpSpPr>
          <a:xfrm rot="5400000">
            <a:off x="8520259" y="3926674"/>
            <a:ext cx="302065" cy="1520982"/>
            <a:chOff x="-108754" y="2690919"/>
            <a:chExt cx="302065" cy="1520982"/>
          </a:xfrm>
        </p:grpSpPr>
        <p:sp>
          <p:nvSpPr>
            <p:cNvPr id="112" name="Google Shape;112;p2"/>
            <p:cNvSpPr/>
            <p:nvPr/>
          </p:nvSpPr>
          <p:spPr>
            <a:xfrm>
              <a:off x="-62388" y="2782841"/>
              <a:ext cx="209364" cy="1335580"/>
            </a:xfrm>
            <a:custGeom>
              <a:avLst/>
              <a:gdLst/>
              <a:ahLst/>
              <a:cxnLst/>
              <a:rect l="l" t="t" r="r" b="b"/>
              <a:pathLst>
                <a:path w="6719" h="42862" fill="none" extrusionOk="0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2"/>
            <p:cNvSpPr/>
            <p:nvPr/>
          </p:nvSpPr>
          <p:spPr>
            <a:xfrm>
              <a:off x="101358" y="2690919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2"/>
            <p:cNvSpPr/>
            <p:nvPr/>
          </p:nvSpPr>
          <p:spPr>
            <a:xfrm>
              <a:off x="125320" y="2714881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2"/>
            <p:cNvSpPr/>
            <p:nvPr/>
          </p:nvSpPr>
          <p:spPr>
            <a:xfrm>
              <a:off x="-108754" y="4119948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2"/>
            <p:cNvSpPr/>
            <p:nvPr/>
          </p:nvSpPr>
          <p:spPr>
            <a:xfrm>
              <a:off x="-84013" y="4144658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7" name="Google Shape;117;p2"/>
          <p:cNvGrpSpPr/>
          <p:nvPr/>
        </p:nvGrpSpPr>
        <p:grpSpPr>
          <a:xfrm>
            <a:off x="1710357" y="-107958"/>
            <a:ext cx="1520982" cy="302065"/>
            <a:chOff x="5642557" y="-150670"/>
            <a:chExt cx="1520982" cy="302065"/>
          </a:xfrm>
        </p:grpSpPr>
        <p:sp>
          <p:nvSpPr>
            <p:cNvPr id="118" name="Google Shape;118;p2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2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2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2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2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3" name="Google Shape;123;p2"/>
          <p:cNvGrpSpPr/>
          <p:nvPr/>
        </p:nvGrpSpPr>
        <p:grpSpPr>
          <a:xfrm>
            <a:off x="6420895" y="-1455296"/>
            <a:ext cx="347400" cy="2297800"/>
            <a:chOff x="6420895" y="-1455296"/>
            <a:chExt cx="347400" cy="2297800"/>
          </a:xfrm>
        </p:grpSpPr>
        <p:sp>
          <p:nvSpPr>
            <p:cNvPr id="124" name="Google Shape;124;p2"/>
            <p:cNvSpPr/>
            <p:nvPr/>
          </p:nvSpPr>
          <p:spPr>
            <a:xfrm rot="5400000">
              <a:off x="5457595" y="-491996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2"/>
            <p:cNvSpPr/>
            <p:nvPr/>
          </p:nvSpPr>
          <p:spPr>
            <a:xfrm rot="5400000">
              <a:off x="5736895" y="-188896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6" name="Google Shape;126;p2"/>
          <p:cNvSpPr/>
          <p:nvPr/>
        </p:nvSpPr>
        <p:spPr>
          <a:xfrm rot="10800000">
            <a:off x="1023762" y="4389464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3" name="Google Shape;783;p11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784" name="Google Shape;784;p11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11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11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11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11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789;p11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790;p11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791;p11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792;p11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Google Shape;793;p11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794;p11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Google Shape;795;p11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Google Shape;796;p11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11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11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11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11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11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11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11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11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11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11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807;p11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808;p11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Google Shape;809;p11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11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11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11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11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11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11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11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11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11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11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11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11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22" name="Google Shape;822;p11"/>
          <p:cNvSpPr txBox="1">
            <a:spLocks noGrp="1"/>
          </p:cNvSpPr>
          <p:nvPr>
            <p:ph type="title" hasCustomPrompt="1"/>
          </p:nvPr>
        </p:nvSpPr>
        <p:spPr>
          <a:xfrm>
            <a:off x="713100" y="1328587"/>
            <a:ext cx="7717800" cy="16716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>
                <a:solidFill>
                  <a:schemeClr val="accen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823" name="Google Shape;823;p11"/>
          <p:cNvSpPr txBox="1">
            <a:spLocks noGrp="1"/>
          </p:cNvSpPr>
          <p:nvPr>
            <p:ph type="subTitle" idx="1"/>
          </p:nvPr>
        </p:nvSpPr>
        <p:spPr>
          <a:xfrm>
            <a:off x="2037000" y="3075825"/>
            <a:ext cx="5070000" cy="336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824" name="Google Shape;824;p11"/>
          <p:cNvSpPr/>
          <p:nvPr/>
        </p:nvSpPr>
        <p:spPr>
          <a:xfrm rot="-5400000">
            <a:off x="348812" y="25800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25" name="Google Shape;825;p11"/>
          <p:cNvGrpSpPr/>
          <p:nvPr/>
        </p:nvGrpSpPr>
        <p:grpSpPr>
          <a:xfrm>
            <a:off x="1710357" y="-107958"/>
            <a:ext cx="1520982" cy="302065"/>
            <a:chOff x="5642557" y="-150670"/>
            <a:chExt cx="1520982" cy="302065"/>
          </a:xfrm>
        </p:grpSpPr>
        <p:sp>
          <p:nvSpPr>
            <p:cNvPr id="826" name="Google Shape;826;p11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11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11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Google Shape;829;p11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830;p11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31" name="Google Shape;831;p11"/>
          <p:cNvGrpSpPr/>
          <p:nvPr/>
        </p:nvGrpSpPr>
        <p:grpSpPr>
          <a:xfrm rot="5400000">
            <a:off x="85100" y="1849625"/>
            <a:ext cx="98902" cy="553090"/>
            <a:chOff x="4898850" y="4820550"/>
            <a:chExt cx="98902" cy="553090"/>
          </a:xfrm>
        </p:grpSpPr>
        <p:sp>
          <p:nvSpPr>
            <p:cNvPr id="832" name="Google Shape;832;p11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11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11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11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11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37" name="Google Shape;837;p11"/>
          <p:cNvSpPr/>
          <p:nvPr/>
        </p:nvSpPr>
        <p:spPr>
          <a:xfrm>
            <a:off x="-1414555" y="333802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8" name="Google Shape;838;p11"/>
          <p:cNvSpPr/>
          <p:nvPr/>
        </p:nvSpPr>
        <p:spPr>
          <a:xfrm>
            <a:off x="-1111455" y="305872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39" name="Google Shape;839;p11"/>
          <p:cNvGrpSpPr/>
          <p:nvPr/>
        </p:nvGrpSpPr>
        <p:grpSpPr>
          <a:xfrm flipH="1">
            <a:off x="-799254" y="4139005"/>
            <a:ext cx="1823016" cy="196994"/>
            <a:chOff x="7857346" y="4002005"/>
            <a:chExt cx="1823016" cy="196994"/>
          </a:xfrm>
        </p:grpSpPr>
        <p:sp>
          <p:nvSpPr>
            <p:cNvPr id="840" name="Google Shape;840;p11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11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11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43" name="Google Shape;843;p11"/>
          <p:cNvGrpSpPr/>
          <p:nvPr/>
        </p:nvGrpSpPr>
        <p:grpSpPr>
          <a:xfrm rot="-5400000" flipH="1">
            <a:off x="3660496" y="4881980"/>
            <a:ext cx="1823016" cy="296643"/>
            <a:chOff x="7857346" y="3902355"/>
            <a:chExt cx="1823016" cy="296643"/>
          </a:xfrm>
        </p:grpSpPr>
        <p:sp>
          <p:nvSpPr>
            <p:cNvPr id="844" name="Google Shape;844;p11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11"/>
            <p:cNvSpPr/>
            <p:nvPr/>
          </p:nvSpPr>
          <p:spPr>
            <a:xfrm>
              <a:off x="8453686" y="390235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11"/>
            <p:cNvSpPr/>
            <p:nvPr/>
          </p:nvSpPr>
          <p:spPr>
            <a:xfrm>
              <a:off x="8478396" y="3927096"/>
              <a:ext cx="43281" cy="42502"/>
            </a:xfrm>
            <a:custGeom>
              <a:avLst/>
              <a:gdLst/>
              <a:ahLst/>
              <a:cxnLst/>
              <a:rect l="l" t="t" r="r" b="b"/>
              <a:pathLst>
                <a:path w="1389" h="1364" extrusionOk="0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11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11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11"/>
            <p:cNvSpPr/>
            <p:nvPr/>
          </p:nvSpPr>
          <p:spPr>
            <a:xfrm>
              <a:off x="8545608" y="3948721"/>
              <a:ext cx="1134754" cy="175368"/>
            </a:xfrm>
            <a:custGeom>
              <a:avLst/>
              <a:gdLst/>
              <a:ahLst/>
              <a:cxnLst/>
              <a:rect l="l" t="t" r="r" b="b"/>
              <a:pathLst>
                <a:path w="36417" h="5628" fill="none" extrusionOk="0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50" name="Google Shape;850;p11"/>
          <p:cNvSpPr/>
          <p:nvPr/>
        </p:nvSpPr>
        <p:spPr>
          <a:xfrm rot="5400000">
            <a:off x="5457595" y="-491996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1" name="Google Shape;851;p11"/>
          <p:cNvSpPr/>
          <p:nvPr/>
        </p:nvSpPr>
        <p:spPr>
          <a:xfrm rot="5400000">
            <a:off x="5736895" y="-188896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2" name="Google Shape;852;p11"/>
          <p:cNvSpPr/>
          <p:nvPr/>
        </p:nvSpPr>
        <p:spPr>
          <a:xfrm rot="10800000">
            <a:off x="8027645" y="247897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3" name="Google Shape;853;p11"/>
          <p:cNvSpPr/>
          <p:nvPr/>
        </p:nvSpPr>
        <p:spPr>
          <a:xfrm rot="5400000">
            <a:off x="8208386" y="420378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4" name="Google Shape;854;p11"/>
          <p:cNvSpPr/>
          <p:nvPr/>
        </p:nvSpPr>
        <p:spPr>
          <a:xfrm>
            <a:off x="8557212" y="-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55" name="Google Shape;855;p11"/>
          <p:cNvGrpSpPr/>
          <p:nvPr/>
        </p:nvGrpSpPr>
        <p:grpSpPr>
          <a:xfrm>
            <a:off x="7965207" y="312162"/>
            <a:ext cx="1520982" cy="302065"/>
            <a:chOff x="5642557" y="-150670"/>
            <a:chExt cx="1520982" cy="302065"/>
          </a:xfrm>
        </p:grpSpPr>
        <p:sp>
          <p:nvSpPr>
            <p:cNvPr id="856" name="Google Shape;856;p11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11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11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11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11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61" name="Google Shape;861;p11"/>
          <p:cNvGrpSpPr/>
          <p:nvPr/>
        </p:nvGrpSpPr>
        <p:grpSpPr>
          <a:xfrm>
            <a:off x="8495989" y="3241228"/>
            <a:ext cx="883262" cy="242091"/>
            <a:chOff x="2300350" y="2601250"/>
            <a:chExt cx="2275275" cy="623625"/>
          </a:xfrm>
        </p:grpSpPr>
        <p:sp>
          <p:nvSpPr>
            <p:cNvPr id="862" name="Google Shape;862;p11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11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864;p11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11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11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Google Shape;867;p11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68" name="Google Shape;868;p11"/>
          <p:cNvGrpSpPr/>
          <p:nvPr/>
        </p:nvGrpSpPr>
        <p:grpSpPr>
          <a:xfrm>
            <a:off x="8267392" y="1860741"/>
            <a:ext cx="1105976" cy="133969"/>
            <a:chOff x="8183182" y="663852"/>
            <a:chExt cx="1475028" cy="178673"/>
          </a:xfrm>
        </p:grpSpPr>
        <p:grpSp>
          <p:nvGrpSpPr>
            <p:cNvPr id="869" name="Google Shape;869;p11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870" name="Google Shape;870;p11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1" name="Google Shape;871;p11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2" name="Google Shape;872;p11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3" name="Google Shape;873;p11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4" name="Google Shape;874;p11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5" name="Google Shape;875;p11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6" name="Google Shape;876;p11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7" name="Google Shape;877;p11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8" name="Google Shape;878;p11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9" name="Google Shape;879;p11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80" name="Google Shape;880;p11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881" name="Google Shape;881;p11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2" name="Google Shape;882;p11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3" name="Google Shape;883;p11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4" name="Google Shape;884;p11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5" name="Google Shape;885;p11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6" name="Google Shape;886;p11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7" name="Google Shape;887;p11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8" name="Google Shape;888;p11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9" name="Google Shape;889;p11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0" name="Google Shape;890;p11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891" name="Google Shape;891;p11"/>
          <p:cNvGrpSpPr/>
          <p:nvPr/>
        </p:nvGrpSpPr>
        <p:grpSpPr>
          <a:xfrm>
            <a:off x="5447301" y="4536119"/>
            <a:ext cx="1252897" cy="51000"/>
            <a:chOff x="2915381" y="4104819"/>
            <a:chExt cx="1252897" cy="51000"/>
          </a:xfrm>
        </p:grpSpPr>
        <p:sp>
          <p:nvSpPr>
            <p:cNvPr id="892" name="Google Shape;892;p11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Google Shape;893;p11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Google Shape;894;p11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895;p11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896;p11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11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898;p11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899;p11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900;p11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901;p11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11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03;p11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904;p11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905;p11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06" name="Google Shape;906;p11"/>
          <p:cNvGrpSpPr/>
          <p:nvPr/>
        </p:nvGrpSpPr>
        <p:grpSpPr>
          <a:xfrm>
            <a:off x="-235013" y="829744"/>
            <a:ext cx="1105976" cy="133969"/>
            <a:chOff x="8183182" y="663852"/>
            <a:chExt cx="1475028" cy="178673"/>
          </a:xfrm>
        </p:grpSpPr>
        <p:grpSp>
          <p:nvGrpSpPr>
            <p:cNvPr id="907" name="Google Shape;907;p11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908" name="Google Shape;908;p11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9" name="Google Shape;909;p11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0" name="Google Shape;910;p11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1" name="Google Shape;911;p11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2" name="Google Shape;912;p11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3" name="Google Shape;913;p11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4" name="Google Shape;914;p11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5" name="Google Shape;915;p11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6" name="Google Shape;916;p11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7" name="Google Shape;917;p11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18" name="Google Shape;918;p11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919" name="Google Shape;919;p11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0" name="Google Shape;920;p11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1" name="Google Shape;921;p11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2" name="Google Shape;922;p11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3" name="Google Shape;923;p11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4" name="Google Shape;924;p11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5" name="Google Shape;925;p11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6" name="Google Shape;926;p11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7" name="Google Shape;927;p11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8" name="Google Shape;928;p11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BLANK_9">
    <p:spTree>
      <p:nvGrpSpPr>
        <p:cNvPr id="1" name="Shape 1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04" name="Google Shape;1304;p17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305" name="Google Shape;1305;p17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Google Shape;1306;p17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Google Shape;1307;p17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Google Shape;1308;p17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Google Shape;1309;p17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Google Shape;1310;p17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Google Shape;1311;p17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Google Shape;1312;p17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Google Shape;1313;p17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Google Shape;1314;p17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Google Shape;1315;p17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Google Shape;1316;p17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Google Shape;1317;p17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Google Shape;1318;p17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Google Shape;1319;p17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Google Shape;1320;p17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Google Shape;1321;p17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Google Shape;1322;p17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Google Shape;1323;p17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Google Shape;1324;p17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Google Shape;1325;p17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Google Shape;1326;p17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Google Shape;1327;p17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Google Shape;1328;p17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Google Shape;1329;p17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Google Shape;1330;p17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Google Shape;1331;p17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Google Shape;1332;p17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Google Shape;1333;p17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Google Shape;1334;p17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Google Shape;1335;p17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Google Shape;1336;p17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Google Shape;1337;p17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Google Shape;1338;p17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Google Shape;1339;p17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Google Shape;1340;p17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Google Shape;1341;p17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Google Shape;1342;p17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43" name="Google Shape;1343;p17"/>
          <p:cNvSpPr txBox="1">
            <a:spLocks noGrp="1"/>
          </p:cNvSpPr>
          <p:nvPr>
            <p:ph type="title"/>
          </p:nvPr>
        </p:nvSpPr>
        <p:spPr>
          <a:xfrm>
            <a:off x="713100" y="1088819"/>
            <a:ext cx="4401600" cy="1198800"/>
          </a:xfrm>
          <a:prstGeom prst="rect">
            <a:avLst/>
          </a:prstGeom>
          <a:effectLst>
            <a:outerShdw blurRad="157163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344" name="Google Shape;1344;p17"/>
          <p:cNvSpPr txBox="1">
            <a:spLocks noGrp="1"/>
          </p:cNvSpPr>
          <p:nvPr>
            <p:ph type="subTitle" idx="1"/>
          </p:nvPr>
        </p:nvSpPr>
        <p:spPr>
          <a:xfrm>
            <a:off x="713100" y="2357881"/>
            <a:ext cx="4401600" cy="169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345" name="Google Shape;1345;p17"/>
          <p:cNvGrpSpPr/>
          <p:nvPr/>
        </p:nvGrpSpPr>
        <p:grpSpPr>
          <a:xfrm>
            <a:off x="8137507" y="-109362"/>
            <a:ext cx="586800" cy="1284435"/>
            <a:chOff x="8137507" y="-109362"/>
            <a:chExt cx="586800" cy="1284435"/>
          </a:xfrm>
        </p:grpSpPr>
        <p:sp>
          <p:nvSpPr>
            <p:cNvPr id="1346" name="Google Shape;1346;p17"/>
            <p:cNvSpPr/>
            <p:nvPr/>
          </p:nvSpPr>
          <p:spPr>
            <a:xfrm>
              <a:off x="8137507" y="-109352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47" name="Google Shape;1347;p17"/>
            <p:cNvGrpSpPr/>
            <p:nvPr/>
          </p:nvGrpSpPr>
          <p:grpSpPr>
            <a:xfrm rot="-5400000">
              <a:off x="7989266" y="211224"/>
              <a:ext cx="883262" cy="242091"/>
              <a:chOff x="2300350" y="2601250"/>
              <a:chExt cx="2275275" cy="623625"/>
            </a:xfrm>
          </p:grpSpPr>
          <p:sp>
            <p:nvSpPr>
              <p:cNvPr id="1348" name="Google Shape;1348;p17"/>
              <p:cNvSpPr/>
              <p:nvPr/>
            </p:nvSpPr>
            <p:spPr>
              <a:xfrm>
                <a:off x="2300350" y="2601250"/>
                <a:ext cx="3921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684" h="24945" extrusionOk="0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9" name="Google Shape;1349;p17"/>
              <p:cNvSpPr/>
              <p:nvPr/>
            </p:nvSpPr>
            <p:spPr>
              <a:xfrm>
                <a:off x="2680075" y="2601250"/>
                <a:ext cx="389025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1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0" name="Google Shape;1350;p17"/>
              <p:cNvSpPr/>
              <p:nvPr/>
            </p:nvSpPr>
            <p:spPr>
              <a:xfrm>
                <a:off x="30567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1" name="Google Shape;1351;p17"/>
              <p:cNvSpPr/>
              <p:nvPr/>
            </p:nvSpPr>
            <p:spPr>
              <a:xfrm>
                <a:off x="343335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2" name="Google Shape;1352;p17"/>
              <p:cNvSpPr/>
              <p:nvPr/>
            </p:nvSpPr>
            <p:spPr>
              <a:xfrm>
                <a:off x="381000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3" name="Google Shape;1353;p17"/>
              <p:cNvSpPr/>
              <p:nvPr/>
            </p:nvSpPr>
            <p:spPr>
              <a:xfrm>
                <a:off x="41866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354" name="Google Shape;1354;p17"/>
          <p:cNvGrpSpPr/>
          <p:nvPr/>
        </p:nvGrpSpPr>
        <p:grpSpPr>
          <a:xfrm>
            <a:off x="2517607" y="-116370"/>
            <a:ext cx="1520982" cy="302065"/>
            <a:chOff x="5642557" y="-150670"/>
            <a:chExt cx="1520982" cy="302065"/>
          </a:xfrm>
        </p:grpSpPr>
        <p:sp>
          <p:nvSpPr>
            <p:cNvPr id="1355" name="Google Shape;1355;p17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Google Shape;1356;p17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1357;p17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1358;p17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Google Shape;1359;p17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60" name="Google Shape;1360;p17"/>
          <p:cNvSpPr/>
          <p:nvPr/>
        </p:nvSpPr>
        <p:spPr>
          <a:xfrm rot="-5400000">
            <a:off x="341629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61" name="Google Shape;1361;p17"/>
          <p:cNvGrpSpPr/>
          <p:nvPr/>
        </p:nvGrpSpPr>
        <p:grpSpPr>
          <a:xfrm>
            <a:off x="4913901" y="675155"/>
            <a:ext cx="1252897" cy="51000"/>
            <a:chOff x="2915381" y="4104819"/>
            <a:chExt cx="1252897" cy="51000"/>
          </a:xfrm>
        </p:grpSpPr>
        <p:sp>
          <p:nvSpPr>
            <p:cNvPr id="1362" name="Google Shape;1362;p17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Google Shape;1363;p17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Google Shape;1364;p17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Google Shape;1365;p17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Google Shape;1366;p17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1367;p17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Google Shape;1368;p17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Google Shape;1369;p17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Google Shape;1370;p17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1371;p17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Google Shape;1372;p17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Google Shape;1373;p17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Google Shape;1374;p17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Google Shape;1375;p17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76" name="Google Shape;1376;p17"/>
          <p:cNvSpPr/>
          <p:nvPr/>
        </p:nvSpPr>
        <p:spPr>
          <a:xfrm rot="5400000">
            <a:off x="8208387" y="420412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7" name="Google Shape;1377;p17"/>
          <p:cNvSpPr/>
          <p:nvPr/>
        </p:nvSpPr>
        <p:spPr>
          <a:xfrm rot="10800000">
            <a:off x="1362311" y="42400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78" name="Google Shape;1378;p17"/>
          <p:cNvGrpSpPr/>
          <p:nvPr/>
        </p:nvGrpSpPr>
        <p:grpSpPr>
          <a:xfrm>
            <a:off x="5600407" y="4993736"/>
            <a:ext cx="1520982" cy="302065"/>
            <a:chOff x="5642557" y="-150670"/>
            <a:chExt cx="1520982" cy="302065"/>
          </a:xfrm>
        </p:grpSpPr>
        <p:sp>
          <p:nvSpPr>
            <p:cNvPr id="1379" name="Google Shape;1379;p17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Google Shape;1380;p17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Google Shape;1381;p17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Google Shape;1382;p17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Google Shape;1383;p17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84" name="Google Shape;1384;p17"/>
          <p:cNvGrpSpPr/>
          <p:nvPr/>
        </p:nvGrpSpPr>
        <p:grpSpPr>
          <a:xfrm rot="5400000">
            <a:off x="8900" y="1773425"/>
            <a:ext cx="98902" cy="553090"/>
            <a:chOff x="4898850" y="4820550"/>
            <a:chExt cx="98902" cy="553090"/>
          </a:xfrm>
        </p:grpSpPr>
        <p:sp>
          <p:nvSpPr>
            <p:cNvPr id="1385" name="Google Shape;1385;p17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Google Shape;1386;p17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17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17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Google Shape;1389;p17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BLANK_7">
    <p:spTree>
      <p:nvGrpSpPr>
        <p:cNvPr id="1" name="Shape 1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55" name="Google Shape;1855;p23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856" name="Google Shape;1856;p23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7" name="Google Shape;1857;p23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8" name="Google Shape;1858;p23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9" name="Google Shape;1859;p23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0" name="Google Shape;1860;p23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1" name="Google Shape;1861;p23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2" name="Google Shape;1862;p23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3" name="Google Shape;1863;p23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4" name="Google Shape;1864;p23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5" name="Google Shape;1865;p23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6" name="Google Shape;1866;p23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7" name="Google Shape;1867;p23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8" name="Google Shape;1868;p23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9" name="Google Shape;1869;p23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0" name="Google Shape;1870;p23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1" name="Google Shape;1871;p23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2" name="Google Shape;1872;p23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3" name="Google Shape;1873;p23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4" name="Google Shape;1874;p23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5" name="Google Shape;1875;p23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6" name="Google Shape;1876;p23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7" name="Google Shape;1877;p23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8" name="Google Shape;1878;p23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9" name="Google Shape;1879;p23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0" name="Google Shape;1880;p23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1" name="Google Shape;1881;p23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2" name="Google Shape;1882;p23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3" name="Google Shape;1883;p23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4" name="Google Shape;1884;p23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5" name="Google Shape;1885;p23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6" name="Google Shape;1886;p23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7" name="Google Shape;1887;p23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8" name="Google Shape;1888;p23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9" name="Google Shape;1889;p23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0" name="Google Shape;1890;p23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1" name="Google Shape;1891;p23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2" name="Google Shape;1892;p23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3" name="Google Shape;1893;p23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94" name="Google Shape;1894;p23"/>
          <p:cNvSpPr txBox="1">
            <a:spLocks noGrp="1"/>
          </p:cNvSpPr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895" name="Google Shape;1895;p23"/>
          <p:cNvSpPr txBox="1">
            <a:spLocks noGrp="1"/>
          </p:cNvSpPr>
          <p:nvPr>
            <p:ph type="title" idx="2"/>
          </p:nvPr>
        </p:nvSpPr>
        <p:spPr>
          <a:xfrm>
            <a:off x="2152068" y="1512817"/>
            <a:ext cx="18279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896" name="Google Shape;1896;p23"/>
          <p:cNvSpPr txBox="1">
            <a:spLocks noGrp="1"/>
          </p:cNvSpPr>
          <p:nvPr>
            <p:ph type="subTitle" idx="1"/>
          </p:nvPr>
        </p:nvSpPr>
        <p:spPr>
          <a:xfrm>
            <a:off x="1992918" y="1911375"/>
            <a:ext cx="2146200" cy="46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97" name="Google Shape;1897;p23"/>
          <p:cNvSpPr txBox="1">
            <a:spLocks noGrp="1"/>
          </p:cNvSpPr>
          <p:nvPr>
            <p:ph type="title" idx="3"/>
          </p:nvPr>
        </p:nvSpPr>
        <p:spPr>
          <a:xfrm>
            <a:off x="2152068" y="2624681"/>
            <a:ext cx="18279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898" name="Google Shape;1898;p23"/>
          <p:cNvSpPr txBox="1">
            <a:spLocks noGrp="1"/>
          </p:cNvSpPr>
          <p:nvPr>
            <p:ph type="subTitle" idx="4"/>
          </p:nvPr>
        </p:nvSpPr>
        <p:spPr>
          <a:xfrm>
            <a:off x="1992918" y="3019025"/>
            <a:ext cx="2146200" cy="46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99" name="Google Shape;1899;p23"/>
          <p:cNvSpPr txBox="1">
            <a:spLocks noGrp="1"/>
          </p:cNvSpPr>
          <p:nvPr>
            <p:ph type="title" idx="5"/>
          </p:nvPr>
        </p:nvSpPr>
        <p:spPr>
          <a:xfrm>
            <a:off x="6055343" y="2624681"/>
            <a:ext cx="18279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900" name="Google Shape;1900;p23"/>
          <p:cNvSpPr txBox="1">
            <a:spLocks noGrp="1"/>
          </p:cNvSpPr>
          <p:nvPr>
            <p:ph type="subTitle" idx="6"/>
          </p:nvPr>
        </p:nvSpPr>
        <p:spPr>
          <a:xfrm>
            <a:off x="5896193" y="3019032"/>
            <a:ext cx="2146200" cy="46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01" name="Google Shape;1901;p23"/>
          <p:cNvSpPr txBox="1">
            <a:spLocks noGrp="1"/>
          </p:cNvSpPr>
          <p:nvPr>
            <p:ph type="title" idx="7"/>
          </p:nvPr>
        </p:nvSpPr>
        <p:spPr>
          <a:xfrm>
            <a:off x="6055343" y="1512817"/>
            <a:ext cx="18279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902" name="Google Shape;1902;p23"/>
          <p:cNvSpPr txBox="1">
            <a:spLocks noGrp="1"/>
          </p:cNvSpPr>
          <p:nvPr>
            <p:ph type="subTitle" idx="8"/>
          </p:nvPr>
        </p:nvSpPr>
        <p:spPr>
          <a:xfrm>
            <a:off x="5896193" y="1911375"/>
            <a:ext cx="2146200" cy="46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03" name="Google Shape;1903;p23"/>
          <p:cNvSpPr txBox="1">
            <a:spLocks noGrp="1"/>
          </p:cNvSpPr>
          <p:nvPr>
            <p:ph type="title" idx="9"/>
          </p:nvPr>
        </p:nvSpPr>
        <p:spPr>
          <a:xfrm>
            <a:off x="2152068" y="3733187"/>
            <a:ext cx="18279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904" name="Google Shape;1904;p23"/>
          <p:cNvSpPr txBox="1">
            <a:spLocks noGrp="1"/>
          </p:cNvSpPr>
          <p:nvPr>
            <p:ph type="subTitle" idx="13"/>
          </p:nvPr>
        </p:nvSpPr>
        <p:spPr>
          <a:xfrm>
            <a:off x="1992918" y="4126675"/>
            <a:ext cx="2146200" cy="46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05" name="Google Shape;1905;p23"/>
          <p:cNvSpPr txBox="1">
            <a:spLocks noGrp="1"/>
          </p:cNvSpPr>
          <p:nvPr>
            <p:ph type="title" idx="14"/>
          </p:nvPr>
        </p:nvSpPr>
        <p:spPr>
          <a:xfrm>
            <a:off x="6055343" y="3733187"/>
            <a:ext cx="18279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906" name="Google Shape;1906;p23"/>
          <p:cNvSpPr txBox="1">
            <a:spLocks noGrp="1"/>
          </p:cNvSpPr>
          <p:nvPr>
            <p:ph type="subTitle" idx="15"/>
          </p:nvPr>
        </p:nvSpPr>
        <p:spPr>
          <a:xfrm>
            <a:off x="5896193" y="4126677"/>
            <a:ext cx="2146200" cy="46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07" name="Google Shape;1907;p23"/>
          <p:cNvSpPr/>
          <p:nvPr/>
        </p:nvSpPr>
        <p:spPr>
          <a:xfrm>
            <a:off x="1455" y="-8885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908" name="Google Shape;1908;p23"/>
          <p:cNvGrpSpPr/>
          <p:nvPr/>
        </p:nvGrpSpPr>
        <p:grpSpPr>
          <a:xfrm rot="-5400000">
            <a:off x="-146785" y="231721"/>
            <a:ext cx="883262" cy="242091"/>
            <a:chOff x="2300350" y="2601250"/>
            <a:chExt cx="2275275" cy="623625"/>
          </a:xfrm>
        </p:grpSpPr>
        <p:sp>
          <p:nvSpPr>
            <p:cNvPr id="1909" name="Google Shape;1909;p23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0" name="Google Shape;1910;p23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1" name="Google Shape;1911;p23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2" name="Google Shape;1912;p23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3" name="Google Shape;1913;p23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4" name="Google Shape;1914;p23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15" name="Google Shape;1915;p23"/>
          <p:cNvGrpSpPr/>
          <p:nvPr/>
        </p:nvGrpSpPr>
        <p:grpSpPr>
          <a:xfrm>
            <a:off x="1685767" y="463191"/>
            <a:ext cx="1105976" cy="133969"/>
            <a:chOff x="8183182" y="663852"/>
            <a:chExt cx="1475028" cy="178673"/>
          </a:xfrm>
        </p:grpSpPr>
        <p:grpSp>
          <p:nvGrpSpPr>
            <p:cNvPr id="1916" name="Google Shape;1916;p23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1917" name="Google Shape;1917;p2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8" name="Google Shape;1918;p2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9" name="Google Shape;1919;p2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0" name="Google Shape;1920;p2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1" name="Google Shape;1921;p2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2" name="Google Shape;1922;p2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3" name="Google Shape;1923;p2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4" name="Google Shape;1924;p2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5" name="Google Shape;1925;p2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6" name="Google Shape;1926;p2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27" name="Google Shape;1927;p23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1928" name="Google Shape;1928;p2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9" name="Google Shape;1929;p2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0" name="Google Shape;1930;p2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1" name="Google Shape;1931;p2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2" name="Google Shape;1932;p2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3" name="Google Shape;1933;p2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4" name="Google Shape;1934;p2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5" name="Google Shape;1935;p2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6" name="Google Shape;1936;p2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7" name="Google Shape;1937;p2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938" name="Google Shape;1938;p23"/>
          <p:cNvSpPr/>
          <p:nvPr/>
        </p:nvSpPr>
        <p:spPr>
          <a:xfrm flipH="1">
            <a:off x="8167370" y="75622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9" name="Google Shape;1939;p23"/>
          <p:cNvSpPr/>
          <p:nvPr/>
        </p:nvSpPr>
        <p:spPr>
          <a:xfrm flipH="1">
            <a:off x="7864270" y="47692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940" name="Google Shape;1940;p23"/>
          <p:cNvGrpSpPr/>
          <p:nvPr/>
        </p:nvGrpSpPr>
        <p:grpSpPr>
          <a:xfrm rot="5400000">
            <a:off x="6864300" y="-51175"/>
            <a:ext cx="98902" cy="553090"/>
            <a:chOff x="4898850" y="4820550"/>
            <a:chExt cx="98902" cy="553090"/>
          </a:xfrm>
        </p:grpSpPr>
        <p:sp>
          <p:nvSpPr>
            <p:cNvPr id="1941" name="Google Shape;1941;p23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2" name="Google Shape;1942;p23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3" name="Google Shape;1943;p23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4" name="Google Shape;1944;p23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5" name="Google Shape;1945;p23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46" name="Google Shape;1946;p23"/>
          <p:cNvGrpSpPr/>
          <p:nvPr/>
        </p:nvGrpSpPr>
        <p:grpSpPr>
          <a:xfrm rot="5400000">
            <a:off x="975" y="4180500"/>
            <a:ext cx="98902" cy="553090"/>
            <a:chOff x="4898850" y="4820550"/>
            <a:chExt cx="98902" cy="553090"/>
          </a:xfrm>
        </p:grpSpPr>
        <p:sp>
          <p:nvSpPr>
            <p:cNvPr id="1947" name="Google Shape;1947;p23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8" name="Google Shape;1948;p23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9" name="Google Shape;1949;p23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0" name="Google Shape;1950;p23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1" name="Google Shape;1951;p23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52" name="Google Shape;1952;p23"/>
          <p:cNvGrpSpPr/>
          <p:nvPr/>
        </p:nvGrpSpPr>
        <p:grpSpPr>
          <a:xfrm flipH="1">
            <a:off x="-799254" y="4748605"/>
            <a:ext cx="1823016" cy="196994"/>
            <a:chOff x="7857346" y="4002005"/>
            <a:chExt cx="1823016" cy="196994"/>
          </a:xfrm>
        </p:grpSpPr>
        <p:sp>
          <p:nvSpPr>
            <p:cNvPr id="1953" name="Google Shape;1953;p23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4" name="Google Shape;1954;p23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5" name="Google Shape;1955;p23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56" name="Google Shape;1956;p23"/>
          <p:cNvSpPr/>
          <p:nvPr/>
        </p:nvSpPr>
        <p:spPr>
          <a:xfrm rot="10800000">
            <a:off x="8557211" y="40114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957" name="Google Shape;1957;p23"/>
          <p:cNvGrpSpPr/>
          <p:nvPr/>
        </p:nvGrpSpPr>
        <p:grpSpPr>
          <a:xfrm rot="5400000">
            <a:off x="8520259" y="4079074"/>
            <a:ext cx="302065" cy="1520982"/>
            <a:chOff x="-108754" y="2690919"/>
            <a:chExt cx="302065" cy="1520982"/>
          </a:xfrm>
        </p:grpSpPr>
        <p:sp>
          <p:nvSpPr>
            <p:cNvPr id="1958" name="Google Shape;1958;p23"/>
            <p:cNvSpPr/>
            <p:nvPr/>
          </p:nvSpPr>
          <p:spPr>
            <a:xfrm>
              <a:off x="-62388" y="2782841"/>
              <a:ext cx="209364" cy="1335580"/>
            </a:xfrm>
            <a:custGeom>
              <a:avLst/>
              <a:gdLst/>
              <a:ahLst/>
              <a:cxnLst/>
              <a:rect l="l" t="t" r="r" b="b"/>
              <a:pathLst>
                <a:path w="6719" h="42862" fill="none" extrusionOk="0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9" name="Google Shape;1959;p23"/>
            <p:cNvSpPr/>
            <p:nvPr/>
          </p:nvSpPr>
          <p:spPr>
            <a:xfrm>
              <a:off x="101358" y="2690919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0" name="Google Shape;1960;p23"/>
            <p:cNvSpPr/>
            <p:nvPr/>
          </p:nvSpPr>
          <p:spPr>
            <a:xfrm>
              <a:off x="125320" y="2714881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1" name="Google Shape;1961;p23"/>
            <p:cNvSpPr/>
            <p:nvPr/>
          </p:nvSpPr>
          <p:spPr>
            <a:xfrm>
              <a:off x="-108754" y="4119948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2" name="Google Shape;1962;p23"/>
            <p:cNvSpPr/>
            <p:nvPr/>
          </p:nvSpPr>
          <p:spPr>
            <a:xfrm>
              <a:off x="-84013" y="4144658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63" name="Google Shape;1963;p23"/>
          <p:cNvGrpSpPr/>
          <p:nvPr/>
        </p:nvGrpSpPr>
        <p:grpSpPr>
          <a:xfrm>
            <a:off x="3945551" y="4775319"/>
            <a:ext cx="1252897" cy="51000"/>
            <a:chOff x="2915381" y="4104819"/>
            <a:chExt cx="1252897" cy="51000"/>
          </a:xfrm>
        </p:grpSpPr>
        <p:sp>
          <p:nvSpPr>
            <p:cNvPr id="1964" name="Google Shape;1964;p23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5" name="Google Shape;1965;p23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6" name="Google Shape;1966;p23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7" name="Google Shape;1967;p23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8" name="Google Shape;1968;p23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9" name="Google Shape;1969;p23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0" name="Google Shape;1970;p23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1" name="Google Shape;1971;p23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2" name="Google Shape;1972;p23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3" name="Google Shape;1973;p23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4" name="Google Shape;1974;p23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5" name="Google Shape;1975;p23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6" name="Google Shape;1976;p23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7" name="Google Shape;1977;p23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BLANK_15">
    <p:spTree>
      <p:nvGrpSpPr>
        <p:cNvPr id="1" name="Shape 1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79" name="Google Shape;1979;p24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980" name="Google Shape;1980;p24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1" name="Google Shape;1981;p24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2" name="Google Shape;1982;p24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3" name="Google Shape;1983;p24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4" name="Google Shape;1984;p24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5" name="Google Shape;1985;p24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6" name="Google Shape;1986;p24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7" name="Google Shape;1987;p24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8" name="Google Shape;1988;p24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9" name="Google Shape;1989;p24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0" name="Google Shape;1990;p24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1" name="Google Shape;1991;p24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2" name="Google Shape;1992;p24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3" name="Google Shape;1993;p24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4" name="Google Shape;1994;p24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5" name="Google Shape;1995;p24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6" name="Google Shape;1996;p24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7" name="Google Shape;1997;p24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8" name="Google Shape;1998;p24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9" name="Google Shape;1999;p24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0" name="Google Shape;2000;p24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1" name="Google Shape;2001;p24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2" name="Google Shape;2002;p24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3" name="Google Shape;2003;p24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4" name="Google Shape;2004;p24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5" name="Google Shape;2005;p24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6" name="Google Shape;2006;p24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7" name="Google Shape;2007;p24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8" name="Google Shape;2008;p24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9" name="Google Shape;2009;p24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0" name="Google Shape;2010;p24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1" name="Google Shape;2011;p24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2" name="Google Shape;2012;p24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3" name="Google Shape;2013;p24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4" name="Google Shape;2014;p24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5" name="Google Shape;2015;p24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6" name="Google Shape;2016;p24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7" name="Google Shape;2017;p24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18" name="Google Shape;2018;p24"/>
          <p:cNvGrpSpPr/>
          <p:nvPr/>
        </p:nvGrpSpPr>
        <p:grpSpPr>
          <a:xfrm>
            <a:off x="4674957" y="4956042"/>
            <a:ext cx="1520982" cy="302065"/>
            <a:chOff x="5642557" y="-150670"/>
            <a:chExt cx="1520982" cy="302065"/>
          </a:xfrm>
        </p:grpSpPr>
        <p:sp>
          <p:nvSpPr>
            <p:cNvPr id="2019" name="Google Shape;2019;p24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0" name="Google Shape;2020;p24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1" name="Google Shape;2021;p24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2" name="Google Shape;2022;p24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3" name="Google Shape;2023;p24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24" name="Google Shape;2024;p24"/>
          <p:cNvGrpSpPr/>
          <p:nvPr/>
        </p:nvGrpSpPr>
        <p:grpSpPr>
          <a:xfrm rot="5400000">
            <a:off x="85100" y="2306825"/>
            <a:ext cx="98902" cy="553090"/>
            <a:chOff x="4898850" y="4820550"/>
            <a:chExt cx="98902" cy="553090"/>
          </a:xfrm>
        </p:grpSpPr>
        <p:sp>
          <p:nvSpPr>
            <p:cNvPr id="2025" name="Google Shape;2025;p24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6" name="Google Shape;2026;p24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7" name="Google Shape;2027;p24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8" name="Google Shape;2028;p24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9" name="Google Shape;2029;p24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30" name="Google Shape;2030;p24"/>
          <p:cNvGrpSpPr/>
          <p:nvPr/>
        </p:nvGrpSpPr>
        <p:grpSpPr>
          <a:xfrm>
            <a:off x="-1744592" y="3592129"/>
            <a:ext cx="2297800" cy="347400"/>
            <a:chOff x="-1439792" y="3592129"/>
            <a:chExt cx="2297800" cy="347400"/>
          </a:xfrm>
        </p:grpSpPr>
        <p:sp>
          <p:nvSpPr>
            <p:cNvPr id="2031" name="Google Shape;2031;p24"/>
            <p:cNvSpPr/>
            <p:nvPr/>
          </p:nvSpPr>
          <p:spPr>
            <a:xfrm>
              <a:off x="-1439792" y="38714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2" name="Google Shape;2032;p24"/>
            <p:cNvSpPr/>
            <p:nvPr/>
          </p:nvSpPr>
          <p:spPr>
            <a:xfrm>
              <a:off x="-1136692" y="35921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33" name="Google Shape;2033;p24"/>
          <p:cNvSpPr/>
          <p:nvPr/>
        </p:nvSpPr>
        <p:spPr>
          <a:xfrm rot="10800000">
            <a:off x="414162" y="4465664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034" name="Google Shape;2034;p24"/>
          <p:cNvGrpSpPr/>
          <p:nvPr/>
        </p:nvGrpSpPr>
        <p:grpSpPr>
          <a:xfrm>
            <a:off x="-222733" y="225814"/>
            <a:ext cx="1507157" cy="586800"/>
            <a:chOff x="-222733" y="225814"/>
            <a:chExt cx="1507157" cy="586800"/>
          </a:xfrm>
        </p:grpSpPr>
        <p:sp>
          <p:nvSpPr>
            <p:cNvPr id="2035" name="Google Shape;2035;p24"/>
            <p:cNvSpPr/>
            <p:nvPr/>
          </p:nvSpPr>
          <p:spPr>
            <a:xfrm rot="-5400000">
              <a:off x="348812" y="-122999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036" name="Google Shape;2036;p24"/>
            <p:cNvGrpSpPr/>
            <p:nvPr/>
          </p:nvGrpSpPr>
          <p:grpSpPr>
            <a:xfrm>
              <a:off x="-222733" y="452241"/>
              <a:ext cx="1105976" cy="133969"/>
              <a:chOff x="8183182" y="663852"/>
              <a:chExt cx="1475028" cy="178673"/>
            </a:xfrm>
          </p:grpSpPr>
          <p:grpSp>
            <p:nvGrpSpPr>
              <p:cNvPr id="2037" name="Google Shape;2037;p24"/>
              <p:cNvGrpSpPr/>
              <p:nvPr/>
            </p:nvGrpSpPr>
            <p:grpSpPr>
              <a:xfrm>
                <a:off x="8183182" y="774425"/>
                <a:ext cx="1178025" cy="68100"/>
                <a:chOff x="2024450" y="204150"/>
                <a:chExt cx="1178025" cy="68100"/>
              </a:xfrm>
            </p:grpSpPr>
            <p:sp>
              <p:nvSpPr>
                <p:cNvPr id="2038" name="Google Shape;2038;p24"/>
                <p:cNvSpPr/>
                <p:nvPr/>
              </p:nvSpPr>
              <p:spPr>
                <a:xfrm>
                  <a:off x="20244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39" name="Google Shape;2039;p24"/>
                <p:cNvSpPr/>
                <p:nvPr/>
              </p:nvSpPr>
              <p:spPr>
                <a:xfrm>
                  <a:off x="21477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40" name="Google Shape;2040;p24"/>
                <p:cNvSpPr/>
                <p:nvPr/>
              </p:nvSpPr>
              <p:spPr>
                <a:xfrm>
                  <a:off x="22711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41" name="Google Shape;2041;p24"/>
                <p:cNvSpPr/>
                <p:nvPr/>
              </p:nvSpPr>
              <p:spPr>
                <a:xfrm>
                  <a:off x="23944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42" name="Google Shape;2042;p24"/>
                <p:cNvSpPr/>
                <p:nvPr/>
              </p:nvSpPr>
              <p:spPr>
                <a:xfrm>
                  <a:off x="25177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43" name="Google Shape;2043;p24"/>
                <p:cNvSpPr/>
                <p:nvPr/>
              </p:nvSpPr>
              <p:spPr>
                <a:xfrm>
                  <a:off x="26410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44" name="Google Shape;2044;p24"/>
                <p:cNvSpPr/>
                <p:nvPr/>
              </p:nvSpPr>
              <p:spPr>
                <a:xfrm>
                  <a:off x="27644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45" name="Google Shape;2045;p24"/>
                <p:cNvSpPr/>
                <p:nvPr/>
              </p:nvSpPr>
              <p:spPr>
                <a:xfrm>
                  <a:off x="28877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46" name="Google Shape;2046;p24"/>
                <p:cNvSpPr/>
                <p:nvPr/>
              </p:nvSpPr>
              <p:spPr>
                <a:xfrm>
                  <a:off x="30110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47" name="Google Shape;2047;p24"/>
                <p:cNvSpPr/>
                <p:nvPr/>
              </p:nvSpPr>
              <p:spPr>
                <a:xfrm>
                  <a:off x="31343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048" name="Google Shape;2048;p24"/>
              <p:cNvGrpSpPr/>
              <p:nvPr/>
            </p:nvGrpSpPr>
            <p:grpSpPr>
              <a:xfrm>
                <a:off x="8480185" y="663852"/>
                <a:ext cx="1178025" cy="68100"/>
                <a:chOff x="2024450" y="204150"/>
                <a:chExt cx="1178025" cy="68100"/>
              </a:xfrm>
            </p:grpSpPr>
            <p:sp>
              <p:nvSpPr>
                <p:cNvPr id="2049" name="Google Shape;2049;p24"/>
                <p:cNvSpPr/>
                <p:nvPr/>
              </p:nvSpPr>
              <p:spPr>
                <a:xfrm>
                  <a:off x="20244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50" name="Google Shape;2050;p24"/>
                <p:cNvSpPr/>
                <p:nvPr/>
              </p:nvSpPr>
              <p:spPr>
                <a:xfrm>
                  <a:off x="21477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51" name="Google Shape;2051;p24"/>
                <p:cNvSpPr/>
                <p:nvPr/>
              </p:nvSpPr>
              <p:spPr>
                <a:xfrm>
                  <a:off x="22711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52" name="Google Shape;2052;p24"/>
                <p:cNvSpPr/>
                <p:nvPr/>
              </p:nvSpPr>
              <p:spPr>
                <a:xfrm>
                  <a:off x="23944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53" name="Google Shape;2053;p24"/>
                <p:cNvSpPr/>
                <p:nvPr/>
              </p:nvSpPr>
              <p:spPr>
                <a:xfrm>
                  <a:off x="25177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54" name="Google Shape;2054;p24"/>
                <p:cNvSpPr/>
                <p:nvPr/>
              </p:nvSpPr>
              <p:spPr>
                <a:xfrm>
                  <a:off x="26410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55" name="Google Shape;2055;p24"/>
                <p:cNvSpPr/>
                <p:nvPr/>
              </p:nvSpPr>
              <p:spPr>
                <a:xfrm>
                  <a:off x="27644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56" name="Google Shape;2056;p24"/>
                <p:cNvSpPr/>
                <p:nvPr/>
              </p:nvSpPr>
              <p:spPr>
                <a:xfrm>
                  <a:off x="28877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57" name="Google Shape;2057;p24"/>
                <p:cNvSpPr/>
                <p:nvPr/>
              </p:nvSpPr>
              <p:spPr>
                <a:xfrm>
                  <a:off x="30110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58" name="Google Shape;2058;p24"/>
                <p:cNvSpPr/>
                <p:nvPr/>
              </p:nvSpPr>
              <p:spPr>
                <a:xfrm>
                  <a:off x="31343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sp>
        <p:nvSpPr>
          <p:cNvPr id="2059" name="Google Shape;2059;p24"/>
          <p:cNvSpPr/>
          <p:nvPr/>
        </p:nvSpPr>
        <p:spPr>
          <a:xfrm>
            <a:off x="8557212" y="-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060" name="Google Shape;2060;p24"/>
          <p:cNvGrpSpPr/>
          <p:nvPr/>
        </p:nvGrpSpPr>
        <p:grpSpPr>
          <a:xfrm>
            <a:off x="8041407" y="183762"/>
            <a:ext cx="1520982" cy="302065"/>
            <a:chOff x="5642557" y="-150670"/>
            <a:chExt cx="1520982" cy="302065"/>
          </a:xfrm>
        </p:grpSpPr>
        <p:sp>
          <p:nvSpPr>
            <p:cNvPr id="2061" name="Google Shape;2061;p24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2" name="Google Shape;2062;p24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3" name="Google Shape;2063;p24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4" name="Google Shape;2064;p24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5" name="Google Shape;2065;p24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66" name="Google Shape;2066;p24"/>
          <p:cNvGrpSpPr/>
          <p:nvPr/>
        </p:nvGrpSpPr>
        <p:grpSpPr>
          <a:xfrm rot="5400000">
            <a:off x="8360264" y="2845229"/>
            <a:ext cx="883262" cy="242091"/>
            <a:chOff x="2300350" y="2601250"/>
            <a:chExt cx="2275275" cy="623625"/>
          </a:xfrm>
        </p:grpSpPr>
        <p:sp>
          <p:nvSpPr>
            <p:cNvPr id="2067" name="Google Shape;2067;p24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8" name="Google Shape;2068;p24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9" name="Google Shape;2069;p24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0" name="Google Shape;2070;p24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1" name="Google Shape;2071;p24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2" name="Google Shape;2072;p24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73" name="Google Shape;2073;p24"/>
          <p:cNvGrpSpPr/>
          <p:nvPr/>
        </p:nvGrpSpPr>
        <p:grpSpPr>
          <a:xfrm>
            <a:off x="8267392" y="4678866"/>
            <a:ext cx="1105976" cy="133969"/>
            <a:chOff x="8183182" y="663852"/>
            <a:chExt cx="1475028" cy="178673"/>
          </a:xfrm>
        </p:grpSpPr>
        <p:grpSp>
          <p:nvGrpSpPr>
            <p:cNvPr id="2074" name="Google Shape;2074;p24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075" name="Google Shape;2075;p24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6" name="Google Shape;2076;p24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7" name="Google Shape;2077;p24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8" name="Google Shape;2078;p24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9" name="Google Shape;2079;p24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0" name="Google Shape;2080;p24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1" name="Google Shape;2081;p24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2" name="Google Shape;2082;p24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3" name="Google Shape;2083;p24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4" name="Google Shape;2084;p24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085" name="Google Shape;2085;p24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086" name="Google Shape;2086;p24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7" name="Google Shape;2087;p24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8" name="Google Shape;2088;p24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9" name="Google Shape;2089;p24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0" name="Google Shape;2090;p24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1" name="Google Shape;2091;p24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2" name="Google Shape;2092;p24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3" name="Google Shape;2093;p24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4" name="Google Shape;2094;p24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5" name="Google Shape;2095;p24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096" name="Google Shape;2096;p24"/>
          <p:cNvGrpSpPr/>
          <p:nvPr/>
        </p:nvGrpSpPr>
        <p:grpSpPr>
          <a:xfrm>
            <a:off x="5023301" y="238994"/>
            <a:ext cx="1252897" cy="51000"/>
            <a:chOff x="2915381" y="4104819"/>
            <a:chExt cx="1252897" cy="51000"/>
          </a:xfrm>
        </p:grpSpPr>
        <p:sp>
          <p:nvSpPr>
            <p:cNvPr id="2097" name="Google Shape;2097;p24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8" name="Google Shape;2098;p24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9" name="Google Shape;2099;p24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0" name="Google Shape;2100;p24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1" name="Google Shape;2101;p24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2" name="Google Shape;2102;p24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3" name="Google Shape;2103;p24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4" name="Google Shape;2104;p24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5" name="Google Shape;2105;p24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6" name="Google Shape;2106;p24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7" name="Google Shape;2107;p24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8" name="Google Shape;2108;p24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9" name="Google Shape;2109;p24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0" name="Google Shape;2110;p24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11" name="Google Shape;2111;p24"/>
          <p:cNvSpPr txBox="1">
            <a:spLocks noGrp="1"/>
          </p:cNvSpPr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  <a:effectLst>
            <a:outerShdw blurRad="8572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BLANK_14">
    <p:spTree>
      <p:nvGrpSpPr>
        <p:cNvPr id="1" name="Shape 2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13" name="Google Shape;2113;p25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2114" name="Google Shape;2114;p25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5" name="Google Shape;2115;p25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6" name="Google Shape;2116;p25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7" name="Google Shape;2117;p25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8" name="Google Shape;2118;p25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9" name="Google Shape;2119;p25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0" name="Google Shape;2120;p25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1" name="Google Shape;2121;p25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2" name="Google Shape;2122;p25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3" name="Google Shape;2123;p25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4" name="Google Shape;2124;p25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5" name="Google Shape;2125;p25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6" name="Google Shape;2126;p25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7" name="Google Shape;2127;p25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8" name="Google Shape;2128;p25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9" name="Google Shape;2129;p25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0" name="Google Shape;2130;p25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1" name="Google Shape;2131;p25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2" name="Google Shape;2132;p25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3" name="Google Shape;2133;p25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4" name="Google Shape;2134;p25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5" name="Google Shape;2135;p25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6" name="Google Shape;2136;p25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7" name="Google Shape;2137;p25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8" name="Google Shape;2138;p25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9" name="Google Shape;2139;p25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0" name="Google Shape;2140;p25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1" name="Google Shape;2141;p25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2" name="Google Shape;2142;p25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3" name="Google Shape;2143;p25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4" name="Google Shape;2144;p25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5" name="Google Shape;2145;p25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6" name="Google Shape;2146;p25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7" name="Google Shape;2147;p25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8" name="Google Shape;2148;p25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9" name="Google Shape;2149;p25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0" name="Google Shape;2150;p25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1" name="Google Shape;2151;p25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52" name="Google Shape;2152;p25"/>
          <p:cNvSpPr/>
          <p:nvPr/>
        </p:nvSpPr>
        <p:spPr>
          <a:xfrm rot="-5400000">
            <a:off x="120212" y="72934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53" name="Google Shape;2153;p25"/>
          <p:cNvGrpSpPr/>
          <p:nvPr/>
        </p:nvGrpSpPr>
        <p:grpSpPr>
          <a:xfrm rot="5400000">
            <a:off x="85100" y="3657925"/>
            <a:ext cx="98902" cy="553090"/>
            <a:chOff x="4898850" y="4820550"/>
            <a:chExt cx="98902" cy="553090"/>
          </a:xfrm>
        </p:grpSpPr>
        <p:sp>
          <p:nvSpPr>
            <p:cNvPr id="2154" name="Google Shape;2154;p25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5" name="Google Shape;2155;p25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6" name="Google Shape;2156;p25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7" name="Google Shape;2157;p25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8" name="Google Shape;2158;p25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59" name="Google Shape;2159;p25"/>
          <p:cNvGrpSpPr/>
          <p:nvPr/>
        </p:nvGrpSpPr>
        <p:grpSpPr>
          <a:xfrm flipH="1">
            <a:off x="-538592" y="566830"/>
            <a:ext cx="1823016" cy="296643"/>
            <a:chOff x="7857346" y="3902355"/>
            <a:chExt cx="1823016" cy="296643"/>
          </a:xfrm>
        </p:grpSpPr>
        <p:sp>
          <p:nvSpPr>
            <p:cNvPr id="2160" name="Google Shape;2160;p25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1" name="Google Shape;2161;p25"/>
            <p:cNvSpPr/>
            <p:nvPr/>
          </p:nvSpPr>
          <p:spPr>
            <a:xfrm>
              <a:off x="8453686" y="390235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2" name="Google Shape;2162;p25"/>
            <p:cNvSpPr/>
            <p:nvPr/>
          </p:nvSpPr>
          <p:spPr>
            <a:xfrm>
              <a:off x="8478396" y="3927096"/>
              <a:ext cx="43281" cy="42502"/>
            </a:xfrm>
            <a:custGeom>
              <a:avLst/>
              <a:gdLst/>
              <a:ahLst/>
              <a:cxnLst/>
              <a:rect l="l" t="t" r="r" b="b"/>
              <a:pathLst>
                <a:path w="1389" h="1364" extrusionOk="0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3" name="Google Shape;2163;p25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4" name="Google Shape;2164;p25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5" name="Google Shape;2165;p25"/>
            <p:cNvSpPr/>
            <p:nvPr/>
          </p:nvSpPr>
          <p:spPr>
            <a:xfrm>
              <a:off x="8545608" y="3948721"/>
              <a:ext cx="1134754" cy="175368"/>
            </a:xfrm>
            <a:custGeom>
              <a:avLst/>
              <a:gdLst/>
              <a:ahLst/>
              <a:cxnLst/>
              <a:rect l="l" t="t" r="r" b="b"/>
              <a:pathLst>
                <a:path w="36417" h="5628" fill="none" extrusionOk="0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66" name="Google Shape;2166;p25"/>
          <p:cNvGrpSpPr/>
          <p:nvPr/>
        </p:nvGrpSpPr>
        <p:grpSpPr>
          <a:xfrm rot="5400000">
            <a:off x="4799100" y="4593800"/>
            <a:ext cx="98902" cy="553090"/>
            <a:chOff x="4898850" y="4820550"/>
            <a:chExt cx="98902" cy="553090"/>
          </a:xfrm>
        </p:grpSpPr>
        <p:sp>
          <p:nvSpPr>
            <p:cNvPr id="2167" name="Google Shape;2167;p25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8" name="Google Shape;2168;p25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9" name="Google Shape;2169;p25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0" name="Google Shape;2170;p25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1" name="Google Shape;2171;p25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72" name="Google Shape;2172;p25"/>
          <p:cNvGrpSpPr/>
          <p:nvPr/>
        </p:nvGrpSpPr>
        <p:grpSpPr>
          <a:xfrm>
            <a:off x="432919" y="4756119"/>
            <a:ext cx="1105976" cy="133969"/>
            <a:chOff x="8183182" y="663852"/>
            <a:chExt cx="1475028" cy="178673"/>
          </a:xfrm>
        </p:grpSpPr>
        <p:grpSp>
          <p:nvGrpSpPr>
            <p:cNvPr id="2173" name="Google Shape;2173;p25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174" name="Google Shape;2174;p25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5" name="Google Shape;2175;p25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6" name="Google Shape;2176;p25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7" name="Google Shape;2177;p25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8" name="Google Shape;2178;p25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9" name="Google Shape;2179;p25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0" name="Google Shape;2180;p25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1" name="Google Shape;2181;p25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2" name="Google Shape;2182;p25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3" name="Google Shape;2183;p25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84" name="Google Shape;2184;p25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185" name="Google Shape;2185;p25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6" name="Google Shape;2186;p25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7" name="Google Shape;2187;p25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8" name="Google Shape;2188;p25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9" name="Google Shape;2189;p25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0" name="Google Shape;2190;p25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1" name="Google Shape;2191;p25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2" name="Google Shape;2192;p25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3" name="Google Shape;2193;p25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4" name="Google Shape;2194;p25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195" name="Google Shape;2195;p25"/>
          <p:cNvSpPr/>
          <p:nvPr/>
        </p:nvSpPr>
        <p:spPr>
          <a:xfrm rot="5400000">
            <a:off x="8279899" y="422812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6" name="Google Shape;2196;p25"/>
          <p:cNvSpPr/>
          <p:nvPr/>
        </p:nvSpPr>
        <p:spPr>
          <a:xfrm>
            <a:off x="8161612" y="-348808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97" name="Google Shape;2197;p25"/>
          <p:cNvGrpSpPr/>
          <p:nvPr/>
        </p:nvGrpSpPr>
        <p:grpSpPr>
          <a:xfrm>
            <a:off x="8395576" y="4749303"/>
            <a:ext cx="883262" cy="242091"/>
            <a:chOff x="2300350" y="2601250"/>
            <a:chExt cx="2275275" cy="623625"/>
          </a:xfrm>
        </p:grpSpPr>
        <p:sp>
          <p:nvSpPr>
            <p:cNvPr id="2198" name="Google Shape;2198;p25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9" name="Google Shape;2199;p25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0" name="Google Shape;2200;p25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1" name="Google Shape;2201;p25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2" name="Google Shape;2202;p25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3" name="Google Shape;2203;p25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04" name="Google Shape;2204;p25"/>
          <p:cNvGrpSpPr/>
          <p:nvPr/>
        </p:nvGrpSpPr>
        <p:grpSpPr>
          <a:xfrm>
            <a:off x="5989113" y="235761"/>
            <a:ext cx="1252897" cy="51000"/>
            <a:chOff x="2915381" y="4104819"/>
            <a:chExt cx="1252897" cy="51000"/>
          </a:xfrm>
        </p:grpSpPr>
        <p:sp>
          <p:nvSpPr>
            <p:cNvPr id="2205" name="Google Shape;2205;p25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6" name="Google Shape;2206;p25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7" name="Google Shape;2207;p25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8" name="Google Shape;2208;p25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9" name="Google Shape;2209;p25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0" name="Google Shape;2210;p25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1" name="Google Shape;2211;p25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2" name="Google Shape;2212;p25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3" name="Google Shape;2213;p25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4" name="Google Shape;2214;p25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5" name="Google Shape;2215;p25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6" name="Google Shape;2216;p25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7" name="Google Shape;2217;p25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8" name="Google Shape;2218;p25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19" name="Google Shape;2219;p25"/>
          <p:cNvSpPr txBox="1">
            <a:spLocks noGrp="1"/>
          </p:cNvSpPr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  <a:effectLst>
            <a:outerShdw blurRad="85725" algn="bl" rotWithShape="0">
              <a:schemeClr val="accent2">
                <a:alpha val="41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3">
    <p:spTree>
      <p:nvGrpSpPr>
        <p:cNvPr id="1" name="Shape 2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50" name="Google Shape;2450;p28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2451" name="Google Shape;2451;p28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2" name="Google Shape;2452;p28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3" name="Google Shape;2453;p28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4" name="Google Shape;2454;p28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5" name="Google Shape;2455;p28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6" name="Google Shape;2456;p28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7" name="Google Shape;2457;p28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8" name="Google Shape;2458;p28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9" name="Google Shape;2459;p28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0" name="Google Shape;2460;p28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1" name="Google Shape;2461;p28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2" name="Google Shape;2462;p28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3" name="Google Shape;2463;p28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4" name="Google Shape;2464;p28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5" name="Google Shape;2465;p28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6" name="Google Shape;2466;p28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7" name="Google Shape;2467;p28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8" name="Google Shape;2468;p28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9" name="Google Shape;2469;p28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0" name="Google Shape;2470;p28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1" name="Google Shape;2471;p28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2" name="Google Shape;2472;p28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3" name="Google Shape;2473;p28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4" name="Google Shape;2474;p28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5" name="Google Shape;2475;p28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6" name="Google Shape;2476;p28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7" name="Google Shape;2477;p28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8" name="Google Shape;2478;p28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9" name="Google Shape;2479;p28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0" name="Google Shape;2480;p28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1" name="Google Shape;2481;p28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2" name="Google Shape;2482;p28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3" name="Google Shape;2483;p28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4" name="Google Shape;2484;p28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5" name="Google Shape;2485;p28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6" name="Google Shape;2486;p28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7" name="Google Shape;2487;p28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8" name="Google Shape;2488;p28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89" name="Google Shape;2489;p28"/>
          <p:cNvGrpSpPr/>
          <p:nvPr/>
        </p:nvGrpSpPr>
        <p:grpSpPr>
          <a:xfrm rot="5400000">
            <a:off x="85100" y="1849625"/>
            <a:ext cx="98902" cy="553090"/>
            <a:chOff x="4898850" y="4820550"/>
            <a:chExt cx="98902" cy="553090"/>
          </a:xfrm>
        </p:grpSpPr>
        <p:sp>
          <p:nvSpPr>
            <p:cNvPr id="2490" name="Google Shape;2490;p28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1" name="Google Shape;2491;p28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2" name="Google Shape;2492;p28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3" name="Google Shape;2493;p28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4" name="Google Shape;2494;p28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95" name="Google Shape;2495;p28"/>
          <p:cNvGrpSpPr/>
          <p:nvPr/>
        </p:nvGrpSpPr>
        <p:grpSpPr>
          <a:xfrm flipH="1">
            <a:off x="-839729" y="2843530"/>
            <a:ext cx="1823016" cy="196994"/>
            <a:chOff x="7857346" y="4002005"/>
            <a:chExt cx="1823016" cy="196994"/>
          </a:xfrm>
        </p:grpSpPr>
        <p:sp>
          <p:nvSpPr>
            <p:cNvPr id="2496" name="Google Shape;2496;p28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7" name="Google Shape;2497;p28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8" name="Google Shape;2498;p28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499" name="Google Shape;2499;p28"/>
          <p:cNvSpPr/>
          <p:nvPr/>
        </p:nvSpPr>
        <p:spPr>
          <a:xfrm rot="5400000">
            <a:off x="8206149" y="38590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0" name="Google Shape;2500;p28"/>
          <p:cNvSpPr/>
          <p:nvPr/>
        </p:nvSpPr>
        <p:spPr>
          <a:xfrm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01" name="Google Shape;2501;p28"/>
          <p:cNvGrpSpPr/>
          <p:nvPr/>
        </p:nvGrpSpPr>
        <p:grpSpPr>
          <a:xfrm>
            <a:off x="8267392" y="3231066"/>
            <a:ext cx="1105976" cy="133969"/>
            <a:chOff x="8183182" y="663852"/>
            <a:chExt cx="1475028" cy="178673"/>
          </a:xfrm>
        </p:grpSpPr>
        <p:grpSp>
          <p:nvGrpSpPr>
            <p:cNvPr id="2502" name="Google Shape;2502;p28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503" name="Google Shape;2503;p28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4" name="Google Shape;2504;p28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5" name="Google Shape;2505;p28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6" name="Google Shape;2506;p28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7" name="Google Shape;2507;p28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8" name="Google Shape;2508;p28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9" name="Google Shape;2509;p28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0" name="Google Shape;2510;p28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1" name="Google Shape;2511;p28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2" name="Google Shape;2512;p28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13" name="Google Shape;2513;p28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514" name="Google Shape;2514;p28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5" name="Google Shape;2515;p28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6" name="Google Shape;2516;p28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7" name="Google Shape;2517;p28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8" name="Google Shape;2518;p28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9" name="Google Shape;2519;p28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0" name="Google Shape;2520;p28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1" name="Google Shape;2521;p28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2" name="Google Shape;2522;p28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3" name="Google Shape;2523;p28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524" name="Google Shape;2524;p28"/>
          <p:cNvGrpSpPr/>
          <p:nvPr/>
        </p:nvGrpSpPr>
        <p:grpSpPr>
          <a:xfrm flipH="1">
            <a:off x="4834557" y="-107958"/>
            <a:ext cx="1520982" cy="302065"/>
            <a:chOff x="5642557" y="-150670"/>
            <a:chExt cx="1520982" cy="302065"/>
          </a:xfrm>
        </p:grpSpPr>
        <p:sp>
          <p:nvSpPr>
            <p:cNvPr id="2525" name="Google Shape;2525;p28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6" name="Google Shape;2526;p28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7" name="Google Shape;2527;p28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8" name="Google Shape;2528;p28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9" name="Google Shape;2529;p28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30" name="Google Shape;2530;p28"/>
          <p:cNvGrpSpPr/>
          <p:nvPr/>
        </p:nvGrpSpPr>
        <p:grpSpPr>
          <a:xfrm>
            <a:off x="635870" y="-1455296"/>
            <a:ext cx="347400" cy="2297800"/>
            <a:chOff x="6420895" y="-1455296"/>
            <a:chExt cx="347400" cy="2297800"/>
          </a:xfrm>
        </p:grpSpPr>
        <p:sp>
          <p:nvSpPr>
            <p:cNvPr id="2531" name="Google Shape;2531;p28"/>
            <p:cNvSpPr/>
            <p:nvPr/>
          </p:nvSpPr>
          <p:spPr>
            <a:xfrm rot="5400000">
              <a:off x="5457595" y="-491996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2" name="Google Shape;2532;p28"/>
            <p:cNvSpPr/>
            <p:nvPr/>
          </p:nvSpPr>
          <p:spPr>
            <a:xfrm rot="5400000">
              <a:off x="5736895" y="-188896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33" name="Google Shape;2533;p28"/>
          <p:cNvSpPr/>
          <p:nvPr/>
        </p:nvSpPr>
        <p:spPr>
          <a:xfrm rot="-5400000">
            <a:off x="348812" y="4207689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34" name="Google Shape;2534;p28"/>
          <p:cNvGrpSpPr/>
          <p:nvPr/>
        </p:nvGrpSpPr>
        <p:grpSpPr>
          <a:xfrm>
            <a:off x="333809" y="4164674"/>
            <a:ext cx="302065" cy="1520982"/>
            <a:chOff x="-108754" y="2690919"/>
            <a:chExt cx="302065" cy="1520982"/>
          </a:xfrm>
        </p:grpSpPr>
        <p:sp>
          <p:nvSpPr>
            <p:cNvPr id="2535" name="Google Shape;2535;p28"/>
            <p:cNvSpPr/>
            <p:nvPr/>
          </p:nvSpPr>
          <p:spPr>
            <a:xfrm>
              <a:off x="-62388" y="2782841"/>
              <a:ext cx="209364" cy="1335580"/>
            </a:xfrm>
            <a:custGeom>
              <a:avLst/>
              <a:gdLst/>
              <a:ahLst/>
              <a:cxnLst/>
              <a:rect l="l" t="t" r="r" b="b"/>
              <a:pathLst>
                <a:path w="6719" h="42862" fill="none" extrusionOk="0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6" name="Google Shape;2536;p28"/>
            <p:cNvSpPr/>
            <p:nvPr/>
          </p:nvSpPr>
          <p:spPr>
            <a:xfrm>
              <a:off x="101358" y="2690919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7" name="Google Shape;2537;p28"/>
            <p:cNvSpPr/>
            <p:nvPr/>
          </p:nvSpPr>
          <p:spPr>
            <a:xfrm>
              <a:off x="125320" y="2714881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8" name="Google Shape;2538;p28"/>
            <p:cNvSpPr/>
            <p:nvPr/>
          </p:nvSpPr>
          <p:spPr>
            <a:xfrm>
              <a:off x="-108754" y="4119948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9" name="Google Shape;2539;p28"/>
            <p:cNvSpPr/>
            <p:nvPr/>
          </p:nvSpPr>
          <p:spPr>
            <a:xfrm>
              <a:off x="-84013" y="4144658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40" name="Google Shape;2540;p28"/>
          <p:cNvGrpSpPr/>
          <p:nvPr/>
        </p:nvGrpSpPr>
        <p:grpSpPr>
          <a:xfrm>
            <a:off x="8490114" y="2144503"/>
            <a:ext cx="883262" cy="242091"/>
            <a:chOff x="2300350" y="2601250"/>
            <a:chExt cx="2275275" cy="623625"/>
          </a:xfrm>
        </p:grpSpPr>
        <p:sp>
          <p:nvSpPr>
            <p:cNvPr id="2541" name="Google Shape;2541;p28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2" name="Google Shape;2542;p28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3" name="Google Shape;2543;p28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4" name="Google Shape;2544;p28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5" name="Google Shape;2545;p28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6" name="Google Shape;2546;p28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2">
    <p:spTree>
      <p:nvGrpSpPr>
        <p:cNvPr id="1" name="Shape 2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48" name="Google Shape;2548;p29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2549" name="Google Shape;2549;p29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0" name="Google Shape;2550;p29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1" name="Google Shape;2551;p29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2" name="Google Shape;2552;p29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3" name="Google Shape;2553;p29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4" name="Google Shape;2554;p29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5" name="Google Shape;2555;p29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6" name="Google Shape;2556;p29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7" name="Google Shape;2557;p29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8" name="Google Shape;2558;p29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9" name="Google Shape;2559;p29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0" name="Google Shape;2560;p29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1" name="Google Shape;2561;p29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2" name="Google Shape;2562;p29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3" name="Google Shape;2563;p29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4" name="Google Shape;2564;p29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5" name="Google Shape;2565;p29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6" name="Google Shape;2566;p29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7" name="Google Shape;2567;p29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8" name="Google Shape;2568;p29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9" name="Google Shape;2569;p29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0" name="Google Shape;2570;p29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1" name="Google Shape;2571;p29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2" name="Google Shape;2572;p29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3" name="Google Shape;2573;p29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4" name="Google Shape;2574;p29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5" name="Google Shape;2575;p29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6" name="Google Shape;2576;p29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7" name="Google Shape;2577;p29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8" name="Google Shape;2578;p29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9" name="Google Shape;2579;p29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0" name="Google Shape;2580;p29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1" name="Google Shape;2581;p29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2" name="Google Shape;2582;p29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3" name="Google Shape;2583;p29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4" name="Google Shape;2584;p29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5" name="Google Shape;2585;p29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6" name="Google Shape;2586;p29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87" name="Google Shape;2587;p29"/>
          <p:cNvGrpSpPr/>
          <p:nvPr/>
        </p:nvGrpSpPr>
        <p:grpSpPr>
          <a:xfrm rot="5400000">
            <a:off x="85100" y="782825"/>
            <a:ext cx="98902" cy="553090"/>
            <a:chOff x="4898850" y="4820550"/>
            <a:chExt cx="98902" cy="553090"/>
          </a:xfrm>
        </p:grpSpPr>
        <p:sp>
          <p:nvSpPr>
            <p:cNvPr id="2588" name="Google Shape;2588;p29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9" name="Google Shape;2589;p29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0" name="Google Shape;2590;p29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1" name="Google Shape;2591;p29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2" name="Google Shape;2592;p29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93" name="Google Shape;2593;p29"/>
          <p:cNvGrpSpPr/>
          <p:nvPr/>
        </p:nvGrpSpPr>
        <p:grpSpPr>
          <a:xfrm>
            <a:off x="-1414555" y="1991929"/>
            <a:ext cx="2297800" cy="347400"/>
            <a:chOff x="-1414555" y="3058729"/>
            <a:chExt cx="2297800" cy="347400"/>
          </a:xfrm>
        </p:grpSpPr>
        <p:sp>
          <p:nvSpPr>
            <p:cNvPr id="2594" name="Google Shape;2594;p29"/>
            <p:cNvSpPr/>
            <p:nvPr/>
          </p:nvSpPr>
          <p:spPr>
            <a:xfrm>
              <a:off x="-1414555" y="33380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5" name="Google Shape;2595;p29"/>
            <p:cNvSpPr/>
            <p:nvPr/>
          </p:nvSpPr>
          <p:spPr>
            <a:xfrm>
              <a:off x="-1111455" y="30587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96" name="Google Shape;2596;p29"/>
          <p:cNvGrpSpPr/>
          <p:nvPr/>
        </p:nvGrpSpPr>
        <p:grpSpPr>
          <a:xfrm flipH="1">
            <a:off x="-799254" y="3300805"/>
            <a:ext cx="1823016" cy="196994"/>
            <a:chOff x="7857346" y="4002005"/>
            <a:chExt cx="1823016" cy="196994"/>
          </a:xfrm>
        </p:grpSpPr>
        <p:sp>
          <p:nvSpPr>
            <p:cNvPr id="2597" name="Google Shape;2597;p29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8" name="Google Shape;2598;p29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9" name="Google Shape;2599;p29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00" name="Google Shape;2600;p29"/>
          <p:cNvSpPr/>
          <p:nvPr/>
        </p:nvSpPr>
        <p:spPr>
          <a:xfrm rot="5400000">
            <a:off x="8204801" y="-349430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1" name="Google Shape;2601;p29"/>
          <p:cNvSpPr/>
          <p:nvPr/>
        </p:nvSpPr>
        <p:spPr>
          <a:xfrm rot="10800000">
            <a:off x="7736612" y="4392838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602" name="Google Shape;2602;p29"/>
          <p:cNvGrpSpPr/>
          <p:nvPr/>
        </p:nvGrpSpPr>
        <p:grpSpPr>
          <a:xfrm rot="5400000">
            <a:off x="8288664" y="2674962"/>
            <a:ext cx="883262" cy="242091"/>
            <a:chOff x="2300350" y="2601250"/>
            <a:chExt cx="2275275" cy="623625"/>
          </a:xfrm>
        </p:grpSpPr>
        <p:sp>
          <p:nvSpPr>
            <p:cNvPr id="2603" name="Google Shape;2603;p29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4" name="Google Shape;2604;p29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5" name="Google Shape;2605;p29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6" name="Google Shape;2606;p29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7" name="Google Shape;2607;p29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8" name="Google Shape;2608;p29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09" name="Google Shape;2609;p29"/>
          <p:cNvGrpSpPr/>
          <p:nvPr/>
        </p:nvGrpSpPr>
        <p:grpSpPr>
          <a:xfrm>
            <a:off x="8533046" y="-288388"/>
            <a:ext cx="302065" cy="1520982"/>
            <a:chOff x="-108754" y="2690919"/>
            <a:chExt cx="302065" cy="1520982"/>
          </a:xfrm>
        </p:grpSpPr>
        <p:sp>
          <p:nvSpPr>
            <p:cNvPr id="2610" name="Google Shape;2610;p29"/>
            <p:cNvSpPr/>
            <p:nvPr/>
          </p:nvSpPr>
          <p:spPr>
            <a:xfrm>
              <a:off x="-62388" y="2782841"/>
              <a:ext cx="209364" cy="1335580"/>
            </a:xfrm>
            <a:custGeom>
              <a:avLst/>
              <a:gdLst/>
              <a:ahLst/>
              <a:cxnLst/>
              <a:rect l="l" t="t" r="r" b="b"/>
              <a:pathLst>
                <a:path w="6719" h="42862" fill="none" extrusionOk="0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1" name="Google Shape;2611;p29"/>
            <p:cNvSpPr/>
            <p:nvPr/>
          </p:nvSpPr>
          <p:spPr>
            <a:xfrm>
              <a:off x="101358" y="2690919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2" name="Google Shape;2612;p29"/>
            <p:cNvSpPr/>
            <p:nvPr/>
          </p:nvSpPr>
          <p:spPr>
            <a:xfrm>
              <a:off x="125320" y="2714881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3" name="Google Shape;2613;p29"/>
            <p:cNvSpPr/>
            <p:nvPr/>
          </p:nvSpPr>
          <p:spPr>
            <a:xfrm>
              <a:off x="-108754" y="4119948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4" name="Google Shape;2614;p29"/>
            <p:cNvSpPr/>
            <p:nvPr/>
          </p:nvSpPr>
          <p:spPr>
            <a:xfrm>
              <a:off x="-84013" y="4144658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15" name="Google Shape;2615;p29"/>
          <p:cNvGrpSpPr/>
          <p:nvPr/>
        </p:nvGrpSpPr>
        <p:grpSpPr>
          <a:xfrm>
            <a:off x="1176957" y="-107958"/>
            <a:ext cx="1520982" cy="302065"/>
            <a:chOff x="5642557" y="-150670"/>
            <a:chExt cx="1520982" cy="302065"/>
          </a:xfrm>
        </p:grpSpPr>
        <p:sp>
          <p:nvSpPr>
            <p:cNvPr id="2616" name="Google Shape;2616;p29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7" name="Google Shape;2617;p29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8" name="Google Shape;2618;p29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9" name="Google Shape;2619;p29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0" name="Google Shape;2620;p29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21" name="Google Shape;2621;p29"/>
          <p:cNvGrpSpPr/>
          <p:nvPr/>
        </p:nvGrpSpPr>
        <p:grpSpPr>
          <a:xfrm>
            <a:off x="6420895" y="-1455296"/>
            <a:ext cx="347400" cy="2297800"/>
            <a:chOff x="6420895" y="-1455296"/>
            <a:chExt cx="347400" cy="2297800"/>
          </a:xfrm>
        </p:grpSpPr>
        <p:sp>
          <p:nvSpPr>
            <p:cNvPr id="2622" name="Google Shape;2622;p29"/>
            <p:cNvSpPr/>
            <p:nvPr/>
          </p:nvSpPr>
          <p:spPr>
            <a:xfrm rot="5400000">
              <a:off x="5457595" y="-491996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3" name="Google Shape;2623;p29"/>
            <p:cNvSpPr/>
            <p:nvPr/>
          </p:nvSpPr>
          <p:spPr>
            <a:xfrm rot="5400000">
              <a:off x="5736895" y="-188896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24" name="Google Shape;2624;p29"/>
          <p:cNvGrpSpPr/>
          <p:nvPr/>
        </p:nvGrpSpPr>
        <p:grpSpPr>
          <a:xfrm>
            <a:off x="-222733" y="4310689"/>
            <a:ext cx="1507157" cy="586800"/>
            <a:chOff x="-222733" y="4310689"/>
            <a:chExt cx="1507157" cy="586800"/>
          </a:xfrm>
        </p:grpSpPr>
        <p:sp>
          <p:nvSpPr>
            <p:cNvPr id="2625" name="Google Shape;2625;p29"/>
            <p:cNvSpPr/>
            <p:nvPr/>
          </p:nvSpPr>
          <p:spPr>
            <a:xfrm rot="-5400000">
              <a:off x="348812" y="3961876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626" name="Google Shape;2626;p29"/>
            <p:cNvGrpSpPr/>
            <p:nvPr/>
          </p:nvGrpSpPr>
          <p:grpSpPr>
            <a:xfrm>
              <a:off x="-222733" y="4537116"/>
              <a:ext cx="1105976" cy="133969"/>
              <a:chOff x="8183182" y="663852"/>
              <a:chExt cx="1475028" cy="178673"/>
            </a:xfrm>
          </p:grpSpPr>
          <p:grpSp>
            <p:nvGrpSpPr>
              <p:cNvPr id="2627" name="Google Shape;2627;p29"/>
              <p:cNvGrpSpPr/>
              <p:nvPr/>
            </p:nvGrpSpPr>
            <p:grpSpPr>
              <a:xfrm>
                <a:off x="8183182" y="774425"/>
                <a:ext cx="1178025" cy="68100"/>
                <a:chOff x="2024450" y="204150"/>
                <a:chExt cx="1178025" cy="68100"/>
              </a:xfrm>
            </p:grpSpPr>
            <p:sp>
              <p:nvSpPr>
                <p:cNvPr id="2628" name="Google Shape;2628;p29"/>
                <p:cNvSpPr/>
                <p:nvPr/>
              </p:nvSpPr>
              <p:spPr>
                <a:xfrm>
                  <a:off x="20244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29" name="Google Shape;2629;p29"/>
                <p:cNvSpPr/>
                <p:nvPr/>
              </p:nvSpPr>
              <p:spPr>
                <a:xfrm>
                  <a:off x="21477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30" name="Google Shape;2630;p29"/>
                <p:cNvSpPr/>
                <p:nvPr/>
              </p:nvSpPr>
              <p:spPr>
                <a:xfrm>
                  <a:off x="22711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31" name="Google Shape;2631;p29"/>
                <p:cNvSpPr/>
                <p:nvPr/>
              </p:nvSpPr>
              <p:spPr>
                <a:xfrm>
                  <a:off x="23944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32" name="Google Shape;2632;p29"/>
                <p:cNvSpPr/>
                <p:nvPr/>
              </p:nvSpPr>
              <p:spPr>
                <a:xfrm>
                  <a:off x="25177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33" name="Google Shape;2633;p29"/>
                <p:cNvSpPr/>
                <p:nvPr/>
              </p:nvSpPr>
              <p:spPr>
                <a:xfrm>
                  <a:off x="26410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34" name="Google Shape;2634;p29"/>
                <p:cNvSpPr/>
                <p:nvPr/>
              </p:nvSpPr>
              <p:spPr>
                <a:xfrm>
                  <a:off x="27644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35" name="Google Shape;2635;p29"/>
                <p:cNvSpPr/>
                <p:nvPr/>
              </p:nvSpPr>
              <p:spPr>
                <a:xfrm>
                  <a:off x="28877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36" name="Google Shape;2636;p29"/>
                <p:cNvSpPr/>
                <p:nvPr/>
              </p:nvSpPr>
              <p:spPr>
                <a:xfrm>
                  <a:off x="30110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37" name="Google Shape;2637;p29"/>
                <p:cNvSpPr/>
                <p:nvPr/>
              </p:nvSpPr>
              <p:spPr>
                <a:xfrm>
                  <a:off x="31343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638" name="Google Shape;2638;p29"/>
              <p:cNvGrpSpPr/>
              <p:nvPr/>
            </p:nvGrpSpPr>
            <p:grpSpPr>
              <a:xfrm>
                <a:off x="8480185" y="663852"/>
                <a:ext cx="1178025" cy="68100"/>
                <a:chOff x="2024450" y="204150"/>
                <a:chExt cx="1178025" cy="68100"/>
              </a:xfrm>
            </p:grpSpPr>
            <p:sp>
              <p:nvSpPr>
                <p:cNvPr id="2639" name="Google Shape;2639;p29"/>
                <p:cNvSpPr/>
                <p:nvPr/>
              </p:nvSpPr>
              <p:spPr>
                <a:xfrm>
                  <a:off x="20244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40" name="Google Shape;2640;p29"/>
                <p:cNvSpPr/>
                <p:nvPr/>
              </p:nvSpPr>
              <p:spPr>
                <a:xfrm>
                  <a:off x="21477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41" name="Google Shape;2641;p29"/>
                <p:cNvSpPr/>
                <p:nvPr/>
              </p:nvSpPr>
              <p:spPr>
                <a:xfrm>
                  <a:off x="22711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42" name="Google Shape;2642;p29"/>
                <p:cNvSpPr/>
                <p:nvPr/>
              </p:nvSpPr>
              <p:spPr>
                <a:xfrm>
                  <a:off x="23944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43" name="Google Shape;2643;p29"/>
                <p:cNvSpPr/>
                <p:nvPr/>
              </p:nvSpPr>
              <p:spPr>
                <a:xfrm>
                  <a:off x="25177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44" name="Google Shape;2644;p29"/>
                <p:cNvSpPr/>
                <p:nvPr/>
              </p:nvSpPr>
              <p:spPr>
                <a:xfrm>
                  <a:off x="26410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45" name="Google Shape;2645;p29"/>
                <p:cNvSpPr/>
                <p:nvPr/>
              </p:nvSpPr>
              <p:spPr>
                <a:xfrm>
                  <a:off x="27644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46" name="Google Shape;2646;p29"/>
                <p:cNvSpPr/>
                <p:nvPr/>
              </p:nvSpPr>
              <p:spPr>
                <a:xfrm>
                  <a:off x="28877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47" name="Google Shape;2647;p29"/>
                <p:cNvSpPr/>
                <p:nvPr/>
              </p:nvSpPr>
              <p:spPr>
                <a:xfrm>
                  <a:off x="30110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48" name="Google Shape;2648;p29"/>
                <p:cNvSpPr/>
                <p:nvPr/>
              </p:nvSpPr>
              <p:spPr>
                <a:xfrm>
                  <a:off x="31343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 1">
  <p:cSld name="BLANK_12_1">
    <p:spTree>
      <p:nvGrpSpPr>
        <p:cNvPr id="1" name="Shape 2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50" name="Google Shape;2650;p30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2651" name="Google Shape;2651;p30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2" name="Google Shape;2652;p30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3" name="Google Shape;2653;p30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4" name="Google Shape;2654;p30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5" name="Google Shape;2655;p30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6" name="Google Shape;2656;p30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7" name="Google Shape;2657;p30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8" name="Google Shape;2658;p30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9" name="Google Shape;2659;p30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0" name="Google Shape;2660;p30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1" name="Google Shape;2661;p30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2" name="Google Shape;2662;p30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3" name="Google Shape;2663;p30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4" name="Google Shape;2664;p30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5" name="Google Shape;2665;p30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6" name="Google Shape;2666;p30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7" name="Google Shape;2667;p30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8" name="Google Shape;2668;p30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9" name="Google Shape;2669;p30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0" name="Google Shape;2670;p30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1" name="Google Shape;2671;p30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2" name="Google Shape;2672;p30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3" name="Google Shape;2673;p30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4" name="Google Shape;2674;p30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5" name="Google Shape;2675;p30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6" name="Google Shape;2676;p30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7" name="Google Shape;2677;p30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8" name="Google Shape;2678;p30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9" name="Google Shape;2679;p30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0" name="Google Shape;2680;p30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1" name="Google Shape;2681;p30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2" name="Google Shape;2682;p30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3" name="Google Shape;2683;p30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4" name="Google Shape;2684;p30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5" name="Google Shape;2685;p30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6" name="Google Shape;2686;p30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7" name="Google Shape;2687;p30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8" name="Google Shape;2688;p30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1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100" y="1187700"/>
            <a:ext cx="77178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●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○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■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●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○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■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●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○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■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7" r:id="rId2"/>
    <p:sldLayoutId id="2147483658" r:id="rId3"/>
    <p:sldLayoutId id="2147483663" r:id="rId4"/>
    <p:sldLayoutId id="2147483669" r:id="rId5"/>
    <p:sldLayoutId id="2147483670" r:id="rId6"/>
    <p:sldLayoutId id="2147483671" r:id="rId7"/>
    <p:sldLayoutId id="2147483674" r:id="rId8"/>
    <p:sldLayoutId id="2147483675" r:id="rId9"/>
    <p:sldLayoutId id="2147483676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jpeg"/><Relationship Id="rId3" Type="http://schemas.openxmlformats.org/officeDocument/2006/relationships/image" Target="../media/image5.png"/><Relationship Id="rId7" Type="http://schemas.openxmlformats.org/officeDocument/2006/relationships/image" Target="../media/image9.jpeg"/><Relationship Id="rId12" Type="http://schemas.openxmlformats.org/officeDocument/2006/relationships/image" Target="../media/image1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png"/><Relationship Id="rId11" Type="http://schemas.openxmlformats.org/officeDocument/2006/relationships/image" Target="../media/image13.jpe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jpeg"/><Relationship Id="rId1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6.png"/><Relationship Id="rId3" Type="http://schemas.openxmlformats.org/officeDocument/2006/relationships/image" Target="../media/image5.png"/><Relationship Id="rId7" Type="http://schemas.openxmlformats.org/officeDocument/2006/relationships/image" Target="../media/image9.jpeg"/><Relationship Id="rId12" Type="http://schemas.openxmlformats.org/officeDocument/2006/relationships/image" Target="../media/image1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png"/><Relationship Id="rId11" Type="http://schemas.openxmlformats.org/officeDocument/2006/relationships/image" Target="../media/image13.jpe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jpeg"/><Relationship Id="rId14" Type="http://schemas.openxmlformats.org/officeDocument/2006/relationships/image" Target="../media/image15.jpe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6.png"/><Relationship Id="rId3" Type="http://schemas.openxmlformats.org/officeDocument/2006/relationships/image" Target="../media/image5.png"/><Relationship Id="rId7" Type="http://schemas.openxmlformats.org/officeDocument/2006/relationships/image" Target="../media/image9.jpeg"/><Relationship Id="rId12" Type="http://schemas.openxmlformats.org/officeDocument/2006/relationships/image" Target="../media/image14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png"/><Relationship Id="rId11" Type="http://schemas.openxmlformats.org/officeDocument/2006/relationships/image" Target="../media/image13.jpe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jpeg"/><Relationship Id="rId14" Type="http://schemas.openxmlformats.org/officeDocument/2006/relationships/image" Target="../media/image15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9" name="Google Shape;2699;p34"/>
          <p:cNvSpPr txBox="1">
            <a:spLocks noGrp="1"/>
          </p:cNvSpPr>
          <p:nvPr>
            <p:ph type="subTitle" idx="1"/>
          </p:nvPr>
        </p:nvSpPr>
        <p:spPr>
          <a:xfrm>
            <a:off x="1675175" y="3099088"/>
            <a:ext cx="5793600" cy="91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A Unified Platform for Bangladesh's Elderly Crisis</a:t>
            </a:r>
            <a:endParaRPr dirty="0"/>
          </a:p>
        </p:txBody>
      </p:sp>
      <p:grpSp>
        <p:nvGrpSpPr>
          <p:cNvPr id="2700" name="Google Shape;2700;p34"/>
          <p:cNvGrpSpPr/>
          <p:nvPr/>
        </p:nvGrpSpPr>
        <p:grpSpPr>
          <a:xfrm rot="10800000">
            <a:off x="2130739" y="4336003"/>
            <a:ext cx="883262" cy="242091"/>
            <a:chOff x="2300350" y="2601250"/>
            <a:chExt cx="2275275" cy="623625"/>
          </a:xfrm>
        </p:grpSpPr>
        <p:sp>
          <p:nvSpPr>
            <p:cNvPr id="2701" name="Google Shape;2701;p34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2" name="Google Shape;2702;p34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3" name="Google Shape;2703;p34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4" name="Google Shape;2704;p34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5" name="Google Shape;2705;p34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6" name="Google Shape;2706;p34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07" name="Google Shape;2707;p34"/>
          <p:cNvGrpSpPr/>
          <p:nvPr/>
        </p:nvGrpSpPr>
        <p:grpSpPr>
          <a:xfrm rot="-5400000" flipH="1">
            <a:off x="3660496" y="4881980"/>
            <a:ext cx="1823016" cy="296643"/>
            <a:chOff x="7857346" y="3902355"/>
            <a:chExt cx="1823016" cy="296643"/>
          </a:xfrm>
        </p:grpSpPr>
        <p:sp>
          <p:nvSpPr>
            <p:cNvPr id="2708" name="Google Shape;2708;p34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9" name="Google Shape;2709;p34"/>
            <p:cNvSpPr/>
            <p:nvPr/>
          </p:nvSpPr>
          <p:spPr>
            <a:xfrm>
              <a:off x="8453686" y="390235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0" name="Google Shape;2710;p34"/>
            <p:cNvSpPr/>
            <p:nvPr/>
          </p:nvSpPr>
          <p:spPr>
            <a:xfrm>
              <a:off x="8478396" y="3927096"/>
              <a:ext cx="43281" cy="42502"/>
            </a:xfrm>
            <a:custGeom>
              <a:avLst/>
              <a:gdLst/>
              <a:ahLst/>
              <a:cxnLst/>
              <a:rect l="l" t="t" r="r" b="b"/>
              <a:pathLst>
                <a:path w="1389" h="1364" extrusionOk="0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1" name="Google Shape;2711;p34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2" name="Google Shape;2712;p34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3" name="Google Shape;2713;p34"/>
            <p:cNvSpPr/>
            <p:nvPr/>
          </p:nvSpPr>
          <p:spPr>
            <a:xfrm>
              <a:off x="8545608" y="3948721"/>
              <a:ext cx="1134754" cy="175368"/>
            </a:xfrm>
            <a:custGeom>
              <a:avLst/>
              <a:gdLst/>
              <a:ahLst/>
              <a:cxnLst/>
              <a:rect l="l" t="t" r="r" b="b"/>
              <a:pathLst>
                <a:path w="36417" h="5628" fill="none" extrusionOk="0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14" name="Google Shape;2714;p34"/>
          <p:cNvGrpSpPr/>
          <p:nvPr/>
        </p:nvGrpSpPr>
        <p:grpSpPr>
          <a:xfrm rot="5400000">
            <a:off x="2421400" y="552075"/>
            <a:ext cx="98902" cy="553090"/>
            <a:chOff x="4898850" y="4820550"/>
            <a:chExt cx="98902" cy="553090"/>
          </a:xfrm>
        </p:grpSpPr>
        <p:sp>
          <p:nvSpPr>
            <p:cNvPr id="2715" name="Google Shape;2715;p34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6" name="Google Shape;2716;p34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7" name="Google Shape;2717;p34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8" name="Google Shape;2718;p34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9" name="Google Shape;2719;p34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20" name="Google Shape;2720;p34"/>
          <p:cNvGrpSpPr/>
          <p:nvPr/>
        </p:nvGrpSpPr>
        <p:grpSpPr>
          <a:xfrm>
            <a:off x="4505167" y="564628"/>
            <a:ext cx="1105976" cy="133969"/>
            <a:chOff x="8183182" y="663852"/>
            <a:chExt cx="1475028" cy="178673"/>
          </a:xfrm>
        </p:grpSpPr>
        <p:grpSp>
          <p:nvGrpSpPr>
            <p:cNvPr id="2721" name="Google Shape;2721;p34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722" name="Google Shape;2722;p34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3" name="Google Shape;2723;p34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4" name="Google Shape;2724;p34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5" name="Google Shape;2725;p34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6" name="Google Shape;2726;p34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7" name="Google Shape;2727;p34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8" name="Google Shape;2728;p34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9" name="Google Shape;2729;p34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0" name="Google Shape;2730;p34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1" name="Google Shape;2731;p34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732" name="Google Shape;2732;p34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733" name="Google Shape;2733;p34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4" name="Google Shape;2734;p34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5" name="Google Shape;2735;p34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6" name="Google Shape;2736;p34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7" name="Google Shape;2737;p34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8" name="Google Shape;2738;p34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9" name="Google Shape;2739;p34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0" name="Google Shape;2740;p34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1" name="Google Shape;2741;p34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2" name="Google Shape;2742;p34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743" name="Google Shape;2743;p34"/>
          <p:cNvGrpSpPr/>
          <p:nvPr/>
        </p:nvGrpSpPr>
        <p:grpSpPr>
          <a:xfrm>
            <a:off x="5447301" y="4536119"/>
            <a:ext cx="1252897" cy="51000"/>
            <a:chOff x="2915381" y="4104819"/>
            <a:chExt cx="1252897" cy="51000"/>
          </a:xfrm>
        </p:grpSpPr>
        <p:sp>
          <p:nvSpPr>
            <p:cNvPr id="2744" name="Google Shape;2744;p34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5" name="Google Shape;2745;p34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6" name="Google Shape;2746;p34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7" name="Google Shape;2747;p34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8" name="Google Shape;2748;p34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9" name="Google Shape;2749;p34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0" name="Google Shape;2750;p34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1" name="Google Shape;2751;p34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2" name="Google Shape;2752;p34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3" name="Google Shape;2753;p34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4" name="Google Shape;2754;p34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5" name="Google Shape;2755;p34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6" name="Google Shape;2756;p34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7" name="Google Shape;2757;p34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58" name="Google Shape;2758;p34"/>
          <p:cNvSpPr txBox="1">
            <a:spLocks noGrp="1"/>
          </p:cNvSpPr>
          <p:nvPr>
            <p:ph type="ctrTitle"/>
          </p:nvPr>
        </p:nvSpPr>
        <p:spPr>
          <a:xfrm>
            <a:off x="1317600" y="1132113"/>
            <a:ext cx="6508800" cy="199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800" dirty="0">
                <a:solidFill>
                  <a:schemeClr val="accent2"/>
                </a:solidFill>
              </a:rPr>
              <a:t>ELDERCare</a:t>
            </a:r>
            <a:r>
              <a:rPr lang="en" sz="7700" dirty="0"/>
              <a:t> </a:t>
            </a:r>
            <a:br>
              <a:rPr lang="en" sz="7700" dirty="0"/>
            </a:br>
            <a:r>
              <a:rPr lang="en" sz="5000" dirty="0"/>
              <a:t>Super APP</a:t>
            </a:r>
            <a:endParaRPr sz="5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51">
          <a:extLst>
            <a:ext uri="{FF2B5EF4-FFF2-40B4-BE49-F238E27FC236}">
              <a16:creationId xmlns:a16="http://schemas.microsoft.com/office/drawing/2014/main" id="{BF830A85-7C6F-4009-343E-45E790EADB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5" name="Google Shape;3755;p55">
            <a:extLst>
              <a:ext uri="{FF2B5EF4-FFF2-40B4-BE49-F238E27FC236}">
                <a16:creationId xmlns:a16="http://schemas.microsoft.com/office/drawing/2014/main" id="{A801F8D4-822C-0E56-9C7B-3058690CB1E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TEAM </a:t>
            </a:r>
            <a:r>
              <a:rPr lang="en" dirty="0">
                <a:solidFill>
                  <a:schemeClr val="accent2"/>
                </a:solidFill>
              </a:rPr>
              <a:t>MEMBERS</a:t>
            </a:r>
            <a:endParaRPr dirty="0">
              <a:solidFill>
                <a:schemeClr val="accent2"/>
              </a:solidFill>
            </a:endParaRPr>
          </a:p>
        </p:txBody>
      </p:sp>
      <p:grpSp>
        <p:nvGrpSpPr>
          <p:cNvPr id="3765" name="Google Shape;3765;p55">
            <a:extLst>
              <a:ext uri="{FF2B5EF4-FFF2-40B4-BE49-F238E27FC236}">
                <a16:creationId xmlns:a16="http://schemas.microsoft.com/office/drawing/2014/main" id="{97320647-23B5-235C-2A6A-5740B8BA4965}"/>
              </a:ext>
            </a:extLst>
          </p:cNvPr>
          <p:cNvGrpSpPr/>
          <p:nvPr/>
        </p:nvGrpSpPr>
        <p:grpSpPr>
          <a:xfrm rot="10800000">
            <a:off x="1852639" y="1112103"/>
            <a:ext cx="883262" cy="242091"/>
            <a:chOff x="2300350" y="2601250"/>
            <a:chExt cx="2275275" cy="623625"/>
          </a:xfrm>
        </p:grpSpPr>
        <p:sp>
          <p:nvSpPr>
            <p:cNvPr id="3766" name="Google Shape;3766;p55">
              <a:extLst>
                <a:ext uri="{FF2B5EF4-FFF2-40B4-BE49-F238E27FC236}">
                  <a16:creationId xmlns:a16="http://schemas.microsoft.com/office/drawing/2014/main" id="{59C5DF59-D4BC-35EA-FB08-91D97A7503F3}"/>
                </a:ext>
              </a:extLst>
            </p:cNvPr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7" name="Google Shape;3767;p55">
              <a:extLst>
                <a:ext uri="{FF2B5EF4-FFF2-40B4-BE49-F238E27FC236}">
                  <a16:creationId xmlns:a16="http://schemas.microsoft.com/office/drawing/2014/main" id="{990162C3-A65B-A077-87A1-2BE2F66D13ED}"/>
                </a:ext>
              </a:extLst>
            </p:cNvPr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8" name="Google Shape;3768;p55">
              <a:extLst>
                <a:ext uri="{FF2B5EF4-FFF2-40B4-BE49-F238E27FC236}">
                  <a16:creationId xmlns:a16="http://schemas.microsoft.com/office/drawing/2014/main" id="{DAED1643-291E-7C8E-66BA-F7D7633E013B}"/>
                </a:ext>
              </a:extLst>
            </p:cNvPr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9" name="Google Shape;3769;p55">
              <a:extLst>
                <a:ext uri="{FF2B5EF4-FFF2-40B4-BE49-F238E27FC236}">
                  <a16:creationId xmlns:a16="http://schemas.microsoft.com/office/drawing/2014/main" id="{0F268590-F9E1-B127-BB3D-5BDE9936A482}"/>
                </a:ext>
              </a:extLst>
            </p:cNvPr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0" name="Google Shape;3770;p55">
              <a:extLst>
                <a:ext uri="{FF2B5EF4-FFF2-40B4-BE49-F238E27FC236}">
                  <a16:creationId xmlns:a16="http://schemas.microsoft.com/office/drawing/2014/main" id="{E3848730-ED66-4057-93AE-2E16097A8B7E}"/>
                </a:ext>
              </a:extLst>
            </p:cNvPr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1" name="Google Shape;3771;p55">
              <a:extLst>
                <a:ext uri="{FF2B5EF4-FFF2-40B4-BE49-F238E27FC236}">
                  <a16:creationId xmlns:a16="http://schemas.microsoft.com/office/drawing/2014/main" id="{76AD18F5-6421-B328-5317-31D3D8366DC1}"/>
                </a:ext>
              </a:extLst>
            </p:cNvPr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772" name="Google Shape;3772;p55">
            <a:extLst>
              <a:ext uri="{FF2B5EF4-FFF2-40B4-BE49-F238E27FC236}">
                <a16:creationId xmlns:a16="http://schemas.microsoft.com/office/drawing/2014/main" id="{FD4CCEDB-702C-247F-36E4-50CC0A8FBDCB}"/>
              </a:ext>
            </a:extLst>
          </p:cNvPr>
          <p:cNvGrpSpPr/>
          <p:nvPr/>
        </p:nvGrpSpPr>
        <p:grpSpPr>
          <a:xfrm rot="5400000">
            <a:off x="7537775" y="549200"/>
            <a:ext cx="98902" cy="553090"/>
            <a:chOff x="4898850" y="4820550"/>
            <a:chExt cx="98902" cy="553090"/>
          </a:xfrm>
        </p:grpSpPr>
        <p:sp>
          <p:nvSpPr>
            <p:cNvPr id="3773" name="Google Shape;3773;p55">
              <a:extLst>
                <a:ext uri="{FF2B5EF4-FFF2-40B4-BE49-F238E27FC236}">
                  <a16:creationId xmlns:a16="http://schemas.microsoft.com/office/drawing/2014/main" id="{C6B7A4EE-5BAC-4722-B38D-CBCB90CBF6A8}"/>
                </a:ext>
              </a:extLst>
            </p:cNvPr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4" name="Google Shape;3774;p55">
              <a:extLst>
                <a:ext uri="{FF2B5EF4-FFF2-40B4-BE49-F238E27FC236}">
                  <a16:creationId xmlns:a16="http://schemas.microsoft.com/office/drawing/2014/main" id="{3CC81E6F-CC07-261F-52AE-7093C2D8AC5A}"/>
                </a:ext>
              </a:extLst>
            </p:cNvPr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5" name="Google Shape;3775;p55">
              <a:extLst>
                <a:ext uri="{FF2B5EF4-FFF2-40B4-BE49-F238E27FC236}">
                  <a16:creationId xmlns:a16="http://schemas.microsoft.com/office/drawing/2014/main" id="{0DCE93F9-3C59-0ACC-E1D6-78C6D2144173}"/>
                </a:ext>
              </a:extLst>
            </p:cNvPr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6" name="Google Shape;3776;p55">
              <a:extLst>
                <a:ext uri="{FF2B5EF4-FFF2-40B4-BE49-F238E27FC236}">
                  <a16:creationId xmlns:a16="http://schemas.microsoft.com/office/drawing/2014/main" id="{8AAB6BBD-0394-9985-509A-A8523C83D090}"/>
                </a:ext>
              </a:extLst>
            </p:cNvPr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7" name="Google Shape;3777;p55">
              <a:extLst>
                <a:ext uri="{FF2B5EF4-FFF2-40B4-BE49-F238E27FC236}">
                  <a16:creationId xmlns:a16="http://schemas.microsoft.com/office/drawing/2014/main" id="{3FACE405-EFA7-34FC-51AA-84715BFE0162}"/>
                </a:ext>
              </a:extLst>
            </p:cNvPr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3F762673-9C3E-1EA2-640F-990F6CCBE90A}"/>
              </a:ext>
            </a:extLst>
          </p:cNvPr>
          <p:cNvGrpSpPr/>
          <p:nvPr/>
        </p:nvGrpSpPr>
        <p:grpSpPr>
          <a:xfrm>
            <a:off x="1062823" y="1185712"/>
            <a:ext cx="7018354" cy="3418388"/>
            <a:chOff x="899790" y="1185712"/>
            <a:chExt cx="7018354" cy="3418388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BE831A6-78BF-471A-9F02-CD2F528D34B1}"/>
                </a:ext>
              </a:extLst>
            </p:cNvPr>
            <p:cNvGrpSpPr/>
            <p:nvPr/>
          </p:nvGrpSpPr>
          <p:grpSpPr>
            <a:xfrm>
              <a:off x="4548221" y="3540544"/>
              <a:ext cx="2339451" cy="1063555"/>
              <a:chOff x="3508455" y="1963180"/>
              <a:chExt cx="2339451" cy="1063555"/>
            </a:xfrm>
          </p:grpSpPr>
          <p:sp>
            <p:nvSpPr>
              <p:cNvPr id="13" name="Google Shape;3752;p55">
                <a:extLst>
                  <a:ext uri="{FF2B5EF4-FFF2-40B4-BE49-F238E27FC236}">
                    <a16:creationId xmlns:a16="http://schemas.microsoft.com/office/drawing/2014/main" id="{26BC3159-8502-632D-8520-5974CE53685A}"/>
                  </a:ext>
                </a:extLst>
              </p:cNvPr>
              <p:cNvSpPr/>
              <p:nvPr/>
            </p:nvSpPr>
            <p:spPr>
              <a:xfrm>
                <a:off x="3508455" y="1963180"/>
                <a:ext cx="2339451" cy="1063555"/>
              </a:xfrm>
              <a:prstGeom prst="roundRect">
                <a:avLst>
                  <a:gd name="adj" fmla="val 18419"/>
                </a:avLst>
              </a:prstGeom>
              <a:noFill/>
              <a:ln w="19050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Google Shape;3756;p55">
                <a:extLst>
                  <a:ext uri="{FF2B5EF4-FFF2-40B4-BE49-F238E27FC236}">
                    <a16:creationId xmlns:a16="http://schemas.microsoft.com/office/drawing/2014/main" id="{8DC71428-24FE-11A7-EBBD-326F166335B2}"/>
                  </a:ext>
                </a:extLst>
              </p:cNvPr>
              <p:cNvSpPr/>
              <p:nvPr/>
            </p:nvSpPr>
            <p:spPr>
              <a:xfrm>
                <a:off x="3892484" y="2714563"/>
                <a:ext cx="1571392" cy="312172"/>
              </a:xfrm>
              <a:prstGeom prst="roundRect">
                <a:avLst>
                  <a:gd name="adj" fmla="val 50000"/>
                </a:avLst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b="1" dirty="0">
                    <a:solidFill>
                      <a:schemeClr val="lt1"/>
                    </a:solidFill>
                    <a:latin typeface="Exo"/>
                    <a:ea typeface="Exo"/>
                    <a:cs typeface="Exo"/>
                    <a:sym typeface="Exo"/>
                  </a:rPr>
                  <a:t>2022-2-60-063</a:t>
                </a:r>
                <a:endParaRPr b="1" dirty="0">
                  <a:solidFill>
                    <a:schemeClr val="lt1"/>
                  </a:solidFill>
                  <a:latin typeface="Exo"/>
                  <a:ea typeface="Exo"/>
                  <a:cs typeface="Exo"/>
                  <a:sym typeface="Exo"/>
                </a:endParaRPr>
              </a:p>
            </p:txBody>
          </p:sp>
          <p:sp>
            <p:nvSpPr>
              <p:cNvPr id="15" name="Google Shape;3758;p55">
                <a:extLst>
                  <a:ext uri="{FF2B5EF4-FFF2-40B4-BE49-F238E27FC236}">
                    <a16:creationId xmlns:a16="http://schemas.microsoft.com/office/drawing/2014/main" id="{F6AE85A5-A67A-B508-33FB-E469AD9FFCEC}"/>
                  </a:ext>
                </a:extLst>
              </p:cNvPr>
              <p:cNvSpPr txBox="1"/>
              <p:nvPr/>
            </p:nvSpPr>
            <p:spPr>
              <a:xfrm>
                <a:off x="3578775" y="2111727"/>
                <a:ext cx="2269131" cy="509359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142875" algn="bl" rotWithShape="0">
                  <a:srgbClr val="8FFFFF">
                    <a:alpha val="4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lvl="0" algn="ctr"/>
                <a:r>
                  <a:rPr lang="en-US" sz="2500" b="1" dirty="0">
                    <a:solidFill>
                      <a:schemeClr val="accent2"/>
                    </a:solidFill>
                    <a:latin typeface="Exo"/>
                    <a:ea typeface="Exo"/>
                    <a:cs typeface="Exo"/>
                    <a:sym typeface="Exo"/>
                  </a:rPr>
                  <a:t>Faisal Ahmed</a:t>
                </a:r>
                <a:endParaRPr sz="2500" b="1" dirty="0">
                  <a:solidFill>
                    <a:schemeClr val="accent2"/>
                  </a:solidFill>
                  <a:latin typeface="Exo"/>
                  <a:ea typeface="Exo"/>
                  <a:cs typeface="Exo"/>
                  <a:sym typeface="Exo"/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C3D8EB07-2790-1DB3-84EB-2A5210490CF4}"/>
                </a:ext>
              </a:extLst>
            </p:cNvPr>
            <p:cNvGrpSpPr/>
            <p:nvPr/>
          </p:nvGrpSpPr>
          <p:grpSpPr>
            <a:xfrm>
              <a:off x="1913210" y="3540545"/>
              <a:ext cx="2540728" cy="1063555"/>
              <a:chOff x="3473844" y="1963180"/>
              <a:chExt cx="2540728" cy="1063555"/>
            </a:xfrm>
          </p:grpSpPr>
          <p:sp>
            <p:nvSpPr>
              <p:cNvPr id="17" name="Google Shape;3752;p55">
                <a:extLst>
                  <a:ext uri="{FF2B5EF4-FFF2-40B4-BE49-F238E27FC236}">
                    <a16:creationId xmlns:a16="http://schemas.microsoft.com/office/drawing/2014/main" id="{338CDD1A-D987-1CF8-5BF7-B32473BAEED6}"/>
                  </a:ext>
                </a:extLst>
              </p:cNvPr>
              <p:cNvSpPr/>
              <p:nvPr/>
            </p:nvSpPr>
            <p:spPr>
              <a:xfrm>
                <a:off x="3508455" y="1963180"/>
                <a:ext cx="2423671" cy="1063555"/>
              </a:xfrm>
              <a:prstGeom prst="roundRect">
                <a:avLst>
                  <a:gd name="adj" fmla="val 18419"/>
                </a:avLst>
              </a:prstGeom>
              <a:noFill/>
              <a:ln w="19050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3756;p55">
                <a:extLst>
                  <a:ext uri="{FF2B5EF4-FFF2-40B4-BE49-F238E27FC236}">
                    <a16:creationId xmlns:a16="http://schemas.microsoft.com/office/drawing/2014/main" id="{5CEA275C-564A-42A6-B78E-07B7DF9F031D}"/>
                  </a:ext>
                </a:extLst>
              </p:cNvPr>
              <p:cNvSpPr/>
              <p:nvPr/>
            </p:nvSpPr>
            <p:spPr>
              <a:xfrm>
                <a:off x="3892484" y="2714563"/>
                <a:ext cx="1571392" cy="312172"/>
              </a:xfrm>
              <a:prstGeom prst="roundRect">
                <a:avLst>
                  <a:gd name="adj" fmla="val 50000"/>
                </a:avLst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b="1" dirty="0">
                    <a:solidFill>
                      <a:schemeClr val="lt1"/>
                    </a:solidFill>
                    <a:latin typeface="Exo"/>
                    <a:ea typeface="Exo"/>
                    <a:cs typeface="Exo"/>
                    <a:sym typeface="Exo"/>
                  </a:rPr>
                  <a:t>2022-2-60-063</a:t>
                </a:r>
                <a:endParaRPr b="1" dirty="0">
                  <a:solidFill>
                    <a:schemeClr val="lt1"/>
                  </a:solidFill>
                  <a:latin typeface="Exo"/>
                  <a:ea typeface="Exo"/>
                  <a:cs typeface="Exo"/>
                  <a:sym typeface="Exo"/>
                </a:endParaRPr>
              </a:p>
            </p:txBody>
          </p:sp>
          <p:sp>
            <p:nvSpPr>
              <p:cNvPr id="19" name="Google Shape;3758;p55">
                <a:extLst>
                  <a:ext uri="{FF2B5EF4-FFF2-40B4-BE49-F238E27FC236}">
                    <a16:creationId xmlns:a16="http://schemas.microsoft.com/office/drawing/2014/main" id="{394C5597-C528-8D3C-8D9C-DEC7264669FD}"/>
                  </a:ext>
                </a:extLst>
              </p:cNvPr>
              <p:cNvSpPr txBox="1"/>
              <p:nvPr/>
            </p:nvSpPr>
            <p:spPr>
              <a:xfrm>
                <a:off x="3473844" y="2074252"/>
                <a:ext cx="2540728" cy="509359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142875" algn="bl" rotWithShape="0">
                  <a:srgbClr val="8FFFFF">
                    <a:alpha val="4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lvl="0" algn="ctr"/>
                <a:r>
                  <a:rPr lang="en-US" sz="2500" b="1" dirty="0" err="1">
                    <a:solidFill>
                      <a:schemeClr val="accent2"/>
                    </a:solidFill>
                    <a:latin typeface="Exo"/>
                    <a:ea typeface="Exo"/>
                    <a:cs typeface="Exo"/>
                    <a:sym typeface="Exo"/>
                  </a:rPr>
                  <a:t>Nelufa</a:t>
                </a:r>
                <a:r>
                  <a:rPr lang="en-US" sz="2500" b="1" dirty="0">
                    <a:solidFill>
                      <a:schemeClr val="accent2"/>
                    </a:solidFill>
                    <a:latin typeface="Exo"/>
                    <a:ea typeface="Exo"/>
                    <a:cs typeface="Exo"/>
                    <a:sym typeface="Exo"/>
                  </a:rPr>
                  <a:t> Yeasmin</a:t>
                </a:r>
                <a:endParaRPr sz="2500" b="1" dirty="0">
                  <a:solidFill>
                    <a:schemeClr val="accent2"/>
                  </a:solidFill>
                  <a:latin typeface="Exo"/>
                  <a:ea typeface="Exo"/>
                  <a:cs typeface="Exo"/>
                  <a:sym typeface="Exo"/>
                </a:endParaRPr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C6852213-1A43-A52A-9FC4-A335303A7E4E}"/>
                </a:ext>
              </a:extLst>
            </p:cNvPr>
            <p:cNvGrpSpPr/>
            <p:nvPr/>
          </p:nvGrpSpPr>
          <p:grpSpPr>
            <a:xfrm>
              <a:off x="5578693" y="2328444"/>
              <a:ext cx="2339451" cy="1063555"/>
              <a:chOff x="3508455" y="1963180"/>
              <a:chExt cx="2339451" cy="1063555"/>
            </a:xfrm>
          </p:grpSpPr>
          <p:sp>
            <p:nvSpPr>
              <p:cNvPr id="21" name="Google Shape;3752;p55">
                <a:extLst>
                  <a:ext uri="{FF2B5EF4-FFF2-40B4-BE49-F238E27FC236}">
                    <a16:creationId xmlns:a16="http://schemas.microsoft.com/office/drawing/2014/main" id="{AD569806-DD00-343F-03FA-A7591D14A4FB}"/>
                  </a:ext>
                </a:extLst>
              </p:cNvPr>
              <p:cNvSpPr/>
              <p:nvPr/>
            </p:nvSpPr>
            <p:spPr>
              <a:xfrm>
                <a:off x="3508455" y="1963180"/>
                <a:ext cx="2339451" cy="1063555"/>
              </a:xfrm>
              <a:prstGeom prst="roundRect">
                <a:avLst>
                  <a:gd name="adj" fmla="val 18419"/>
                </a:avLst>
              </a:prstGeom>
              <a:noFill/>
              <a:ln w="19050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3756;p55">
                <a:extLst>
                  <a:ext uri="{FF2B5EF4-FFF2-40B4-BE49-F238E27FC236}">
                    <a16:creationId xmlns:a16="http://schemas.microsoft.com/office/drawing/2014/main" id="{58410B20-994B-F1B0-786B-6E2DDBF1F941}"/>
                  </a:ext>
                </a:extLst>
              </p:cNvPr>
              <p:cNvSpPr/>
              <p:nvPr/>
            </p:nvSpPr>
            <p:spPr>
              <a:xfrm>
                <a:off x="3892484" y="2714563"/>
                <a:ext cx="1571392" cy="312172"/>
              </a:xfrm>
              <a:prstGeom prst="roundRect">
                <a:avLst>
                  <a:gd name="adj" fmla="val 50000"/>
                </a:avLst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b="1" dirty="0">
                    <a:solidFill>
                      <a:schemeClr val="lt1"/>
                    </a:solidFill>
                    <a:latin typeface="Exo"/>
                    <a:ea typeface="Exo"/>
                    <a:cs typeface="Exo"/>
                    <a:sym typeface="Exo"/>
                  </a:rPr>
                  <a:t>2022-2-60-063</a:t>
                </a:r>
                <a:endParaRPr b="1" dirty="0">
                  <a:solidFill>
                    <a:schemeClr val="lt1"/>
                  </a:solidFill>
                  <a:latin typeface="Exo"/>
                  <a:ea typeface="Exo"/>
                  <a:cs typeface="Exo"/>
                  <a:sym typeface="Exo"/>
                </a:endParaRPr>
              </a:p>
            </p:txBody>
          </p:sp>
          <p:sp>
            <p:nvSpPr>
              <p:cNvPr id="23" name="Google Shape;3758;p55">
                <a:extLst>
                  <a:ext uri="{FF2B5EF4-FFF2-40B4-BE49-F238E27FC236}">
                    <a16:creationId xmlns:a16="http://schemas.microsoft.com/office/drawing/2014/main" id="{F5F168C1-7FE2-4B79-DF30-69BFDFDCD465}"/>
                  </a:ext>
                </a:extLst>
              </p:cNvPr>
              <p:cNvSpPr txBox="1"/>
              <p:nvPr/>
            </p:nvSpPr>
            <p:spPr>
              <a:xfrm>
                <a:off x="3578775" y="2111727"/>
                <a:ext cx="2269131" cy="509359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142875" algn="bl" rotWithShape="0">
                  <a:srgbClr val="8FFFFF">
                    <a:alpha val="4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lvl="0" algn="ctr"/>
                <a:r>
                  <a:rPr lang="en-US" sz="2500" b="1" dirty="0">
                    <a:solidFill>
                      <a:schemeClr val="accent2"/>
                    </a:solidFill>
                    <a:latin typeface="Exo"/>
                    <a:ea typeface="Exo"/>
                    <a:cs typeface="Exo"/>
                    <a:sym typeface="Exo"/>
                  </a:rPr>
                  <a:t>Md. Minhajul Haque Shafin</a:t>
                </a:r>
                <a:endParaRPr sz="2500" b="1" dirty="0">
                  <a:solidFill>
                    <a:schemeClr val="accent2"/>
                  </a:solidFill>
                  <a:latin typeface="Exo"/>
                  <a:ea typeface="Exo"/>
                  <a:cs typeface="Exo"/>
                  <a:sym typeface="Exo"/>
                </a:endParaRPr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D56145FC-1BA9-760F-0F88-24175418CF44}"/>
                </a:ext>
              </a:extLst>
            </p:cNvPr>
            <p:cNvGrpSpPr/>
            <p:nvPr/>
          </p:nvGrpSpPr>
          <p:grpSpPr>
            <a:xfrm>
              <a:off x="899790" y="2333346"/>
              <a:ext cx="2339451" cy="1063555"/>
              <a:chOff x="3508455" y="1963180"/>
              <a:chExt cx="2339451" cy="1063555"/>
            </a:xfrm>
          </p:grpSpPr>
          <p:sp>
            <p:nvSpPr>
              <p:cNvPr id="25" name="Google Shape;3752;p55">
                <a:extLst>
                  <a:ext uri="{FF2B5EF4-FFF2-40B4-BE49-F238E27FC236}">
                    <a16:creationId xmlns:a16="http://schemas.microsoft.com/office/drawing/2014/main" id="{DB1830B5-3BC7-0116-6DE9-5C08863FD4A5}"/>
                  </a:ext>
                </a:extLst>
              </p:cNvPr>
              <p:cNvSpPr/>
              <p:nvPr/>
            </p:nvSpPr>
            <p:spPr>
              <a:xfrm>
                <a:off x="3508455" y="1963180"/>
                <a:ext cx="2339451" cy="1063555"/>
              </a:xfrm>
              <a:prstGeom prst="roundRect">
                <a:avLst>
                  <a:gd name="adj" fmla="val 18419"/>
                </a:avLst>
              </a:prstGeom>
              <a:noFill/>
              <a:ln w="19050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3756;p55">
                <a:extLst>
                  <a:ext uri="{FF2B5EF4-FFF2-40B4-BE49-F238E27FC236}">
                    <a16:creationId xmlns:a16="http://schemas.microsoft.com/office/drawing/2014/main" id="{50284DF6-076D-C554-61F5-0A238B9D73B0}"/>
                  </a:ext>
                </a:extLst>
              </p:cNvPr>
              <p:cNvSpPr/>
              <p:nvPr/>
            </p:nvSpPr>
            <p:spPr>
              <a:xfrm>
                <a:off x="3892484" y="2714563"/>
                <a:ext cx="1571392" cy="312172"/>
              </a:xfrm>
              <a:prstGeom prst="roundRect">
                <a:avLst>
                  <a:gd name="adj" fmla="val 50000"/>
                </a:avLst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b="1" dirty="0">
                    <a:solidFill>
                      <a:schemeClr val="lt1"/>
                    </a:solidFill>
                    <a:latin typeface="Exo"/>
                    <a:ea typeface="Exo"/>
                    <a:cs typeface="Exo"/>
                    <a:sym typeface="Exo"/>
                  </a:rPr>
                  <a:t>2022-2-60-063</a:t>
                </a:r>
                <a:endParaRPr b="1" dirty="0">
                  <a:solidFill>
                    <a:schemeClr val="lt1"/>
                  </a:solidFill>
                  <a:latin typeface="Exo"/>
                  <a:ea typeface="Exo"/>
                  <a:cs typeface="Exo"/>
                  <a:sym typeface="Exo"/>
                </a:endParaRPr>
              </a:p>
            </p:txBody>
          </p:sp>
          <p:sp>
            <p:nvSpPr>
              <p:cNvPr id="27" name="Google Shape;3758;p55">
                <a:extLst>
                  <a:ext uri="{FF2B5EF4-FFF2-40B4-BE49-F238E27FC236}">
                    <a16:creationId xmlns:a16="http://schemas.microsoft.com/office/drawing/2014/main" id="{34E65697-DBE6-D13B-7E68-B634B94E53A1}"/>
                  </a:ext>
                </a:extLst>
              </p:cNvPr>
              <p:cNvSpPr txBox="1"/>
              <p:nvPr/>
            </p:nvSpPr>
            <p:spPr>
              <a:xfrm>
                <a:off x="3578775" y="2111727"/>
                <a:ext cx="2269131" cy="509359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142875" algn="bl" rotWithShape="0">
                  <a:srgbClr val="8FFFFF">
                    <a:alpha val="4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lvl="0" algn="ctr"/>
                <a:r>
                  <a:rPr lang="en-US" sz="2500" b="1" dirty="0">
                    <a:solidFill>
                      <a:schemeClr val="accent2"/>
                    </a:solidFill>
                    <a:latin typeface="Exo"/>
                    <a:ea typeface="Exo"/>
                    <a:cs typeface="Exo"/>
                    <a:sym typeface="Exo"/>
                  </a:rPr>
                  <a:t>Abrar Hossain Zahin</a:t>
                </a:r>
                <a:endParaRPr sz="2500" b="1" dirty="0">
                  <a:solidFill>
                    <a:schemeClr val="accent2"/>
                  </a:solidFill>
                  <a:latin typeface="Exo"/>
                  <a:ea typeface="Exo"/>
                  <a:cs typeface="Exo"/>
                  <a:sym typeface="Exo"/>
                </a:endParaRPr>
              </a:p>
            </p:txBody>
          </p:sp>
        </p:grp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D69392AF-E128-F733-FB7C-2026AB1BDDD5}"/>
                </a:ext>
              </a:extLst>
            </p:cNvPr>
            <p:cNvGrpSpPr/>
            <p:nvPr/>
          </p:nvGrpSpPr>
          <p:grpSpPr>
            <a:xfrm>
              <a:off x="3239242" y="1185712"/>
              <a:ext cx="2339451" cy="1063555"/>
              <a:chOff x="3508455" y="1963180"/>
              <a:chExt cx="2339451" cy="1063555"/>
            </a:xfrm>
          </p:grpSpPr>
          <p:sp>
            <p:nvSpPr>
              <p:cNvPr id="3" name="Google Shape;3752;p55">
                <a:extLst>
                  <a:ext uri="{FF2B5EF4-FFF2-40B4-BE49-F238E27FC236}">
                    <a16:creationId xmlns:a16="http://schemas.microsoft.com/office/drawing/2014/main" id="{C31EDFD7-A377-A37E-C000-0FCD7E9C7CA3}"/>
                  </a:ext>
                </a:extLst>
              </p:cNvPr>
              <p:cNvSpPr/>
              <p:nvPr/>
            </p:nvSpPr>
            <p:spPr>
              <a:xfrm>
                <a:off x="3508455" y="1963180"/>
                <a:ext cx="2339451" cy="1063555"/>
              </a:xfrm>
              <a:prstGeom prst="roundRect">
                <a:avLst>
                  <a:gd name="adj" fmla="val 18419"/>
                </a:avLst>
              </a:prstGeom>
              <a:noFill/>
              <a:ln w="19050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" name="Google Shape;3756;p55">
                <a:extLst>
                  <a:ext uri="{FF2B5EF4-FFF2-40B4-BE49-F238E27FC236}">
                    <a16:creationId xmlns:a16="http://schemas.microsoft.com/office/drawing/2014/main" id="{82886B57-3061-B5CE-DFEE-E69847DFE634}"/>
                  </a:ext>
                </a:extLst>
              </p:cNvPr>
              <p:cNvSpPr/>
              <p:nvPr/>
            </p:nvSpPr>
            <p:spPr>
              <a:xfrm>
                <a:off x="3892484" y="2714563"/>
                <a:ext cx="1571392" cy="312172"/>
              </a:xfrm>
              <a:prstGeom prst="roundRect">
                <a:avLst>
                  <a:gd name="adj" fmla="val 50000"/>
                </a:avLst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b="1" dirty="0">
                    <a:solidFill>
                      <a:schemeClr val="lt1"/>
                    </a:solidFill>
                    <a:latin typeface="Exo"/>
                    <a:ea typeface="Exo"/>
                    <a:cs typeface="Exo"/>
                    <a:sym typeface="Exo"/>
                  </a:rPr>
                  <a:t>2022-2-60-063</a:t>
                </a:r>
                <a:endParaRPr b="1" dirty="0">
                  <a:solidFill>
                    <a:schemeClr val="lt1"/>
                  </a:solidFill>
                  <a:latin typeface="Exo"/>
                  <a:ea typeface="Exo"/>
                  <a:cs typeface="Exo"/>
                  <a:sym typeface="Exo"/>
                </a:endParaRPr>
              </a:p>
            </p:txBody>
          </p:sp>
          <p:sp>
            <p:nvSpPr>
              <p:cNvPr id="5" name="Google Shape;3758;p55">
                <a:extLst>
                  <a:ext uri="{FF2B5EF4-FFF2-40B4-BE49-F238E27FC236}">
                    <a16:creationId xmlns:a16="http://schemas.microsoft.com/office/drawing/2014/main" id="{6E1887C0-10BC-C7E9-161E-00FC131FEB0D}"/>
                  </a:ext>
                </a:extLst>
              </p:cNvPr>
              <p:cNvSpPr txBox="1"/>
              <p:nvPr/>
            </p:nvSpPr>
            <p:spPr>
              <a:xfrm>
                <a:off x="3578775" y="2111727"/>
                <a:ext cx="2269131" cy="509359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142875" algn="bl" rotWithShape="0">
                  <a:srgbClr val="8FFFFF">
                    <a:alpha val="4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lvl="0" algn="ctr"/>
                <a:r>
                  <a:rPr lang="en-US" sz="2500" b="1" dirty="0">
                    <a:solidFill>
                      <a:schemeClr val="accent2"/>
                    </a:solidFill>
                    <a:latin typeface="Exo"/>
                    <a:ea typeface="Exo"/>
                    <a:cs typeface="Exo"/>
                    <a:sym typeface="Exo"/>
                  </a:rPr>
                  <a:t>Saif Khan</a:t>
                </a:r>
                <a:endParaRPr sz="2500" b="1" dirty="0">
                  <a:solidFill>
                    <a:schemeClr val="accent2"/>
                  </a:solidFill>
                  <a:latin typeface="Exo"/>
                  <a:ea typeface="Exo"/>
                  <a:cs typeface="Exo"/>
                  <a:sym typeface="Exo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2272282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1FBC5931-EBA0-36DD-00B4-22DBFEE9C5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1891" y="1716776"/>
            <a:ext cx="3931920" cy="166765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2805" name="Google Shape;2805;p37"/>
          <p:cNvSpPr txBox="1">
            <a:spLocks noGrp="1"/>
          </p:cNvSpPr>
          <p:nvPr>
            <p:ph type="title"/>
          </p:nvPr>
        </p:nvSpPr>
        <p:spPr>
          <a:xfrm>
            <a:off x="634346" y="603531"/>
            <a:ext cx="4401600" cy="58246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dirty="0"/>
              <a:t>The Critical</a:t>
            </a:r>
            <a:r>
              <a:rPr lang="en" dirty="0"/>
              <a:t> </a:t>
            </a:r>
            <a:r>
              <a:rPr lang="en-US" dirty="0">
                <a:solidFill>
                  <a:schemeClr val="accent2"/>
                </a:solidFill>
              </a:rPr>
              <a:t>Challenge</a:t>
            </a:r>
            <a:endParaRPr dirty="0">
              <a:solidFill>
                <a:schemeClr val="accent2"/>
              </a:solidFill>
            </a:endParaRPr>
          </a:p>
        </p:txBody>
      </p:sp>
      <p:sp>
        <p:nvSpPr>
          <p:cNvPr id="2808" name="Google Shape;2808;p37"/>
          <p:cNvSpPr/>
          <p:nvPr/>
        </p:nvSpPr>
        <p:spPr>
          <a:xfrm>
            <a:off x="-1414555" y="4201465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9" name="Google Shape;2809;p37"/>
          <p:cNvSpPr/>
          <p:nvPr/>
        </p:nvSpPr>
        <p:spPr>
          <a:xfrm>
            <a:off x="-1111455" y="3922165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810" name="Google Shape;2810;p37"/>
          <p:cNvGrpSpPr/>
          <p:nvPr/>
        </p:nvGrpSpPr>
        <p:grpSpPr>
          <a:xfrm rot="10800000">
            <a:off x="7471439" y="3950127"/>
            <a:ext cx="883262" cy="242091"/>
            <a:chOff x="2300350" y="2601250"/>
            <a:chExt cx="2275275" cy="623625"/>
          </a:xfrm>
        </p:grpSpPr>
        <p:sp>
          <p:nvSpPr>
            <p:cNvPr id="2811" name="Google Shape;2811;p37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2" name="Google Shape;2812;p37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3" name="Google Shape;2813;p37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4" name="Google Shape;2814;p37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5" name="Google Shape;2815;p37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6" name="Google Shape;2816;p37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17" name="Google Shape;2817;p37"/>
          <p:cNvGrpSpPr/>
          <p:nvPr/>
        </p:nvGrpSpPr>
        <p:grpSpPr>
          <a:xfrm rot="5400000">
            <a:off x="2345200" y="185400"/>
            <a:ext cx="98902" cy="553090"/>
            <a:chOff x="4898850" y="4820550"/>
            <a:chExt cx="98902" cy="553090"/>
          </a:xfrm>
        </p:grpSpPr>
        <p:sp>
          <p:nvSpPr>
            <p:cNvPr id="2818" name="Google Shape;2818;p37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9" name="Google Shape;2819;p37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0" name="Google Shape;2820;p37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1" name="Google Shape;2821;p37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2" name="Google Shape;2822;p37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23" name="Google Shape;2823;p37"/>
          <p:cNvGrpSpPr/>
          <p:nvPr/>
        </p:nvGrpSpPr>
        <p:grpSpPr>
          <a:xfrm>
            <a:off x="2596239" y="4297878"/>
            <a:ext cx="883262" cy="242091"/>
            <a:chOff x="2300350" y="2601250"/>
            <a:chExt cx="2275275" cy="623625"/>
          </a:xfrm>
        </p:grpSpPr>
        <p:sp>
          <p:nvSpPr>
            <p:cNvPr id="2824" name="Google Shape;2824;p37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5" name="Google Shape;2825;p37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6" name="Google Shape;2826;p37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7" name="Google Shape;2827;p37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8" name="Google Shape;2828;p37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9" name="Google Shape;2829;p37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30" name="Google Shape;2830;p37"/>
          <p:cNvGrpSpPr/>
          <p:nvPr/>
        </p:nvGrpSpPr>
        <p:grpSpPr>
          <a:xfrm>
            <a:off x="4762192" y="4297866"/>
            <a:ext cx="1105976" cy="133969"/>
            <a:chOff x="8183182" y="663852"/>
            <a:chExt cx="1475028" cy="178673"/>
          </a:xfrm>
        </p:grpSpPr>
        <p:grpSp>
          <p:nvGrpSpPr>
            <p:cNvPr id="2831" name="Google Shape;2831;p37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832" name="Google Shape;2832;p37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3" name="Google Shape;2833;p37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4" name="Google Shape;2834;p37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5" name="Google Shape;2835;p37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6" name="Google Shape;2836;p37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7" name="Google Shape;2837;p37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8" name="Google Shape;2838;p37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9" name="Google Shape;2839;p37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0" name="Google Shape;2840;p37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1" name="Google Shape;2841;p37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842" name="Google Shape;2842;p37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843" name="Google Shape;2843;p37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4" name="Google Shape;2844;p37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5" name="Google Shape;2845;p37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6" name="Google Shape;2846;p37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7" name="Google Shape;2847;p37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8" name="Google Shape;2848;p37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9" name="Google Shape;2849;p37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0" name="Google Shape;2850;p37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1" name="Google Shape;2851;p37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2" name="Google Shape;2852;p37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3C9D8033-6E5A-3E8E-C436-096939B12914}"/>
              </a:ext>
            </a:extLst>
          </p:cNvPr>
          <p:cNvGrpSpPr/>
          <p:nvPr/>
        </p:nvGrpSpPr>
        <p:grpSpPr>
          <a:xfrm>
            <a:off x="1279251" y="2195570"/>
            <a:ext cx="3601607" cy="373392"/>
            <a:chOff x="1279251" y="2195570"/>
            <a:chExt cx="3601607" cy="373392"/>
          </a:xfrm>
        </p:grpSpPr>
        <p:sp>
          <p:nvSpPr>
            <p:cNvPr id="7" name="Google Shape;2806;p37">
              <a:extLst>
                <a:ext uri="{FF2B5EF4-FFF2-40B4-BE49-F238E27FC236}">
                  <a16:creationId xmlns:a16="http://schemas.microsoft.com/office/drawing/2014/main" id="{EF60B7AE-29AC-BFE7-9FDE-653C43C96445}"/>
                </a:ext>
              </a:extLst>
            </p:cNvPr>
            <p:cNvSpPr txBox="1">
              <a:spLocks/>
            </p:cNvSpPr>
            <p:nvPr/>
          </p:nvSpPr>
          <p:spPr>
            <a:xfrm>
              <a:off x="1587394" y="2195570"/>
              <a:ext cx="3293464" cy="3733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1pPr>
              <a:lvl2pPr marL="914400" marR="0" lvl="1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2pPr>
              <a:lvl3pPr marL="1371600" marR="0" lvl="2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3pPr>
              <a:lvl4pPr marL="1828800" marR="0" lvl="3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4pPr>
              <a:lvl5pPr marL="2286000" marR="0" lvl="4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5pPr>
              <a:lvl6pPr marL="2743200" marR="0" lvl="5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6pPr>
              <a:lvl7pPr marL="3200400" marR="0" lvl="6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7pPr>
              <a:lvl8pPr marL="3657600" marR="0" lvl="7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8pPr>
              <a:lvl9pPr marL="4114800" marR="0" lvl="8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9pPr>
            </a:lstStyle>
            <a:p>
              <a:pPr marL="0" indent="0"/>
              <a:r>
                <a:rPr lang="en-US" b="1" dirty="0"/>
                <a:t>95%</a:t>
              </a:r>
              <a:r>
                <a:rPr lang="en-US" dirty="0"/>
                <a:t> face health complications</a:t>
              </a:r>
            </a:p>
          </p:txBody>
        </p:sp>
        <p:grpSp>
          <p:nvGrpSpPr>
            <p:cNvPr id="12" name="Google Shape;10169;p85">
              <a:extLst>
                <a:ext uri="{FF2B5EF4-FFF2-40B4-BE49-F238E27FC236}">
                  <a16:creationId xmlns:a16="http://schemas.microsoft.com/office/drawing/2014/main" id="{74BDF423-FC25-2734-7204-427748326344}"/>
                </a:ext>
              </a:extLst>
            </p:cNvPr>
            <p:cNvGrpSpPr/>
            <p:nvPr/>
          </p:nvGrpSpPr>
          <p:grpSpPr>
            <a:xfrm>
              <a:off x="1279251" y="2235923"/>
              <a:ext cx="338328" cy="320040"/>
              <a:chOff x="-28069875" y="3175300"/>
              <a:chExt cx="260725" cy="296150"/>
            </a:xfrm>
          </p:grpSpPr>
          <p:sp>
            <p:nvSpPr>
              <p:cNvPr id="13" name="Google Shape;10170;p85">
                <a:extLst>
                  <a:ext uri="{FF2B5EF4-FFF2-40B4-BE49-F238E27FC236}">
                    <a16:creationId xmlns:a16="http://schemas.microsoft.com/office/drawing/2014/main" id="{EF4B9542-AE61-8B5B-E576-1341C377139E}"/>
                  </a:ext>
                </a:extLst>
              </p:cNvPr>
              <p:cNvSpPr/>
              <p:nvPr/>
            </p:nvSpPr>
            <p:spPr>
              <a:xfrm>
                <a:off x="-28059650" y="3192625"/>
                <a:ext cx="26025" cy="70125"/>
              </a:xfrm>
              <a:custGeom>
                <a:avLst/>
                <a:gdLst/>
                <a:ahLst/>
                <a:cxnLst/>
                <a:rect l="l" t="t" r="r" b="b"/>
                <a:pathLst>
                  <a:path w="1041" h="2805" extrusionOk="0">
                    <a:moveTo>
                      <a:pt x="536" y="0"/>
                    </a:moveTo>
                    <a:cubicBezTo>
                      <a:pt x="253" y="0"/>
                      <a:pt x="1" y="252"/>
                      <a:pt x="1" y="536"/>
                    </a:cubicBezTo>
                    <a:lnTo>
                      <a:pt x="1" y="2458"/>
                    </a:lnTo>
                    <a:cubicBezTo>
                      <a:pt x="410" y="2458"/>
                      <a:pt x="757" y="2584"/>
                      <a:pt x="1040" y="2804"/>
                    </a:cubicBezTo>
                    <a:lnTo>
                      <a:pt x="1040" y="536"/>
                    </a:lnTo>
                    <a:cubicBezTo>
                      <a:pt x="1040" y="252"/>
                      <a:pt x="788" y="0"/>
                      <a:pt x="53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14" name="Google Shape;10171;p85">
                <a:extLst>
                  <a:ext uri="{FF2B5EF4-FFF2-40B4-BE49-F238E27FC236}">
                    <a16:creationId xmlns:a16="http://schemas.microsoft.com/office/drawing/2014/main" id="{2E0B32CC-148E-AE27-865F-7E0BC3AB9E79}"/>
                  </a:ext>
                </a:extLst>
              </p:cNvPr>
              <p:cNvSpPr/>
              <p:nvPr/>
            </p:nvSpPr>
            <p:spPr>
              <a:xfrm>
                <a:off x="-27843050" y="3192625"/>
                <a:ext cx="26025" cy="69325"/>
              </a:xfrm>
              <a:custGeom>
                <a:avLst/>
                <a:gdLst/>
                <a:ahLst/>
                <a:cxnLst/>
                <a:rect l="l" t="t" r="r" b="b"/>
                <a:pathLst>
                  <a:path w="1041" h="2773" extrusionOk="0">
                    <a:moveTo>
                      <a:pt x="536" y="0"/>
                    </a:moveTo>
                    <a:cubicBezTo>
                      <a:pt x="253" y="0"/>
                      <a:pt x="1" y="252"/>
                      <a:pt x="1" y="536"/>
                    </a:cubicBezTo>
                    <a:lnTo>
                      <a:pt x="1" y="2773"/>
                    </a:lnTo>
                    <a:cubicBezTo>
                      <a:pt x="284" y="2584"/>
                      <a:pt x="694" y="2426"/>
                      <a:pt x="1040" y="2426"/>
                    </a:cubicBezTo>
                    <a:lnTo>
                      <a:pt x="1040" y="536"/>
                    </a:lnTo>
                    <a:cubicBezTo>
                      <a:pt x="1040" y="252"/>
                      <a:pt x="788" y="0"/>
                      <a:pt x="53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15" name="Google Shape;10172;p85">
                <a:extLst>
                  <a:ext uri="{FF2B5EF4-FFF2-40B4-BE49-F238E27FC236}">
                    <a16:creationId xmlns:a16="http://schemas.microsoft.com/office/drawing/2014/main" id="{813F8E04-B9AC-C0CF-39FD-D0F569C3D405}"/>
                  </a:ext>
                </a:extLst>
              </p:cNvPr>
              <p:cNvSpPr/>
              <p:nvPr/>
            </p:nvSpPr>
            <p:spPr>
              <a:xfrm>
                <a:off x="-27973000" y="3202075"/>
                <a:ext cx="26000" cy="57525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2301" extrusionOk="0">
                    <a:moveTo>
                      <a:pt x="536" y="0"/>
                    </a:moveTo>
                    <a:cubicBezTo>
                      <a:pt x="252" y="0"/>
                      <a:pt x="0" y="221"/>
                      <a:pt x="0" y="504"/>
                    </a:cubicBezTo>
                    <a:lnTo>
                      <a:pt x="0" y="1954"/>
                    </a:lnTo>
                    <a:cubicBezTo>
                      <a:pt x="410" y="1985"/>
                      <a:pt x="756" y="2080"/>
                      <a:pt x="1040" y="2300"/>
                    </a:cubicBezTo>
                    <a:lnTo>
                      <a:pt x="1040" y="504"/>
                    </a:lnTo>
                    <a:cubicBezTo>
                      <a:pt x="1040" y="221"/>
                      <a:pt x="788" y="0"/>
                      <a:pt x="53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16" name="Google Shape;10173;p85">
                <a:extLst>
                  <a:ext uri="{FF2B5EF4-FFF2-40B4-BE49-F238E27FC236}">
                    <a16:creationId xmlns:a16="http://schemas.microsoft.com/office/drawing/2014/main" id="{A71940B1-935B-1A27-B624-AFFD30E0F8C9}"/>
                  </a:ext>
                </a:extLst>
              </p:cNvPr>
              <p:cNvSpPr/>
              <p:nvPr/>
            </p:nvSpPr>
            <p:spPr>
              <a:xfrm>
                <a:off x="-27929675" y="3202075"/>
                <a:ext cx="26000" cy="57525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2301" extrusionOk="0">
                    <a:moveTo>
                      <a:pt x="536" y="0"/>
                    </a:moveTo>
                    <a:cubicBezTo>
                      <a:pt x="252" y="0"/>
                      <a:pt x="0" y="221"/>
                      <a:pt x="0" y="504"/>
                    </a:cubicBezTo>
                    <a:lnTo>
                      <a:pt x="0" y="2300"/>
                    </a:lnTo>
                    <a:cubicBezTo>
                      <a:pt x="315" y="2111"/>
                      <a:pt x="693" y="1985"/>
                      <a:pt x="1040" y="1954"/>
                    </a:cubicBezTo>
                    <a:lnTo>
                      <a:pt x="1040" y="504"/>
                    </a:lnTo>
                    <a:cubicBezTo>
                      <a:pt x="1040" y="221"/>
                      <a:pt x="788" y="0"/>
                      <a:pt x="53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17" name="Google Shape;10174;p85">
                <a:extLst>
                  <a:ext uri="{FF2B5EF4-FFF2-40B4-BE49-F238E27FC236}">
                    <a16:creationId xmlns:a16="http://schemas.microsoft.com/office/drawing/2014/main" id="{5BA70E0C-14CE-0293-4321-7C9D26BC9109}"/>
                  </a:ext>
                </a:extLst>
              </p:cNvPr>
              <p:cNvSpPr/>
              <p:nvPr/>
            </p:nvSpPr>
            <p:spPr>
              <a:xfrm>
                <a:off x="-28016325" y="3175300"/>
                <a:ext cx="26025" cy="91375"/>
              </a:xfrm>
              <a:custGeom>
                <a:avLst/>
                <a:gdLst/>
                <a:ahLst/>
                <a:cxnLst/>
                <a:rect l="l" t="t" r="r" b="b"/>
                <a:pathLst>
                  <a:path w="1041" h="3655" extrusionOk="0">
                    <a:moveTo>
                      <a:pt x="536" y="0"/>
                    </a:moveTo>
                    <a:cubicBezTo>
                      <a:pt x="253" y="0"/>
                      <a:pt x="1" y="221"/>
                      <a:pt x="1" y="504"/>
                    </a:cubicBezTo>
                    <a:lnTo>
                      <a:pt x="1" y="3655"/>
                    </a:lnTo>
                    <a:cubicBezTo>
                      <a:pt x="1" y="3655"/>
                      <a:pt x="1" y="3623"/>
                      <a:pt x="64" y="3623"/>
                    </a:cubicBezTo>
                    <a:cubicBezTo>
                      <a:pt x="284" y="3371"/>
                      <a:pt x="631" y="3182"/>
                      <a:pt x="1040" y="3056"/>
                    </a:cubicBezTo>
                    <a:lnTo>
                      <a:pt x="1040" y="504"/>
                    </a:lnTo>
                    <a:cubicBezTo>
                      <a:pt x="1040" y="221"/>
                      <a:pt x="788" y="0"/>
                      <a:pt x="53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18" name="Google Shape;10175;p85">
                <a:extLst>
                  <a:ext uri="{FF2B5EF4-FFF2-40B4-BE49-F238E27FC236}">
                    <a16:creationId xmlns:a16="http://schemas.microsoft.com/office/drawing/2014/main" id="{82FD3C5F-91F5-1D9F-931B-D0C8F0D6E983}"/>
                  </a:ext>
                </a:extLst>
              </p:cNvPr>
              <p:cNvSpPr/>
              <p:nvPr/>
            </p:nvSpPr>
            <p:spPr>
              <a:xfrm>
                <a:off x="-27886375" y="3176075"/>
                <a:ext cx="26025" cy="91400"/>
              </a:xfrm>
              <a:custGeom>
                <a:avLst/>
                <a:gdLst/>
                <a:ahLst/>
                <a:cxnLst/>
                <a:rect l="l" t="t" r="r" b="b"/>
                <a:pathLst>
                  <a:path w="1041" h="3656" extrusionOk="0">
                    <a:moveTo>
                      <a:pt x="536" y="1"/>
                    </a:moveTo>
                    <a:cubicBezTo>
                      <a:pt x="253" y="1"/>
                      <a:pt x="1" y="221"/>
                      <a:pt x="1" y="505"/>
                    </a:cubicBezTo>
                    <a:lnTo>
                      <a:pt x="1" y="3088"/>
                    </a:lnTo>
                    <a:cubicBezTo>
                      <a:pt x="379" y="3151"/>
                      <a:pt x="726" y="3340"/>
                      <a:pt x="1041" y="3655"/>
                    </a:cubicBezTo>
                    <a:lnTo>
                      <a:pt x="1041" y="505"/>
                    </a:lnTo>
                    <a:cubicBezTo>
                      <a:pt x="1041" y="253"/>
                      <a:pt x="789" y="1"/>
                      <a:pt x="536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19" name="Google Shape;10176;p85">
                <a:extLst>
                  <a:ext uri="{FF2B5EF4-FFF2-40B4-BE49-F238E27FC236}">
                    <a16:creationId xmlns:a16="http://schemas.microsoft.com/office/drawing/2014/main" id="{BFC5721C-4FB5-4CE1-36B2-CD2342CB3DB1}"/>
                  </a:ext>
                </a:extLst>
              </p:cNvPr>
              <p:cNvSpPr/>
              <p:nvPr/>
            </p:nvSpPr>
            <p:spPr>
              <a:xfrm>
                <a:off x="-28017900" y="3269025"/>
                <a:ext cx="161475" cy="133125"/>
              </a:xfrm>
              <a:custGeom>
                <a:avLst/>
                <a:gdLst/>
                <a:ahLst/>
                <a:cxnLst/>
                <a:rect l="l" t="t" r="r" b="b"/>
                <a:pathLst>
                  <a:path w="6459" h="5325" extrusionOk="0">
                    <a:moveTo>
                      <a:pt x="1733" y="0"/>
                    </a:moveTo>
                    <a:cubicBezTo>
                      <a:pt x="1355" y="0"/>
                      <a:pt x="946" y="158"/>
                      <a:pt x="662" y="410"/>
                    </a:cubicBezTo>
                    <a:cubicBezTo>
                      <a:pt x="64" y="882"/>
                      <a:pt x="1" y="1639"/>
                      <a:pt x="347" y="2237"/>
                    </a:cubicBezTo>
                    <a:cubicBezTo>
                      <a:pt x="1324" y="2458"/>
                      <a:pt x="2048" y="3340"/>
                      <a:pt x="2174" y="4348"/>
                    </a:cubicBezTo>
                    <a:lnTo>
                      <a:pt x="3214" y="5325"/>
                    </a:lnTo>
                    <a:lnTo>
                      <a:pt x="4285" y="4348"/>
                    </a:lnTo>
                    <a:cubicBezTo>
                      <a:pt x="4380" y="3340"/>
                      <a:pt x="5073" y="2521"/>
                      <a:pt x="6113" y="2237"/>
                    </a:cubicBezTo>
                    <a:cubicBezTo>
                      <a:pt x="6459" y="1639"/>
                      <a:pt x="6333" y="882"/>
                      <a:pt x="5860" y="410"/>
                    </a:cubicBezTo>
                    <a:cubicBezTo>
                      <a:pt x="5577" y="158"/>
                      <a:pt x="5199" y="0"/>
                      <a:pt x="4789" y="0"/>
                    </a:cubicBezTo>
                    <a:cubicBezTo>
                      <a:pt x="4411" y="0"/>
                      <a:pt x="4002" y="158"/>
                      <a:pt x="3750" y="410"/>
                    </a:cubicBezTo>
                    <a:lnTo>
                      <a:pt x="3277" y="882"/>
                    </a:lnTo>
                    <a:lnTo>
                      <a:pt x="2805" y="410"/>
                    </a:lnTo>
                    <a:cubicBezTo>
                      <a:pt x="2521" y="158"/>
                      <a:pt x="2143" y="0"/>
                      <a:pt x="173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20" name="Google Shape;10177;p85">
                <a:extLst>
                  <a:ext uri="{FF2B5EF4-FFF2-40B4-BE49-F238E27FC236}">
                    <a16:creationId xmlns:a16="http://schemas.microsoft.com/office/drawing/2014/main" id="{64353DFE-64B0-04E2-82BB-41CADF9CA511}"/>
                  </a:ext>
                </a:extLst>
              </p:cNvPr>
              <p:cNvSpPr/>
              <p:nvPr/>
            </p:nvSpPr>
            <p:spPr>
              <a:xfrm>
                <a:off x="-27930475" y="3269800"/>
                <a:ext cx="121325" cy="201650"/>
              </a:xfrm>
              <a:custGeom>
                <a:avLst/>
                <a:gdLst/>
                <a:ahLst/>
                <a:cxnLst/>
                <a:rect l="l" t="t" r="r" b="b"/>
                <a:pathLst>
                  <a:path w="4853" h="8066" extrusionOk="0">
                    <a:moveTo>
                      <a:pt x="4506" y="1"/>
                    </a:moveTo>
                    <a:cubicBezTo>
                      <a:pt x="3876" y="1"/>
                      <a:pt x="3403" y="505"/>
                      <a:pt x="3403" y="1198"/>
                    </a:cubicBezTo>
                    <a:lnTo>
                      <a:pt x="3403" y="2395"/>
                    </a:lnTo>
                    <a:cubicBezTo>
                      <a:pt x="3403" y="2584"/>
                      <a:pt x="3246" y="2742"/>
                      <a:pt x="3025" y="2742"/>
                    </a:cubicBezTo>
                    <a:cubicBezTo>
                      <a:pt x="2679" y="2742"/>
                      <a:pt x="2363" y="2868"/>
                      <a:pt x="2080" y="3025"/>
                    </a:cubicBezTo>
                    <a:cubicBezTo>
                      <a:pt x="1702" y="3372"/>
                      <a:pt x="1418" y="3939"/>
                      <a:pt x="1418" y="4474"/>
                    </a:cubicBezTo>
                    <a:lnTo>
                      <a:pt x="1418" y="5231"/>
                    </a:lnTo>
                    <a:cubicBezTo>
                      <a:pt x="1418" y="5420"/>
                      <a:pt x="1261" y="5577"/>
                      <a:pt x="1072" y="5577"/>
                    </a:cubicBezTo>
                    <a:cubicBezTo>
                      <a:pt x="883" y="5577"/>
                      <a:pt x="725" y="5420"/>
                      <a:pt x="725" y="5231"/>
                    </a:cubicBezTo>
                    <a:lnTo>
                      <a:pt x="1" y="5892"/>
                    </a:lnTo>
                    <a:lnTo>
                      <a:pt x="1" y="8066"/>
                    </a:lnTo>
                    <a:lnTo>
                      <a:pt x="3813" y="8066"/>
                    </a:lnTo>
                    <a:cubicBezTo>
                      <a:pt x="4033" y="8066"/>
                      <a:pt x="4191" y="7908"/>
                      <a:pt x="4191" y="7719"/>
                    </a:cubicBezTo>
                    <a:cubicBezTo>
                      <a:pt x="4191" y="7530"/>
                      <a:pt x="4033" y="7373"/>
                      <a:pt x="3813" y="7373"/>
                    </a:cubicBezTo>
                    <a:lnTo>
                      <a:pt x="3466" y="7373"/>
                    </a:lnTo>
                    <a:lnTo>
                      <a:pt x="3466" y="6270"/>
                    </a:lnTo>
                    <a:cubicBezTo>
                      <a:pt x="3466" y="6176"/>
                      <a:pt x="3498" y="6050"/>
                      <a:pt x="3592" y="6018"/>
                    </a:cubicBezTo>
                    <a:lnTo>
                      <a:pt x="4128" y="5420"/>
                    </a:lnTo>
                    <a:cubicBezTo>
                      <a:pt x="4600" y="4947"/>
                      <a:pt x="4852" y="4380"/>
                      <a:pt x="4852" y="3687"/>
                    </a:cubicBezTo>
                    <a:lnTo>
                      <a:pt x="4852" y="347"/>
                    </a:lnTo>
                    <a:cubicBezTo>
                      <a:pt x="4852" y="158"/>
                      <a:pt x="4695" y="1"/>
                      <a:pt x="4506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21" name="Google Shape;10178;p85">
                <a:extLst>
                  <a:ext uri="{FF2B5EF4-FFF2-40B4-BE49-F238E27FC236}">
                    <a16:creationId xmlns:a16="http://schemas.microsoft.com/office/drawing/2014/main" id="{6D6ACC0D-FE25-7902-052A-9BE95CE24D7F}"/>
                  </a:ext>
                </a:extLst>
              </p:cNvPr>
              <p:cNvSpPr/>
              <p:nvPr/>
            </p:nvSpPr>
            <p:spPr>
              <a:xfrm>
                <a:off x="-28069875" y="3271375"/>
                <a:ext cx="122875" cy="200075"/>
              </a:xfrm>
              <a:custGeom>
                <a:avLst/>
                <a:gdLst/>
                <a:ahLst/>
                <a:cxnLst/>
                <a:rect l="l" t="t" r="r" b="b"/>
                <a:pathLst>
                  <a:path w="4915" h="8003" extrusionOk="0">
                    <a:moveTo>
                      <a:pt x="347" y="1"/>
                    </a:moveTo>
                    <a:cubicBezTo>
                      <a:pt x="158" y="1"/>
                      <a:pt x="0" y="158"/>
                      <a:pt x="0" y="379"/>
                    </a:cubicBezTo>
                    <a:lnTo>
                      <a:pt x="0" y="3718"/>
                    </a:lnTo>
                    <a:cubicBezTo>
                      <a:pt x="0" y="4348"/>
                      <a:pt x="221" y="4979"/>
                      <a:pt x="693" y="5451"/>
                    </a:cubicBezTo>
                    <a:lnTo>
                      <a:pt x="1323" y="5955"/>
                    </a:lnTo>
                    <a:cubicBezTo>
                      <a:pt x="1418" y="6018"/>
                      <a:pt x="1449" y="6113"/>
                      <a:pt x="1449" y="6207"/>
                    </a:cubicBezTo>
                    <a:lnTo>
                      <a:pt x="1449" y="7310"/>
                    </a:lnTo>
                    <a:lnTo>
                      <a:pt x="1103" y="7310"/>
                    </a:lnTo>
                    <a:cubicBezTo>
                      <a:pt x="882" y="7310"/>
                      <a:pt x="725" y="7467"/>
                      <a:pt x="725" y="7656"/>
                    </a:cubicBezTo>
                    <a:cubicBezTo>
                      <a:pt x="725" y="7845"/>
                      <a:pt x="882" y="8003"/>
                      <a:pt x="1103" y="8003"/>
                    </a:cubicBezTo>
                    <a:lnTo>
                      <a:pt x="4915" y="8003"/>
                    </a:lnTo>
                    <a:lnTo>
                      <a:pt x="4915" y="5829"/>
                    </a:lnTo>
                    <a:lnTo>
                      <a:pt x="4190" y="5168"/>
                    </a:lnTo>
                    <a:cubicBezTo>
                      <a:pt x="4190" y="5357"/>
                      <a:pt x="4033" y="5514"/>
                      <a:pt x="3844" y="5514"/>
                    </a:cubicBezTo>
                    <a:cubicBezTo>
                      <a:pt x="3655" y="5514"/>
                      <a:pt x="3497" y="5357"/>
                      <a:pt x="3497" y="5168"/>
                    </a:cubicBezTo>
                    <a:lnTo>
                      <a:pt x="3497" y="4411"/>
                    </a:lnTo>
                    <a:cubicBezTo>
                      <a:pt x="3497" y="3876"/>
                      <a:pt x="3214" y="3372"/>
                      <a:pt x="2741" y="3057"/>
                    </a:cubicBezTo>
                    <a:cubicBezTo>
                      <a:pt x="2458" y="2899"/>
                      <a:pt x="2143" y="2773"/>
                      <a:pt x="1796" y="2773"/>
                    </a:cubicBezTo>
                    <a:cubicBezTo>
                      <a:pt x="1607" y="2773"/>
                      <a:pt x="1449" y="2616"/>
                      <a:pt x="1449" y="2427"/>
                    </a:cubicBezTo>
                    <a:lnTo>
                      <a:pt x="1449" y="1229"/>
                    </a:lnTo>
                    <a:cubicBezTo>
                      <a:pt x="1449" y="473"/>
                      <a:pt x="945" y="1"/>
                      <a:pt x="34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>
                  <a:solidFill>
                    <a:srgbClr val="435D74"/>
                  </a:solidFill>
                </a:endParaRPr>
              </a:p>
            </p:txBody>
          </p:sp>
        </p:grp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DE823875-B62F-2CAF-0588-2B04D93960E1}"/>
              </a:ext>
            </a:extLst>
          </p:cNvPr>
          <p:cNvGrpSpPr/>
          <p:nvPr/>
        </p:nvGrpSpPr>
        <p:grpSpPr>
          <a:xfrm>
            <a:off x="1279251" y="2607521"/>
            <a:ext cx="3713495" cy="397519"/>
            <a:chOff x="1279251" y="2607521"/>
            <a:chExt cx="3713495" cy="397519"/>
          </a:xfrm>
        </p:grpSpPr>
        <p:sp>
          <p:nvSpPr>
            <p:cNvPr id="8" name="Google Shape;2806;p37">
              <a:extLst>
                <a:ext uri="{FF2B5EF4-FFF2-40B4-BE49-F238E27FC236}">
                  <a16:creationId xmlns:a16="http://schemas.microsoft.com/office/drawing/2014/main" id="{45DA2629-421B-93E3-B4B8-EE0B2F71AB9C}"/>
                </a:ext>
              </a:extLst>
            </p:cNvPr>
            <p:cNvSpPr txBox="1">
              <a:spLocks/>
            </p:cNvSpPr>
            <p:nvPr/>
          </p:nvSpPr>
          <p:spPr>
            <a:xfrm>
              <a:off x="1587394" y="2607521"/>
              <a:ext cx="3405352" cy="3733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1pPr>
              <a:lvl2pPr marL="914400" marR="0" lvl="1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2pPr>
              <a:lvl3pPr marL="1371600" marR="0" lvl="2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3pPr>
              <a:lvl4pPr marL="1828800" marR="0" lvl="3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4pPr>
              <a:lvl5pPr marL="2286000" marR="0" lvl="4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5pPr>
              <a:lvl6pPr marL="2743200" marR="0" lvl="5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6pPr>
              <a:lvl7pPr marL="3200400" marR="0" lvl="6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7pPr>
              <a:lvl8pPr marL="3657600" marR="0" lvl="7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8pPr>
              <a:lvl9pPr marL="4114800" marR="0" lvl="8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9pPr>
            </a:lstStyle>
            <a:p>
              <a:pPr marL="0" indent="0"/>
              <a:r>
                <a:rPr lang="en-US" b="1" dirty="0"/>
                <a:t>55.5%</a:t>
              </a:r>
              <a:r>
                <a:rPr lang="en-US" dirty="0"/>
                <a:t> of Bangladesh remains offline</a:t>
              </a:r>
            </a:p>
          </p:txBody>
        </p:sp>
        <p:grpSp>
          <p:nvGrpSpPr>
            <p:cNvPr id="22" name="Google Shape;10996;p87">
              <a:extLst>
                <a:ext uri="{FF2B5EF4-FFF2-40B4-BE49-F238E27FC236}">
                  <a16:creationId xmlns:a16="http://schemas.microsoft.com/office/drawing/2014/main" id="{BC1D88AD-5DE6-CD24-8FD9-AE5C98E039A1}"/>
                </a:ext>
              </a:extLst>
            </p:cNvPr>
            <p:cNvGrpSpPr/>
            <p:nvPr/>
          </p:nvGrpSpPr>
          <p:grpSpPr>
            <a:xfrm>
              <a:off x="1279251" y="2685000"/>
              <a:ext cx="338328" cy="320040"/>
              <a:chOff x="-34755225" y="3202075"/>
              <a:chExt cx="274100" cy="291450"/>
            </a:xfrm>
          </p:grpSpPr>
          <p:sp>
            <p:nvSpPr>
              <p:cNvPr id="23" name="Google Shape;10997;p87">
                <a:extLst>
                  <a:ext uri="{FF2B5EF4-FFF2-40B4-BE49-F238E27FC236}">
                    <a16:creationId xmlns:a16="http://schemas.microsoft.com/office/drawing/2014/main" id="{E18AE44E-3E42-DFD0-5F7D-CC78AC65E3D0}"/>
                  </a:ext>
                </a:extLst>
              </p:cNvPr>
              <p:cNvSpPr/>
              <p:nvPr/>
            </p:nvSpPr>
            <p:spPr>
              <a:xfrm>
                <a:off x="-34703250" y="3389525"/>
                <a:ext cx="84300" cy="34675"/>
              </a:xfrm>
              <a:custGeom>
                <a:avLst/>
                <a:gdLst/>
                <a:ahLst/>
                <a:cxnLst/>
                <a:rect l="l" t="t" r="r" b="b"/>
                <a:pathLst>
                  <a:path w="3372" h="1387" extrusionOk="0">
                    <a:moveTo>
                      <a:pt x="1670" y="1"/>
                    </a:moveTo>
                    <a:cubicBezTo>
                      <a:pt x="883" y="1"/>
                      <a:pt x="158" y="599"/>
                      <a:pt x="0" y="1387"/>
                    </a:cubicBezTo>
                    <a:lnTo>
                      <a:pt x="3371" y="1387"/>
                    </a:lnTo>
                    <a:cubicBezTo>
                      <a:pt x="3214" y="599"/>
                      <a:pt x="2489" y="1"/>
                      <a:pt x="167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24" name="Google Shape;10998;p87">
                <a:extLst>
                  <a:ext uri="{FF2B5EF4-FFF2-40B4-BE49-F238E27FC236}">
                    <a16:creationId xmlns:a16="http://schemas.microsoft.com/office/drawing/2014/main" id="{2B2D29C0-E5DF-8C3F-7AA2-B30A78E38D40}"/>
                  </a:ext>
                </a:extLst>
              </p:cNvPr>
              <p:cNvSpPr/>
              <p:nvPr/>
            </p:nvSpPr>
            <p:spPr>
              <a:xfrm>
                <a:off x="-34636300" y="3348575"/>
                <a:ext cx="69325" cy="75625"/>
              </a:xfrm>
              <a:custGeom>
                <a:avLst/>
                <a:gdLst/>
                <a:ahLst/>
                <a:cxnLst/>
                <a:rect l="l" t="t" r="r" b="b"/>
                <a:pathLst>
                  <a:path w="2773" h="3025" extrusionOk="0">
                    <a:moveTo>
                      <a:pt x="2111" y="0"/>
                    </a:moveTo>
                    <a:lnTo>
                      <a:pt x="1387" y="221"/>
                    </a:lnTo>
                    <a:cubicBezTo>
                      <a:pt x="1298" y="265"/>
                      <a:pt x="1179" y="290"/>
                      <a:pt x="1049" y="290"/>
                    </a:cubicBezTo>
                    <a:cubicBezTo>
                      <a:pt x="808" y="290"/>
                      <a:pt x="531" y="205"/>
                      <a:pt x="347" y="0"/>
                    </a:cubicBezTo>
                    <a:lnTo>
                      <a:pt x="347" y="0"/>
                    </a:lnTo>
                    <a:cubicBezTo>
                      <a:pt x="378" y="63"/>
                      <a:pt x="378" y="189"/>
                      <a:pt x="378" y="315"/>
                    </a:cubicBezTo>
                    <a:cubicBezTo>
                      <a:pt x="378" y="662"/>
                      <a:pt x="221" y="977"/>
                      <a:pt x="0" y="1229"/>
                    </a:cubicBezTo>
                    <a:cubicBezTo>
                      <a:pt x="725" y="1575"/>
                      <a:pt x="1229" y="2237"/>
                      <a:pt x="1355" y="3025"/>
                    </a:cubicBezTo>
                    <a:lnTo>
                      <a:pt x="2773" y="3025"/>
                    </a:lnTo>
                    <a:lnTo>
                      <a:pt x="2773" y="221"/>
                    </a:lnTo>
                    <a:cubicBezTo>
                      <a:pt x="2521" y="189"/>
                      <a:pt x="2300" y="126"/>
                      <a:pt x="211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25" name="Google Shape;10999;p87">
                <a:extLst>
                  <a:ext uri="{FF2B5EF4-FFF2-40B4-BE49-F238E27FC236}">
                    <a16:creationId xmlns:a16="http://schemas.microsoft.com/office/drawing/2014/main" id="{E86CBDC2-3BF0-2A94-034C-A439EF7B8D9B}"/>
                  </a:ext>
                </a:extLst>
              </p:cNvPr>
              <p:cNvSpPr/>
              <p:nvPr/>
            </p:nvSpPr>
            <p:spPr>
              <a:xfrm>
                <a:off x="-34752875" y="3253275"/>
                <a:ext cx="126050" cy="170925"/>
              </a:xfrm>
              <a:custGeom>
                <a:avLst/>
                <a:gdLst/>
                <a:ahLst/>
                <a:cxnLst/>
                <a:rect l="l" t="t" r="r" b="b"/>
                <a:pathLst>
                  <a:path w="5042" h="6837" extrusionOk="0">
                    <a:moveTo>
                      <a:pt x="1" y="0"/>
                    </a:moveTo>
                    <a:lnTo>
                      <a:pt x="1" y="6837"/>
                    </a:lnTo>
                    <a:lnTo>
                      <a:pt x="1418" y="6837"/>
                    </a:lnTo>
                    <a:cubicBezTo>
                      <a:pt x="1450" y="6018"/>
                      <a:pt x="1954" y="5356"/>
                      <a:pt x="2679" y="4978"/>
                    </a:cubicBezTo>
                    <a:cubicBezTo>
                      <a:pt x="2427" y="4757"/>
                      <a:pt x="2301" y="4442"/>
                      <a:pt x="2301" y="4064"/>
                    </a:cubicBezTo>
                    <a:cubicBezTo>
                      <a:pt x="2301" y="3340"/>
                      <a:pt x="2931" y="2710"/>
                      <a:pt x="3687" y="2710"/>
                    </a:cubicBezTo>
                    <a:cubicBezTo>
                      <a:pt x="4128" y="2710"/>
                      <a:pt x="4474" y="2899"/>
                      <a:pt x="4758" y="3214"/>
                    </a:cubicBezTo>
                    <a:cubicBezTo>
                      <a:pt x="4726" y="3056"/>
                      <a:pt x="4758" y="2899"/>
                      <a:pt x="4789" y="2741"/>
                    </a:cubicBezTo>
                    <a:lnTo>
                      <a:pt x="5041" y="2016"/>
                    </a:lnTo>
                    <a:cubicBezTo>
                      <a:pt x="4821" y="1607"/>
                      <a:pt x="4758" y="1134"/>
                      <a:pt x="4758" y="662"/>
                    </a:cubicBezTo>
                    <a:cubicBezTo>
                      <a:pt x="4758" y="410"/>
                      <a:pt x="4789" y="189"/>
                      <a:pt x="482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26" name="Google Shape;11000;p87">
                <a:extLst>
                  <a:ext uri="{FF2B5EF4-FFF2-40B4-BE49-F238E27FC236}">
                    <a16:creationId xmlns:a16="http://schemas.microsoft.com/office/drawing/2014/main" id="{A3300FBD-7835-5D19-8B35-6EB498A82ECA}"/>
                  </a:ext>
                </a:extLst>
              </p:cNvPr>
              <p:cNvSpPr/>
              <p:nvPr/>
            </p:nvSpPr>
            <p:spPr>
              <a:xfrm>
                <a:off x="-34677250" y="3338325"/>
                <a:ext cx="33875" cy="33900"/>
              </a:xfrm>
              <a:custGeom>
                <a:avLst/>
                <a:gdLst/>
                <a:ahLst/>
                <a:cxnLst/>
                <a:rect l="l" t="t" r="r" b="b"/>
                <a:pathLst>
                  <a:path w="1355" h="1356" extrusionOk="0">
                    <a:moveTo>
                      <a:pt x="662" y="1"/>
                    </a:moveTo>
                    <a:cubicBezTo>
                      <a:pt x="315" y="1"/>
                      <a:pt x="0" y="316"/>
                      <a:pt x="0" y="694"/>
                    </a:cubicBezTo>
                    <a:cubicBezTo>
                      <a:pt x="0" y="1040"/>
                      <a:pt x="315" y="1355"/>
                      <a:pt x="662" y="1355"/>
                    </a:cubicBezTo>
                    <a:cubicBezTo>
                      <a:pt x="1040" y="1355"/>
                      <a:pt x="1355" y="1040"/>
                      <a:pt x="1355" y="694"/>
                    </a:cubicBezTo>
                    <a:cubicBezTo>
                      <a:pt x="1355" y="316"/>
                      <a:pt x="1040" y="1"/>
                      <a:pt x="66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27" name="Google Shape;11001;p87">
                <a:extLst>
                  <a:ext uri="{FF2B5EF4-FFF2-40B4-BE49-F238E27FC236}">
                    <a16:creationId xmlns:a16="http://schemas.microsoft.com/office/drawing/2014/main" id="{3D206C6D-4089-CB0F-CD2D-BDB9CD2132A2}"/>
                  </a:ext>
                </a:extLst>
              </p:cNvPr>
              <p:cNvSpPr/>
              <p:nvPr/>
            </p:nvSpPr>
            <p:spPr>
              <a:xfrm>
                <a:off x="-34618200" y="3202500"/>
                <a:ext cx="137075" cy="135850"/>
              </a:xfrm>
              <a:custGeom>
                <a:avLst/>
                <a:gdLst/>
                <a:ahLst/>
                <a:cxnLst/>
                <a:rect l="l" t="t" r="r" b="b"/>
                <a:pathLst>
                  <a:path w="5483" h="5434" extrusionOk="0">
                    <a:moveTo>
                      <a:pt x="2710" y="992"/>
                    </a:moveTo>
                    <a:cubicBezTo>
                      <a:pt x="2899" y="992"/>
                      <a:pt x="3057" y="1149"/>
                      <a:pt x="3057" y="1338"/>
                    </a:cubicBezTo>
                    <a:cubicBezTo>
                      <a:pt x="3057" y="1559"/>
                      <a:pt x="2899" y="1716"/>
                      <a:pt x="2710" y="1716"/>
                    </a:cubicBezTo>
                    <a:cubicBezTo>
                      <a:pt x="2521" y="1716"/>
                      <a:pt x="2364" y="1559"/>
                      <a:pt x="2364" y="1338"/>
                    </a:cubicBezTo>
                    <a:cubicBezTo>
                      <a:pt x="2395" y="1149"/>
                      <a:pt x="2553" y="992"/>
                      <a:pt x="2710" y="992"/>
                    </a:cubicBezTo>
                    <a:close/>
                    <a:moveTo>
                      <a:pt x="2742" y="2346"/>
                    </a:moveTo>
                    <a:cubicBezTo>
                      <a:pt x="2962" y="2346"/>
                      <a:pt x="3120" y="2504"/>
                      <a:pt x="3120" y="2693"/>
                    </a:cubicBezTo>
                    <a:lnTo>
                      <a:pt x="3120" y="4079"/>
                    </a:lnTo>
                    <a:cubicBezTo>
                      <a:pt x="3120" y="4268"/>
                      <a:pt x="2962" y="4426"/>
                      <a:pt x="2742" y="4426"/>
                    </a:cubicBezTo>
                    <a:cubicBezTo>
                      <a:pt x="2553" y="4426"/>
                      <a:pt x="2395" y="4268"/>
                      <a:pt x="2395" y="4079"/>
                    </a:cubicBezTo>
                    <a:lnTo>
                      <a:pt x="2395" y="2693"/>
                    </a:lnTo>
                    <a:cubicBezTo>
                      <a:pt x="2395" y="2504"/>
                      <a:pt x="2553" y="2346"/>
                      <a:pt x="2742" y="2346"/>
                    </a:cubicBezTo>
                    <a:close/>
                    <a:moveTo>
                      <a:pt x="2646" y="0"/>
                    </a:moveTo>
                    <a:cubicBezTo>
                      <a:pt x="1359" y="0"/>
                      <a:pt x="1" y="1099"/>
                      <a:pt x="1" y="2724"/>
                    </a:cubicBezTo>
                    <a:cubicBezTo>
                      <a:pt x="1" y="3197"/>
                      <a:pt x="127" y="3638"/>
                      <a:pt x="348" y="4016"/>
                    </a:cubicBezTo>
                    <a:lnTo>
                      <a:pt x="33" y="4961"/>
                    </a:lnTo>
                    <a:cubicBezTo>
                      <a:pt x="1" y="5087"/>
                      <a:pt x="33" y="5245"/>
                      <a:pt x="127" y="5339"/>
                    </a:cubicBezTo>
                    <a:cubicBezTo>
                      <a:pt x="167" y="5399"/>
                      <a:pt x="245" y="5421"/>
                      <a:pt x="329" y="5421"/>
                    </a:cubicBezTo>
                    <a:cubicBezTo>
                      <a:pt x="377" y="5421"/>
                      <a:pt x="427" y="5414"/>
                      <a:pt x="474" y="5402"/>
                    </a:cubicBezTo>
                    <a:lnTo>
                      <a:pt x="1419" y="5087"/>
                    </a:lnTo>
                    <a:cubicBezTo>
                      <a:pt x="1797" y="5339"/>
                      <a:pt x="2238" y="5434"/>
                      <a:pt x="2742" y="5434"/>
                    </a:cubicBezTo>
                    <a:cubicBezTo>
                      <a:pt x="4254" y="5434"/>
                      <a:pt x="5483" y="4237"/>
                      <a:pt x="5483" y="2724"/>
                    </a:cubicBezTo>
                    <a:cubicBezTo>
                      <a:pt x="5483" y="1275"/>
                      <a:pt x="4317" y="78"/>
                      <a:pt x="2899" y="15"/>
                    </a:cubicBezTo>
                    <a:cubicBezTo>
                      <a:pt x="2815" y="5"/>
                      <a:pt x="2731" y="0"/>
                      <a:pt x="264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28" name="Google Shape;11002;p87">
                <a:extLst>
                  <a:ext uri="{FF2B5EF4-FFF2-40B4-BE49-F238E27FC236}">
                    <a16:creationId xmlns:a16="http://schemas.microsoft.com/office/drawing/2014/main" id="{10AEA1C1-8888-B72E-E934-07140D5A5FFD}"/>
                  </a:ext>
                </a:extLst>
              </p:cNvPr>
              <p:cNvSpPr/>
              <p:nvPr/>
            </p:nvSpPr>
            <p:spPr>
              <a:xfrm>
                <a:off x="-34755225" y="3440725"/>
                <a:ext cx="188250" cy="52800"/>
              </a:xfrm>
              <a:custGeom>
                <a:avLst/>
                <a:gdLst/>
                <a:ahLst/>
                <a:cxnLst/>
                <a:rect l="l" t="t" r="r" b="b"/>
                <a:pathLst>
                  <a:path w="7530" h="2112" extrusionOk="0">
                    <a:moveTo>
                      <a:pt x="0" y="0"/>
                    </a:moveTo>
                    <a:lnTo>
                      <a:pt x="0" y="1071"/>
                    </a:lnTo>
                    <a:cubicBezTo>
                      <a:pt x="0" y="1670"/>
                      <a:pt x="473" y="2111"/>
                      <a:pt x="1040" y="2111"/>
                    </a:cubicBezTo>
                    <a:lnTo>
                      <a:pt x="6490" y="2111"/>
                    </a:lnTo>
                    <a:cubicBezTo>
                      <a:pt x="7057" y="2111"/>
                      <a:pt x="7530" y="1639"/>
                      <a:pt x="7530" y="1071"/>
                    </a:cubicBezTo>
                    <a:lnTo>
                      <a:pt x="753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29" name="Google Shape;11003;p87">
                <a:extLst>
                  <a:ext uri="{FF2B5EF4-FFF2-40B4-BE49-F238E27FC236}">
                    <a16:creationId xmlns:a16="http://schemas.microsoft.com/office/drawing/2014/main" id="{14A2B9F0-94DC-A143-5557-77C35B495675}"/>
                  </a:ext>
                </a:extLst>
              </p:cNvPr>
              <p:cNvSpPr/>
              <p:nvPr/>
            </p:nvSpPr>
            <p:spPr>
              <a:xfrm>
                <a:off x="-34754450" y="3202075"/>
                <a:ext cx="153600" cy="33900"/>
              </a:xfrm>
              <a:custGeom>
                <a:avLst/>
                <a:gdLst/>
                <a:ahLst/>
                <a:cxnLst/>
                <a:rect l="l" t="t" r="r" b="b"/>
                <a:pathLst>
                  <a:path w="6144" h="1356" extrusionOk="0">
                    <a:moveTo>
                      <a:pt x="1040" y="0"/>
                    </a:moveTo>
                    <a:cubicBezTo>
                      <a:pt x="473" y="0"/>
                      <a:pt x="1" y="473"/>
                      <a:pt x="1" y="1009"/>
                    </a:cubicBezTo>
                    <a:lnTo>
                      <a:pt x="1" y="1355"/>
                    </a:lnTo>
                    <a:lnTo>
                      <a:pt x="5104" y="1355"/>
                    </a:lnTo>
                    <a:cubicBezTo>
                      <a:pt x="5293" y="819"/>
                      <a:pt x="5672" y="347"/>
                      <a:pt x="614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>
                  <a:solidFill>
                    <a:srgbClr val="435D74"/>
                  </a:solidFill>
                </a:endParaRPr>
              </a:p>
            </p:txBody>
          </p:sp>
        </p:grp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BB8D29C5-6983-D27A-6DC4-2EC759E4FDE2}"/>
              </a:ext>
            </a:extLst>
          </p:cNvPr>
          <p:cNvGrpSpPr/>
          <p:nvPr/>
        </p:nvGrpSpPr>
        <p:grpSpPr>
          <a:xfrm>
            <a:off x="1279251" y="3085467"/>
            <a:ext cx="3778206" cy="373392"/>
            <a:chOff x="1279251" y="3085467"/>
            <a:chExt cx="3778206" cy="373392"/>
          </a:xfrm>
        </p:grpSpPr>
        <p:sp>
          <p:nvSpPr>
            <p:cNvPr id="9" name="Google Shape;2806;p37">
              <a:extLst>
                <a:ext uri="{FF2B5EF4-FFF2-40B4-BE49-F238E27FC236}">
                  <a16:creationId xmlns:a16="http://schemas.microsoft.com/office/drawing/2014/main" id="{EF4D2185-3017-F44B-980D-2180AEE46B43}"/>
                </a:ext>
              </a:extLst>
            </p:cNvPr>
            <p:cNvSpPr txBox="1">
              <a:spLocks/>
            </p:cNvSpPr>
            <p:nvPr/>
          </p:nvSpPr>
          <p:spPr>
            <a:xfrm>
              <a:off x="1587394" y="3085467"/>
              <a:ext cx="3470063" cy="3733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1pPr>
              <a:lvl2pPr marL="914400" marR="0" lvl="1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2pPr>
              <a:lvl3pPr marL="1371600" marR="0" lvl="2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3pPr>
              <a:lvl4pPr marL="1828800" marR="0" lvl="3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4pPr>
              <a:lvl5pPr marL="2286000" marR="0" lvl="4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5pPr>
              <a:lvl6pPr marL="2743200" marR="0" lvl="5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6pPr>
              <a:lvl7pPr marL="3200400" marR="0" lvl="6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7pPr>
              <a:lvl8pPr marL="3657600" marR="0" lvl="7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8pPr>
              <a:lvl9pPr marL="4114800" marR="0" lvl="8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9pPr>
            </a:lstStyle>
            <a:p>
              <a:pPr marL="0" indent="0"/>
              <a:r>
                <a:rPr lang="en-US" b="1" dirty="0"/>
                <a:t>41%</a:t>
              </a:r>
              <a:r>
                <a:rPr lang="en-US" dirty="0"/>
                <a:t> report fragmented care coordination</a:t>
              </a:r>
            </a:p>
          </p:txBody>
        </p:sp>
        <p:grpSp>
          <p:nvGrpSpPr>
            <p:cNvPr id="30" name="Google Shape;12429;p90">
              <a:extLst>
                <a:ext uri="{FF2B5EF4-FFF2-40B4-BE49-F238E27FC236}">
                  <a16:creationId xmlns:a16="http://schemas.microsoft.com/office/drawing/2014/main" id="{8FB245F4-991D-540A-E82B-FE2B11FED7C7}"/>
                </a:ext>
              </a:extLst>
            </p:cNvPr>
            <p:cNvGrpSpPr/>
            <p:nvPr/>
          </p:nvGrpSpPr>
          <p:grpSpPr>
            <a:xfrm>
              <a:off x="1279251" y="3134077"/>
              <a:ext cx="338328" cy="320040"/>
              <a:chOff x="-6329875" y="3992050"/>
              <a:chExt cx="291425" cy="291450"/>
            </a:xfrm>
          </p:grpSpPr>
          <p:sp>
            <p:nvSpPr>
              <p:cNvPr id="31" name="Google Shape;12430;p90">
                <a:extLst>
                  <a:ext uri="{FF2B5EF4-FFF2-40B4-BE49-F238E27FC236}">
                    <a16:creationId xmlns:a16="http://schemas.microsoft.com/office/drawing/2014/main" id="{626DC393-784B-1A11-D5F7-9E9A9EC87206}"/>
                  </a:ext>
                </a:extLst>
              </p:cNvPr>
              <p:cNvSpPr/>
              <p:nvPr/>
            </p:nvSpPr>
            <p:spPr>
              <a:xfrm>
                <a:off x="-6090450" y="4077900"/>
                <a:ext cx="52000" cy="34675"/>
              </a:xfrm>
              <a:custGeom>
                <a:avLst/>
                <a:gdLst/>
                <a:ahLst/>
                <a:cxnLst/>
                <a:rect l="l" t="t" r="r" b="b"/>
                <a:pathLst>
                  <a:path w="2080" h="1387" extrusionOk="0">
                    <a:moveTo>
                      <a:pt x="1" y="1"/>
                    </a:moveTo>
                    <a:lnTo>
                      <a:pt x="1" y="1387"/>
                    </a:lnTo>
                    <a:lnTo>
                      <a:pt x="2080" y="1387"/>
                    </a:lnTo>
                    <a:lnTo>
                      <a:pt x="2080" y="1040"/>
                    </a:lnTo>
                    <a:cubicBezTo>
                      <a:pt x="2080" y="473"/>
                      <a:pt x="1607" y="1"/>
                      <a:pt x="107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32" name="Google Shape;12431;p90">
                <a:extLst>
                  <a:ext uri="{FF2B5EF4-FFF2-40B4-BE49-F238E27FC236}">
                    <a16:creationId xmlns:a16="http://schemas.microsoft.com/office/drawing/2014/main" id="{64F1BA5C-5C45-84FD-89A0-5182284441D0}"/>
                  </a:ext>
                </a:extLst>
              </p:cNvPr>
              <p:cNvSpPr/>
              <p:nvPr/>
            </p:nvSpPr>
            <p:spPr>
              <a:xfrm>
                <a:off x="-6262925" y="3992050"/>
                <a:ext cx="154400" cy="155200"/>
              </a:xfrm>
              <a:custGeom>
                <a:avLst/>
                <a:gdLst/>
                <a:ahLst/>
                <a:cxnLst/>
                <a:rect l="l" t="t" r="r" b="b"/>
                <a:pathLst>
                  <a:path w="6176" h="6208" extrusionOk="0">
                    <a:moveTo>
                      <a:pt x="5167" y="1387"/>
                    </a:moveTo>
                    <a:cubicBezTo>
                      <a:pt x="5608" y="1387"/>
                      <a:pt x="5639" y="2048"/>
                      <a:pt x="5167" y="2048"/>
                    </a:cubicBezTo>
                    <a:lnTo>
                      <a:pt x="1071" y="2048"/>
                    </a:lnTo>
                    <a:cubicBezTo>
                      <a:pt x="1053" y="2051"/>
                      <a:pt x="1035" y="2052"/>
                      <a:pt x="1018" y="2052"/>
                    </a:cubicBezTo>
                    <a:cubicBezTo>
                      <a:pt x="628" y="2052"/>
                      <a:pt x="618" y="1387"/>
                      <a:pt x="1071" y="1387"/>
                    </a:cubicBezTo>
                    <a:close/>
                    <a:moveTo>
                      <a:pt x="5167" y="2773"/>
                    </a:moveTo>
                    <a:cubicBezTo>
                      <a:pt x="5608" y="2773"/>
                      <a:pt x="5639" y="3435"/>
                      <a:pt x="5167" y="3435"/>
                    </a:cubicBezTo>
                    <a:lnTo>
                      <a:pt x="1071" y="3435"/>
                    </a:lnTo>
                    <a:cubicBezTo>
                      <a:pt x="630" y="3435"/>
                      <a:pt x="599" y="2773"/>
                      <a:pt x="1071" y="2773"/>
                    </a:cubicBezTo>
                    <a:close/>
                    <a:moveTo>
                      <a:pt x="5167" y="4159"/>
                    </a:moveTo>
                    <a:cubicBezTo>
                      <a:pt x="5608" y="4159"/>
                      <a:pt x="5639" y="4821"/>
                      <a:pt x="5167" y="4821"/>
                    </a:cubicBezTo>
                    <a:lnTo>
                      <a:pt x="1071" y="4821"/>
                    </a:lnTo>
                    <a:cubicBezTo>
                      <a:pt x="630" y="4821"/>
                      <a:pt x="599" y="4159"/>
                      <a:pt x="1071" y="4159"/>
                    </a:cubicBezTo>
                    <a:close/>
                    <a:moveTo>
                      <a:pt x="347" y="1"/>
                    </a:moveTo>
                    <a:cubicBezTo>
                      <a:pt x="158" y="1"/>
                      <a:pt x="0" y="158"/>
                      <a:pt x="0" y="379"/>
                    </a:cubicBezTo>
                    <a:lnTo>
                      <a:pt x="0" y="6207"/>
                    </a:lnTo>
                    <a:lnTo>
                      <a:pt x="4726" y="6207"/>
                    </a:lnTo>
                    <a:cubicBezTo>
                      <a:pt x="5041" y="6207"/>
                      <a:pt x="5198" y="5672"/>
                      <a:pt x="5356" y="5420"/>
                    </a:cubicBezTo>
                    <a:cubicBezTo>
                      <a:pt x="5513" y="5104"/>
                      <a:pt x="5828" y="4884"/>
                      <a:pt x="6175" y="4852"/>
                    </a:cubicBezTo>
                    <a:lnTo>
                      <a:pt x="6175" y="379"/>
                    </a:lnTo>
                    <a:cubicBezTo>
                      <a:pt x="6175" y="158"/>
                      <a:pt x="6018" y="1"/>
                      <a:pt x="582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33" name="Google Shape;12432;p90">
                <a:extLst>
                  <a:ext uri="{FF2B5EF4-FFF2-40B4-BE49-F238E27FC236}">
                    <a16:creationId xmlns:a16="http://schemas.microsoft.com/office/drawing/2014/main" id="{630E6F4E-3BCB-EF8F-2C86-99F11C5FEEAE}"/>
                  </a:ext>
                </a:extLst>
              </p:cNvPr>
              <p:cNvSpPr/>
              <p:nvPr/>
            </p:nvSpPr>
            <p:spPr>
              <a:xfrm>
                <a:off x="-6329875" y="4044825"/>
                <a:ext cx="51200" cy="102425"/>
              </a:xfrm>
              <a:custGeom>
                <a:avLst/>
                <a:gdLst/>
                <a:ahLst/>
                <a:cxnLst/>
                <a:rect l="l" t="t" r="r" b="b"/>
                <a:pathLst>
                  <a:path w="2048" h="4097" extrusionOk="0">
                    <a:moveTo>
                      <a:pt x="1040" y="0"/>
                    </a:moveTo>
                    <a:cubicBezTo>
                      <a:pt x="473" y="0"/>
                      <a:pt x="0" y="473"/>
                      <a:pt x="0" y="1009"/>
                    </a:cubicBezTo>
                    <a:lnTo>
                      <a:pt x="0" y="4096"/>
                    </a:lnTo>
                    <a:lnTo>
                      <a:pt x="2048" y="4096"/>
                    </a:lnTo>
                    <a:lnTo>
                      <a:pt x="2048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34" name="Google Shape;12433;p90">
                <a:extLst>
                  <a:ext uri="{FF2B5EF4-FFF2-40B4-BE49-F238E27FC236}">
                    <a16:creationId xmlns:a16="http://schemas.microsoft.com/office/drawing/2014/main" id="{B6F8D100-9F16-2A2C-5F9E-1C93A6B6CD38}"/>
                  </a:ext>
                </a:extLst>
              </p:cNvPr>
              <p:cNvSpPr/>
              <p:nvPr/>
            </p:nvSpPr>
            <p:spPr>
              <a:xfrm>
                <a:off x="-6329875" y="4129900"/>
                <a:ext cx="291425" cy="153600"/>
              </a:xfrm>
              <a:custGeom>
                <a:avLst/>
                <a:gdLst/>
                <a:ahLst/>
                <a:cxnLst/>
                <a:rect l="l" t="t" r="r" b="b"/>
                <a:pathLst>
                  <a:path w="11657" h="6144" extrusionOk="0">
                    <a:moveTo>
                      <a:pt x="8948" y="0"/>
                    </a:moveTo>
                    <a:cubicBezTo>
                      <a:pt x="8664" y="0"/>
                      <a:pt x="8506" y="473"/>
                      <a:pt x="8349" y="788"/>
                    </a:cubicBezTo>
                    <a:cubicBezTo>
                      <a:pt x="8191" y="1166"/>
                      <a:pt x="7845" y="1355"/>
                      <a:pt x="7467" y="1355"/>
                    </a:cubicBezTo>
                    <a:lnTo>
                      <a:pt x="0" y="1355"/>
                    </a:lnTo>
                    <a:lnTo>
                      <a:pt x="0" y="5135"/>
                    </a:lnTo>
                    <a:cubicBezTo>
                      <a:pt x="0" y="5671"/>
                      <a:pt x="473" y="6143"/>
                      <a:pt x="1040" y="6143"/>
                    </a:cubicBezTo>
                    <a:lnTo>
                      <a:pt x="10649" y="6143"/>
                    </a:lnTo>
                    <a:cubicBezTo>
                      <a:pt x="11184" y="6143"/>
                      <a:pt x="11657" y="5671"/>
                      <a:pt x="11657" y="5135"/>
                    </a:cubicBezTo>
                    <a:lnTo>
                      <a:pt x="1165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>
                  <a:solidFill>
                    <a:srgbClr val="435D74"/>
                  </a:solidFill>
                </a:endParaRPr>
              </a:p>
            </p:txBody>
          </p:sp>
        </p:grp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A59C1219-981A-D03F-EDC1-E80D0521B94E}"/>
              </a:ext>
            </a:extLst>
          </p:cNvPr>
          <p:cNvGrpSpPr/>
          <p:nvPr/>
        </p:nvGrpSpPr>
        <p:grpSpPr>
          <a:xfrm>
            <a:off x="1279251" y="3526699"/>
            <a:ext cx="3601607" cy="376494"/>
            <a:chOff x="1279251" y="3526699"/>
            <a:chExt cx="3601607" cy="376494"/>
          </a:xfrm>
        </p:grpSpPr>
        <p:sp>
          <p:nvSpPr>
            <p:cNvPr id="10" name="Google Shape;2806;p37">
              <a:extLst>
                <a:ext uri="{FF2B5EF4-FFF2-40B4-BE49-F238E27FC236}">
                  <a16:creationId xmlns:a16="http://schemas.microsoft.com/office/drawing/2014/main" id="{929CC829-B7FA-A76E-E487-25466611C955}"/>
                </a:ext>
              </a:extLst>
            </p:cNvPr>
            <p:cNvSpPr txBox="1">
              <a:spLocks/>
            </p:cNvSpPr>
            <p:nvPr/>
          </p:nvSpPr>
          <p:spPr>
            <a:xfrm>
              <a:off x="1587394" y="3526699"/>
              <a:ext cx="3293464" cy="3733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1pPr>
              <a:lvl2pPr marL="914400" marR="0" lvl="1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2pPr>
              <a:lvl3pPr marL="1371600" marR="0" lvl="2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3pPr>
              <a:lvl4pPr marL="1828800" marR="0" lvl="3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4pPr>
              <a:lvl5pPr marL="2286000" marR="0" lvl="4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5pPr>
              <a:lvl6pPr marL="2743200" marR="0" lvl="5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6pPr>
              <a:lvl7pPr marL="3200400" marR="0" lvl="6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7pPr>
              <a:lvl8pPr marL="3657600" marR="0" lvl="7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8pPr>
              <a:lvl9pPr marL="4114800" marR="0" lvl="8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9pPr>
            </a:lstStyle>
            <a:p>
              <a:pPr marL="0" indent="0"/>
              <a:r>
                <a:rPr lang="en-US" dirty="0"/>
                <a:t>Only </a:t>
              </a:r>
              <a:r>
                <a:rPr lang="en-US" b="1" dirty="0"/>
                <a:t>27.3%</a:t>
              </a:r>
              <a:r>
                <a:rPr lang="en-US" dirty="0"/>
                <a:t> receive old age allowance</a:t>
              </a:r>
            </a:p>
          </p:txBody>
        </p:sp>
        <p:grpSp>
          <p:nvGrpSpPr>
            <p:cNvPr id="35" name="Google Shape;10514;p86">
              <a:extLst>
                <a:ext uri="{FF2B5EF4-FFF2-40B4-BE49-F238E27FC236}">
                  <a16:creationId xmlns:a16="http://schemas.microsoft.com/office/drawing/2014/main" id="{8517515E-2F56-8916-8B2F-18CAB8520F8D}"/>
                </a:ext>
              </a:extLst>
            </p:cNvPr>
            <p:cNvGrpSpPr/>
            <p:nvPr/>
          </p:nvGrpSpPr>
          <p:grpSpPr>
            <a:xfrm>
              <a:off x="1279251" y="3583153"/>
              <a:ext cx="338328" cy="320040"/>
              <a:chOff x="-59869425" y="4102225"/>
              <a:chExt cx="319025" cy="315175"/>
            </a:xfrm>
          </p:grpSpPr>
          <p:sp>
            <p:nvSpPr>
              <p:cNvPr id="36" name="Google Shape;10515;p86">
                <a:extLst>
                  <a:ext uri="{FF2B5EF4-FFF2-40B4-BE49-F238E27FC236}">
                    <a16:creationId xmlns:a16="http://schemas.microsoft.com/office/drawing/2014/main" id="{B81CB394-F4BA-37DC-AA75-D687B293787D}"/>
                  </a:ext>
                </a:extLst>
              </p:cNvPr>
              <p:cNvSpPr/>
              <p:nvPr/>
            </p:nvSpPr>
            <p:spPr>
              <a:xfrm>
                <a:off x="-59869425" y="4102225"/>
                <a:ext cx="149675" cy="256825"/>
              </a:xfrm>
              <a:custGeom>
                <a:avLst/>
                <a:gdLst/>
                <a:ahLst/>
                <a:cxnLst/>
                <a:rect l="l" t="t" r="r" b="b"/>
                <a:pathLst>
                  <a:path w="5987" h="10273" extrusionOk="0">
                    <a:moveTo>
                      <a:pt x="5532" y="1"/>
                    </a:moveTo>
                    <a:cubicBezTo>
                      <a:pt x="5515" y="1"/>
                      <a:pt x="5499" y="2"/>
                      <a:pt x="5483" y="4"/>
                    </a:cubicBezTo>
                    <a:cubicBezTo>
                      <a:pt x="2364" y="445"/>
                      <a:pt x="1" y="3123"/>
                      <a:pt x="1" y="6274"/>
                    </a:cubicBezTo>
                    <a:cubicBezTo>
                      <a:pt x="1" y="7692"/>
                      <a:pt x="442" y="8983"/>
                      <a:pt x="1293" y="10086"/>
                    </a:cubicBezTo>
                    <a:cubicBezTo>
                      <a:pt x="1381" y="10209"/>
                      <a:pt x="1507" y="10273"/>
                      <a:pt x="1635" y="10273"/>
                    </a:cubicBezTo>
                    <a:cubicBezTo>
                      <a:pt x="1737" y="10273"/>
                      <a:pt x="1839" y="10233"/>
                      <a:pt x="1923" y="10149"/>
                    </a:cubicBezTo>
                    <a:lnTo>
                      <a:pt x="3719" y="8353"/>
                    </a:lnTo>
                    <a:cubicBezTo>
                      <a:pt x="3813" y="8259"/>
                      <a:pt x="3845" y="8007"/>
                      <a:pt x="3782" y="7849"/>
                    </a:cubicBezTo>
                    <a:cubicBezTo>
                      <a:pt x="3498" y="7376"/>
                      <a:pt x="3341" y="6809"/>
                      <a:pt x="3341" y="6274"/>
                    </a:cubicBezTo>
                    <a:cubicBezTo>
                      <a:pt x="3341" y="4888"/>
                      <a:pt x="4286" y="3659"/>
                      <a:pt x="5672" y="3312"/>
                    </a:cubicBezTo>
                    <a:cubicBezTo>
                      <a:pt x="5861" y="3281"/>
                      <a:pt x="5987" y="3123"/>
                      <a:pt x="5987" y="2934"/>
                    </a:cubicBezTo>
                    <a:lnTo>
                      <a:pt x="5987" y="414"/>
                    </a:lnTo>
                    <a:cubicBezTo>
                      <a:pt x="5958" y="180"/>
                      <a:pt x="5739" y="1"/>
                      <a:pt x="553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37" name="Google Shape;10516;p86">
                <a:extLst>
                  <a:ext uri="{FF2B5EF4-FFF2-40B4-BE49-F238E27FC236}">
                    <a16:creationId xmlns:a16="http://schemas.microsoft.com/office/drawing/2014/main" id="{92933270-3BB2-1F42-72E9-5682E5EFA48D}"/>
                  </a:ext>
                </a:extLst>
              </p:cNvPr>
              <p:cNvSpPr/>
              <p:nvPr/>
            </p:nvSpPr>
            <p:spPr>
              <a:xfrm>
                <a:off x="-59811125" y="4322075"/>
                <a:ext cx="201650" cy="95325"/>
              </a:xfrm>
              <a:custGeom>
                <a:avLst/>
                <a:gdLst/>
                <a:ahLst/>
                <a:cxnLst/>
                <a:rect l="l" t="t" r="r" b="b"/>
                <a:pathLst>
                  <a:path w="8066" h="3813" extrusionOk="0">
                    <a:moveTo>
                      <a:pt x="5758" y="0"/>
                    </a:moveTo>
                    <a:cubicBezTo>
                      <a:pt x="5692" y="0"/>
                      <a:pt x="5629" y="11"/>
                      <a:pt x="5577" y="32"/>
                    </a:cubicBezTo>
                    <a:cubicBezTo>
                      <a:pt x="5091" y="339"/>
                      <a:pt x="4530" y="489"/>
                      <a:pt x="3972" y="489"/>
                    </a:cubicBezTo>
                    <a:cubicBezTo>
                      <a:pt x="3444" y="489"/>
                      <a:pt x="2917" y="355"/>
                      <a:pt x="2458" y="95"/>
                    </a:cubicBezTo>
                    <a:cubicBezTo>
                      <a:pt x="2389" y="53"/>
                      <a:pt x="2314" y="30"/>
                      <a:pt x="2239" y="30"/>
                    </a:cubicBezTo>
                    <a:cubicBezTo>
                      <a:pt x="2141" y="30"/>
                      <a:pt x="2042" y="69"/>
                      <a:pt x="1954" y="158"/>
                    </a:cubicBezTo>
                    <a:lnTo>
                      <a:pt x="189" y="1922"/>
                    </a:lnTo>
                    <a:cubicBezTo>
                      <a:pt x="0" y="2143"/>
                      <a:pt x="32" y="2395"/>
                      <a:pt x="221" y="2552"/>
                    </a:cubicBezTo>
                    <a:cubicBezTo>
                      <a:pt x="1324" y="3403"/>
                      <a:pt x="2615" y="3812"/>
                      <a:pt x="4001" y="3812"/>
                    </a:cubicBezTo>
                    <a:cubicBezTo>
                      <a:pt x="5388" y="3812"/>
                      <a:pt x="6711" y="3403"/>
                      <a:pt x="7814" y="2521"/>
                    </a:cubicBezTo>
                    <a:cubicBezTo>
                      <a:pt x="8034" y="2363"/>
                      <a:pt x="8066" y="2080"/>
                      <a:pt x="7877" y="1890"/>
                    </a:cubicBezTo>
                    <a:lnTo>
                      <a:pt x="6112" y="126"/>
                    </a:lnTo>
                    <a:cubicBezTo>
                      <a:pt x="6028" y="42"/>
                      <a:pt x="5888" y="0"/>
                      <a:pt x="575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38" name="Google Shape;10517;p86">
                <a:extLst>
                  <a:ext uri="{FF2B5EF4-FFF2-40B4-BE49-F238E27FC236}">
                    <a16:creationId xmlns:a16="http://schemas.microsoft.com/office/drawing/2014/main" id="{8ED8FB89-E4CF-CB65-6DA7-B4926B18E73A}"/>
                  </a:ext>
                </a:extLst>
              </p:cNvPr>
              <p:cNvSpPr/>
              <p:nvPr/>
            </p:nvSpPr>
            <p:spPr>
              <a:xfrm>
                <a:off x="-59700075" y="4102225"/>
                <a:ext cx="149675" cy="256525"/>
              </a:xfrm>
              <a:custGeom>
                <a:avLst/>
                <a:gdLst/>
                <a:ahLst/>
                <a:cxnLst/>
                <a:rect l="l" t="t" r="r" b="b"/>
                <a:pathLst>
                  <a:path w="5987" h="10261" extrusionOk="0">
                    <a:moveTo>
                      <a:pt x="418" y="1"/>
                    </a:moveTo>
                    <a:cubicBezTo>
                      <a:pt x="190" y="1"/>
                      <a:pt x="1" y="180"/>
                      <a:pt x="1" y="414"/>
                    </a:cubicBezTo>
                    <a:lnTo>
                      <a:pt x="1" y="2934"/>
                    </a:lnTo>
                    <a:cubicBezTo>
                      <a:pt x="1" y="3123"/>
                      <a:pt x="127" y="3281"/>
                      <a:pt x="316" y="3312"/>
                    </a:cubicBezTo>
                    <a:cubicBezTo>
                      <a:pt x="1639" y="3659"/>
                      <a:pt x="2647" y="4856"/>
                      <a:pt x="2647" y="6274"/>
                    </a:cubicBezTo>
                    <a:cubicBezTo>
                      <a:pt x="2647" y="6809"/>
                      <a:pt x="2489" y="7376"/>
                      <a:pt x="2206" y="7849"/>
                    </a:cubicBezTo>
                    <a:cubicBezTo>
                      <a:pt x="2080" y="8007"/>
                      <a:pt x="2111" y="8196"/>
                      <a:pt x="2269" y="8353"/>
                    </a:cubicBezTo>
                    <a:lnTo>
                      <a:pt x="4065" y="10149"/>
                    </a:lnTo>
                    <a:cubicBezTo>
                      <a:pt x="4137" y="10221"/>
                      <a:pt x="4242" y="10260"/>
                      <a:pt x="4350" y="10260"/>
                    </a:cubicBezTo>
                    <a:cubicBezTo>
                      <a:pt x="4478" y="10260"/>
                      <a:pt x="4609" y="10205"/>
                      <a:pt x="4695" y="10086"/>
                    </a:cubicBezTo>
                    <a:cubicBezTo>
                      <a:pt x="5514" y="8983"/>
                      <a:pt x="5987" y="7660"/>
                      <a:pt x="5987" y="6274"/>
                    </a:cubicBezTo>
                    <a:cubicBezTo>
                      <a:pt x="5892" y="3123"/>
                      <a:pt x="3592" y="445"/>
                      <a:pt x="473" y="4"/>
                    </a:cubicBezTo>
                    <a:cubicBezTo>
                      <a:pt x="455" y="2"/>
                      <a:pt x="436" y="1"/>
                      <a:pt x="41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39" name="Google Shape;10518;p86">
                <a:extLst>
                  <a:ext uri="{FF2B5EF4-FFF2-40B4-BE49-F238E27FC236}">
                    <a16:creationId xmlns:a16="http://schemas.microsoft.com/office/drawing/2014/main" id="{6136ABEA-4538-7213-9616-527CB1505A92}"/>
                  </a:ext>
                </a:extLst>
              </p:cNvPr>
              <p:cNvSpPr/>
              <p:nvPr/>
            </p:nvSpPr>
            <p:spPr>
              <a:xfrm>
                <a:off x="-59742600" y="4187375"/>
                <a:ext cx="63025" cy="144950"/>
              </a:xfrm>
              <a:custGeom>
                <a:avLst/>
                <a:gdLst/>
                <a:ahLst/>
                <a:cxnLst/>
                <a:rect l="l" t="t" r="r" b="b"/>
                <a:pathLst>
                  <a:path w="2521" h="5798" extrusionOk="0">
                    <a:moveTo>
                      <a:pt x="1260" y="1"/>
                    </a:moveTo>
                    <a:cubicBezTo>
                      <a:pt x="1040" y="1"/>
                      <a:pt x="819" y="190"/>
                      <a:pt x="819" y="379"/>
                    </a:cubicBezTo>
                    <a:lnTo>
                      <a:pt x="819" y="662"/>
                    </a:lnTo>
                    <a:cubicBezTo>
                      <a:pt x="347" y="820"/>
                      <a:pt x="0" y="1293"/>
                      <a:pt x="0" y="1860"/>
                    </a:cubicBezTo>
                    <a:cubicBezTo>
                      <a:pt x="0" y="2521"/>
                      <a:pt x="567" y="2899"/>
                      <a:pt x="977" y="3214"/>
                    </a:cubicBezTo>
                    <a:cubicBezTo>
                      <a:pt x="1292" y="3466"/>
                      <a:pt x="1670" y="3687"/>
                      <a:pt x="1670" y="3939"/>
                    </a:cubicBezTo>
                    <a:cubicBezTo>
                      <a:pt x="1670" y="4160"/>
                      <a:pt x="1450" y="4380"/>
                      <a:pt x="1260" y="4380"/>
                    </a:cubicBezTo>
                    <a:cubicBezTo>
                      <a:pt x="1071" y="4380"/>
                      <a:pt x="819" y="4160"/>
                      <a:pt x="819" y="3939"/>
                    </a:cubicBezTo>
                    <a:cubicBezTo>
                      <a:pt x="819" y="3687"/>
                      <a:pt x="630" y="3529"/>
                      <a:pt x="441" y="3529"/>
                    </a:cubicBezTo>
                    <a:cubicBezTo>
                      <a:pt x="252" y="3529"/>
                      <a:pt x="32" y="3750"/>
                      <a:pt x="32" y="3939"/>
                    </a:cubicBezTo>
                    <a:cubicBezTo>
                      <a:pt x="32" y="4475"/>
                      <a:pt x="410" y="4916"/>
                      <a:pt x="882" y="5105"/>
                    </a:cubicBezTo>
                    <a:lnTo>
                      <a:pt x="882" y="5388"/>
                    </a:lnTo>
                    <a:cubicBezTo>
                      <a:pt x="882" y="5640"/>
                      <a:pt x="1071" y="5798"/>
                      <a:pt x="1292" y="5798"/>
                    </a:cubicBezTo>
                    <a:cubicBezTo>
                      <a:pt x="1544" y="5798"/>
                      <a:pt x="1702" y="5577"/>
                      <a:pt x="1702" y="5388"/>
                    </a:cubicBezTo>
                    <a:lnTo>
                      <a:pt x="1702" y="5073"/>
                    </a:lnTo>
                    <a:cubicBezTo>
                      <a:pt x="2174" y="4916"/>
                      <a:pt x="2521" y="4443"/>
                      <a:pt x="2521" y="3907"/>
                    </a:cubicBezTo>
                    <a:cubicBezTo>
                      <a:pt x="2521" y="3214"/>
                      <a:pt x="1985" y="2836"/>
                      <a:pt x="1544" y="2521"/>
                    </a:cubicBezTo>
                    <a:cubicBezTo>
                      <a:pt x="1229" y="2269"/>
                      <a:pt x="882" y="2049"/>
                      <a:pt x="882" y="1797"/>
                    </a:cubicBezTo>
                    <a:cubicBezTo>
                      <a:pt x="882" y="1576"/>
                      <a:pt x="1071" y="1419"/>
                      <a:pt x="1292" y="1419"/>
                    </a:cubicBezTo>
                    <a:cubicBezTo>
                      <a:pt x="1544" y="1419"/>
                      <a:pt x="1702" y="1608"/>
                      <a:pt x="1702" y="1797"/>
                    </a:cubicBezTo>
                    <a:cubicBezTo>
                      <a:pt x="1702" y="2049"/>
                      <a:pt x="1891" y="2238"/>
                      <a:pt x="2143" y="2238"/>
                    </a:cubicBezTo>
                    <a:cubicBezTo>
                      <a:pt x="2363" y="2238"/>
                      <a:pt x="2521" y="2049"/>
                      <a:pt x="2521" y="1797"/>
                    </a:cubicBezTo>
                    <a:cubicBezTo>
                      <a:pt x="2521" y="1261"/>
                      <a:pt x="2174" y="820"/>
                      <a:pt x="1702" y="631"/>
                    </a:cubicBezTo>
                    <a:lnTo>
                      <a:pt x="1702" y="347"/>
                    </a:lnTo>
                    <a:cubicBezTo>
                      <a:pt x="1702" y="158"/>
                      <a:pt x="1513" y="1"/>
                      <a:pt x="126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>
                  <a:solidFill>
                    <a:srgbClr val="435D74"/>
                  </a:solidFill>
                </a:endParaRPr>
              </a:p>
            </p:txBody>
          </p:sp>
        </p:grpSp>
      </p:grpSp>
      <p:grpSp>
        <p:nvGrpSpPr>
          <p:cNvPr id="2769" name="Group 2768">
            <a:extLst>
              <a:ext uri="{FF2B5EF4-FFF2-40B4-BE49-F238E27FC236}">
                <a16:creationId xmlns:a16="http://schemas.microsoft.com/office/drawing/2014/main" id="{634F441B-BEBB-E929-466A-124D9250373A}"/>
              </a:ext>
            </a:extLst>
          </p:cNvPr>
          <p:cNvGrpSpPr/>
          <p:nvPr/>
        </p:nvGrpSpPr>
        <p:grpSpPr>
          <a:xfrm>
            <a:off x="1281579" y="1733491"/>
            <a:ext cx="3599279" cy="373395"/>
            <a:chOff x="1281579" y="1733491"/>
            <a:chExt cx="3599279" cy="373395"/>
          </a:xfrm>
        </p:grpSpPr>
        <p:sp>
          <p:nvSpPr>
            <p:cNvPr id="6" name="Google Shape;2806;p37">
              <a:extLst>
                <a:ext uri="{FF2B5EF4-FFF2-40B4-BE49-F238E27FC236}">
                  <a16:creationId xmlns:a16="http://schemas.microsoft.com/office/drawing/2014/main" id="{3635DBEB-8644-A428-A6E0-5919B0731858}"/>
                </a:ext>
              </a:extLst>
            </p:cNvPr>
            <p:cNvSpPr txBox="1">
              <a:spLocks/>
            </p:cNvSpPr>
            <p:nvPr/>
          </p:nvSpPr>
          <p:spPr>
            <a:xfrm>
              <a:off x="1587394" y="1733491"/>
              <a:ext cx="3293464" cy="3733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1pPr>
              <a:lvl2pPr marL="914400" marR="0" lvl="1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2pPr>
              <a:lvl3pPr marL="1371600" marR="0" lvl="2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3pPr>
              <a:lvl4pPr marL="1828800" marR="0" lvl="3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4pPr>
              <a:lvl5pPr marL="2286000" marR="0" lvl="4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5pPr>
              <a:lvl6pPr marL="2743200" marR="0" lvl="5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6pPr>
              <a:lvl7pPr marL="3200400" marR="0" lvl="6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7pPr>
              <a:lvl8pPr marL="3657600" marR="0" lvl="7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8pPr>
              <a:lvl9pPr marL="4114800" marR="0" lvl="8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9pPr>
            </a:lstStyle>
            <a:p>
              <a:pPr marL="0" indent="0"/>
              <a:r>
                <a:rPr lang="en-US" b="1" dirty="0"/>
                <a:t>22% of population</a:t>
              </a:r>
              <a:r>
                <a:rPr lang="en-US" dirty="0"/>
                <a:t> will be 60+ by 2050</a:t>
              </a:r>
            </a:p>
          </p:txBody>
        </p:sp>
        <p:sp>
          <p:nvSpPr>
            <p:cNvPr id="11" name="Google Shape;9715;p84">
              <a:extLst>
                <a:ext uri="{FF2B5EF4-FFF2-40B4-BE49-F238E27FC236}">
                  <a16:creationId xmlns:a16="http://schemas.microsoft.com/office/drawing/2014/main" id="{9C340EE9-7B01-7BA6-EA63-7A76940C632B}"/>
                </a:ext>
              </a:extLst>
            </p:cNvPr>
            <p:cNvSpPr/>
            <p:nvPr/>
          </p:nvSpPr>
          <p:spPr>
            <a:xfrm>
              <a:off x="1281579" y="1791062"/>
              <a:ext cx="333673" cy="315824"/>
            </a:xfrm>
            <a:custGeom>
              <a:avLst/>
              <a:gdLst/>
              <a:ahLst/>
              <a:cxnLst/>
              <a:rect l="l" t="t" r="r" b="b"/>
              <a:pathLst>
                <a:path w="18956" h="17942" extrusionOk="0">
                  <a:moveTo>
                    <a:pt x="6270" y="9375"/>
                  </a:moveTo>
                  <a:lnTo>
                    <a:pt x="6267" y="16812"/>
                  </a:lnTo>
                  <a:lnTo>
                    <a:pt x="1130" y="16812"/>
                  </a:lnTo>
                  <a:lnTo>
                    <a:pt x="1130" y="13545"/>
                  </a:lnTo>
                  <a:lnTo>
                    <a:pt x="6270" y="9375"/>
                  </a:lnTo>
                  <a:close/>
                  <a:moveTo>
                    <a:pt x="7399" y="9116"/>
                  </a:moveTo>
                  <a:lnTo>
                    <a:pt x="12103" y="11534"/>
                  </a:lnTo>
                  <a:lnTo>
                    <a:pt x="12100" y="16812"/>
                  </a:lnTo>
                  <a:lnTo>
                    <a:pt x="7399" y="16812"/>
                  </a:lnTo>
                  <a:lnTo>
                    <a:pt x="7399" y="9116"/>
                  </a:lnTo>
                  <a:close/>
                  <a:moveTo>
                    <a:pt x="564" y="1"/>
                  </a:moveTo>
                  <a:cubicBezTo>
                    <a:pt x="251" y="1"/>
                    <a:pt x="1" y="254"/>
                    <a:pt x="1" y="564"/>
                  </a:cubicBezTo>
                  <a:lnTo>
                    <a:pt x="1" y="13274"/>
                  </a:lnTo>
                  <a:lnTo>
                    <a:pt x="1" y="17376"/>
                  </a:lnTo>
                  <a:cubicBezTo>
                    <a:pt x="1" y="17689"/>
                    <a:pt x="251" y="17942"/>
                    <a:pt x="564" y="17942"/>
                  </a:cubicBezTo>
                  <a:lnTo>
                    <a:pt x="18324" y="17942"/>
                  </a:lnTo>
                  <a:cubicBezTo>
                    <a:pt x="18637" y="17942"/>
                    <a:pt x="18890" y="17689"/>
                    <a:pt x="18890" y="17376"/>
                  </a:cubicBezTo>
                  <a:cubicBezTo>
                    <a:pt x="18890" y="17062"/>
                    <a:pt x="18637" y="16812"/>
                    <a:pt x="18324" y="16812"/>
                  </a:cubicBezTo>
                  <a:lnTo>
                    <a:pt x="13232" y="16812"/>
                  </a:lnTo>
                  <a:lnTo>
                    <a:pt x="13232" y="11425"/>
                  </a:lnTo>
                  <a:lnTo>
                    <a:pt x="16210" y="8444"/>
                  </a:lnTo>
                  <a:lnTo>
                    <a:pt x="17400" y="9634"/>
                  </a:lnTo>
                  <a:cubicBezTo>
                    <a:pt x="17514" y="9748"/>
                    <a:pt x="17656" y="9799"/>
                    <a:pt x="17796" y="9799"/>
                  </a:cubicBezTo>
                  <a:cubicBezTo>
                    <a:pt x="18059" y="9799"/>
                    <a:pt x="18314" y="9616"/>
                    <a:pt x="18357" y="9317"/>
                  </a:cubicBezTo>
                  <a:lnTo>
                    <a:pt x="18905" y="5592"/>
                  </a:lnTo>
                  <a:cubicBezTo>
                    <a:pt x="18955" y="5247"/>
                    <a:pt x="18683" y="4948"/>
                    <a:pt x="18347" y="4948"/>
                  </a:cubicBezTo>
                  <a:cubicBezTo>
                    <a:pt x="18320" y="4948"/>
                    <a:pt x="18292" y="4950"/>
                    <a:pt x="18264" y="4954"/>
                  </a:cubicBezTo>
                  <a:lnTo>
                    <a:pt x="14539" y="5502"/>
                  </a:lnTo>
                  <a:cubicBezTo>
                    <a:pt x="14078" y="5568"/>
                    <a:pt x="13895" y="6132"/>
                    <a:pt x="14223" y="6460"/>
                  </a:cubicBezTo>
                  <a:lnTo>
                    <a:pt x="15412" y="7649"/>
                  </a:lnTo>
                  <a:lnTo>
                    <a:pt x="12558" y="10501"/>
                  </a:lnTo>
                  <a:lnTo>
                    <a:pt x="7092" y="7688"/>
                  </a:lnTo>
                  <a:lnTo>
                    <a:pt x="7059" y="7673"/>
                  </a:lnTo>
                  <a:lnTo>
                    <a:pt x="7044" y="7667"/>
                  </a:lnTo>
                  <a:cubicBezTo>
                    <a:pt x="7032" y="7661"/>
                    <a:pt x="7020" y="7658"/>
                    <a:pt x="7008" y="7655"/>
                  </a:cubicBezTo>
                  <a:cubicBezTo>
                    <a:pt x="7002" y="7652"/>
                    <a:pt x="6996" y="7649"/>
                    <a:pt x="6990" y="7649"/>
                  </a:cubicBezTo>
                  <a:lnTo>
                    <a:pt x="6957" y="7640"/>
                  </a:lnTo>
                  <a:lnTo>
                    <a:pt x="6942" y="7637"/>
                  </a:lnTo>
                  <a:cubicBezTo>
                    <a:pt x="6926" y="7634"/>
                    <a:pt x="6908" y="7631"/>
                    <a:pt x="6893" y="7628"/>
                  </a:cubicBezTo>
                  <a:lnTo>
                    <a:pt x="6770" y="7628"/>
                  </a:lnTo>
                  <a:cubicBezTo>
                    <a:pt x="6758" y="7631"/>
                    <a:pt x="6743" y="7634"/>
                    <a:pt x="6728" y="7637"/>
                  </a:cubicBezTo>
                  <a:lnTo>
                    <a:pt x="6710" y="7640"/>
                  </a:lnTo>
                  <a:lnTo>
                    <a:pt x="6680" y="7649"/>
                  </a:lnTo>
                  <a:lnTo>
                    <a:pt x="6658" y="7652"/>
                  </a:lnTo>
                  <a:cubicBezTo>
                    <a:pt x="6646" y="7658"/>
                    <a:pt x="6631" y="7664"/>
                    <a:pt x="6616" y="7670"/>
                  </a:cubicBezTo>
                  <a:cubicBezTo>
                    <a:pt x="6610" y="7670"/>
                    <a:pt x="6607" y="7673"/>
                    <a:pt x="6601" y="7676"/>
                  </a:cubicBezTo>
                  <a:cubicBezTo>
                    <a:pt x="6595" y="7679"/>
                    <a:pt x="6583" y="7685"/>
                    <a:pt x="6574" y="7688"/>
                  </a:cubicBezTo>
                  <a:lnTo>
                    <a:pt x="6556" y="7700"/>
                  </a:lnTo>
                  <a:cubicBezTo>
                    <a:pt x="6547" y="7703"/>
                    <a:pt x="6538" y="7709"/>
                    <a:pt x="6529" y="7715"/>
                  </a:cubicBezTo>
                  <a:lnTo>
                    <a:pt x="6514" y="7724"/>
                  </a:lnTo>
                  <a:cubicBezTo>
                    <a:pt x="6502" y="7733"/>
                    <a:pt x="6490" y="7743"/>
                    <a:pt x="6475" y="7752"/>
                  </a:cubicBezTo>
                  <a:lnTo>
                    <a:pt x="6475" y="7755"/>
                  </a:lnTo>
                  <a:lnTo>
                    <a:pt x="1130" y="12091"/>
                  </a:lnTo>
                  <a:lnTo>
                    <a:pt x="1130" y="564"/>
                  </a:lnTo>
                  <a:cubicBezTo>
                    <a:pt x="1130" y="254"/>
                    <a:pt x="877" y="1"/>
                    <a:pt x="56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435D74"/>
                </a:solidFill>
              </a:endParaRPr>
            </a:p>
          </p:txBody>
        </p:sp>
      </p:grpSp>
      <p:grpSp>
        <p:nvGrpSpPr>
          <p:cNvPr id="2768" name="Group 2767">
            <a:extLst>
              <a:ext uri="{FF2B5EF4-FFF2-40B4-BE49-F238E27FC236}">
                <a16:creationId xmlns:a16="http://schemas.microsoft.com/office/drawing/2014/main" id="{24B45D2A-3627-E3A2-532F-E1F3433079F9}"/>
              </a:ext>
            </a:extLst>
          </p:cNvPr>
          <p:cNvGrpSpPr/>
          <p:nvPr/>
        </p:nvGrpSpPr>
        <p:grpSpPr>
          <a:xfrm>
            <a:off x="1254556" y="1377474"/>
            <a:ext cx="3633529" cy="388857"/>
            <a:chOff x="1254556" y="1377474"/>
            <a:chExt cx="3633529" cy="388857"/>
          </a:xfrm>
        </p:grpSpPr>
        <p:grpSp>
          <p:nvGrpSpPr>
            <p:cNvPr id="2754" name="Google Shape;10500;p86">
              <a:extLst>
                <a:ext uri="{FF2B5EF4-FFF2-40B4-BE49-F238E27FC236}">
                  <a16:creationId xmlns:a16="http://schemas.microsoft.com/office/drawing/2014/main" id="{03FD1851-9D81-B2DC-5F41-5415108C8C23}"/>
                </a:ext>
              </a:extLst>
            </p:cNvPr>
            <p:cNvGrpSpPr/>
            <p:nvPr/>
          </p:nvGrpSpPr>
          <p:grpSpPr>
            <a:xfrm>
              <a:off x="1254556" y="1377474"/>
              <a:ext cx="366364" cy="367290"/>
              <a:chOff x="-61784125" y="3377700"/>
              <a:chExt cx="316650" cy="317450"/>
            </a:xfrm>
            <a:solidFill>
              <a:schemeClr val="accent2"/>
            </a:solidFill>
          </p:grpSpPr>
          <p:sp>
            <p:nvSpPr>
              <p:cNvPr id="2755" name="Google Shape;10501;p86">
                <a:extLst>
                  <a:ext uri="{FF2B5EF4-FFF2-40B4-BE49-F238E27FC236}">
                    <a16:creationId xmlns:a16="http://schemas.microsoft.com/office/drawing/2014/main" id="{3BAA4ECB-5D05-54FB-9F17-0A1BFAEB6553}"/>
                  </a:ext>
                </a:extLst>
              </p:cNvPr>
              <p:cNvSpPr/>
              <p:nvPr/>
            </p:nvSpPr>
            <p:spPr>
              <a:xfrm>
                <a:off x="-61688025" y="3460400"/>
                <a:ext cx="124450" cy="51225"/>
              </a:xfrm>
              <a:custGeom>
                <a:avLst/>
                <a:gdLst/>
                <a:ahLst/>
                <a:cxnLst/>
                <a:rect l="l" t="t" r="r" b="b"/>
                <a:pathLst>
                  <a:path w="4978" h="2049" extrusionOk="0">
                    <a:moveTo>
                      <a:pt x="630" y="1"/>
                    </a:moveTo>
                    <a:cubicBezTo>
                      <a:pt x="252" y="442"/>
                      <a:pt x="0" y="1041"/>
                      <a:pt x="0" y="1671"/>
                    </a:cubicBezTo>
                    <a:cubicBezTo>
                      <a:pt x="0" y="1891"/>
                      <a:pt x="189" y="2049"/>
                      <a:pt x="441" y="2049"/>
                    </a:cubicBezTo>
                    <a:lnTo>
                      <a:pt x="4568" y="2049"/>
                    </a:lnTo>
                    <a:cubicBezTo>
                      <a:pt x="4820" y="2049"/>
                      <a:pt x="4978" y="1860"/>
                      <a:pt x="4978" y="1671"/>
                    </a:cubicBezTo>
                    <a:cubicBezTo>
                      <a:pt x="4978" y="1041"/>
                      <a:pt x="4726" y="442"/>
                      <a:pt x="4348" y="1"/>
                    </a:cubicBezTo>
                    <a:cubicBezTo>
                      <a:pt x="3875" y="568"/>
                      <a:pt x="3182" y="852"/>
                      <a:pt x="2489" y="852"/>
                    </a:cubicBezTo>
                    <a:cubicBezTo>
                      <a:pt x="1827" y="852"/>
                      <a:pt x="1134" y="568"/>
                      <a:pt x="630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6" name="Google Shape;10502;p86">
                <a:extLst>
                  <a:ext uri="{FF2B5EF4-FFF2-40B4-BE49-F238E27FC236}">
                    <a16:creationId xmlns:a16="http://schemas.microsoft.com/office/drawing/2014/main" id="{23EB625C-58F5-6D04-81D3-933784EAFA3A}"/>
                  </a:ext>
                </a:extLst>
              </p:cNvPr>
              <p:cNvSpPr/>
              <p:nvPr/>
            </p:nvSpPr>
            <p:spPr>
              <a:xfrm>
                <a:off x="-61677800" y="3518900"/>
                <a:ext cx="104775" cy="61850"/>
              </a:xfrm>
              <a:custGeom>
                <a:avLst/>
                <a:gdLst/>
                <a:ahLst/>
                <a:cxnLst/>
                <a:rect l="l" t="t" r="r" b="b"/>
                <a:pathLst>
                  <a:path w="4191" h="2474" extrusionOk="0">
                    <a:moveTo>
                      <a:pt x="2096" y="0"/>
                    </a:moveTo>
                    <a:cubicBezTo>
                      <a:pt x="1985" y="0"/>
                      <a:pt x="1875" y="40"/>
                      <a:pt x="1796" y="118"/>
                    </a:cubicBezTo>
                    <a:lnTo>
                      <a:pt x="158" y="1757"/>
                    </a:lnTo>
                    <a:cubicBezTo>
                      <a:pt x="1" y="1914"/>
                      <a:pt x="1" y="2198"/>
                      <a:pt x="158" y="2355"/>
                    </a:cubicBezTo>
                    <a:cubicBezTo>
                      <a:pt x="237" y="2434"/>
                      <a:pt x="339" y="2473"/>
                      <a:pt x="442" y="2473"/>
                    </a:cubicBezTo>
                    <a:cubicBezTo>
                      <a:pt x="544" y="2473"/>
                      <a:pt x="646" y="2434"/>
                      <a:pt x="725" y="2355"/>
                    </a:cubicBezTo>
                    <a:lnTo>
                      <a:pt x="2111" y="969"/>
                    </a:lnTo>
                    <a:lnTo>
                      <a:pt x="3498" y="2355"/>
                    </a:lnTo>
                    <a:cubicBezTo>
                      <a:pt x="3576" y="2434"/>
                      <a:pt x="3687" y="2473"/>
                      <a:pt x="3797" y="2473"/>
                    </a:cubicBezTo>
                    <a:cubicBezTo>
                      <a:pt x="3907" y="2473"/>
                      <a:pt x="4017" y="2434"/>
                      <a:pt x="4096" y="2355"/>
                    </a:cubicBezTo>
                    <a:cubicBezTo>
                      <a:pt x="4191" y="2198"/>
                      <a:pt x="4191" y="1914"/>
                      <a:pt x="4033" y="1757"/>
                    </a:cubicBezTo>
                    <a:lnTo>
                      <a:pt x="2395" y="118"/>
                    </a:lnTo>
                    <a:cubicBezTo>
                      <a:pt x="2316" y="40"/>
                      <a:pt x="2206" y="0"/>
                      <a:pt x="209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7" name="Google Shape;10503;p86">
                <a:extLst>
                  <a:ext uri="{FF2B5EF4-FFF2-40B4-BE49-F238E27FC236}">
                    <a16:creationId xmlns:a16="http://schemas.microsoft.com/office/drawing/2014/main" id="{D34FB5FF-271E-AEBD-6F0A-D9FB7A1C3D0D}"/>
                  </a:ext>
                </a:extLst>
              </p:cNvPr>
              <p:cNvSpPr/>
              <p:nvPr/>
            </p:nvSpPr>
            <p:spPr>
              <a:xfrm>
                <a:off x="-61667550" y="3377700"/>
                <a:ext cx="82700" cy="82725"/>
              </a:xfrm>
              <a:custGeom>
                <a:avLst/>
                <a:gdLst/>
                <a:ahLst/>
                <a:cxnLst/>
                <a:rect l="l" t="t" r="r" b="b"/>
                <a:pathLst>
                  <a:path w="3308" h="3309" extrusionOk="0">
                    <a:moveTo>
                      <a:pt x="1670" y="1"/>
                    </a:moveTo>
                    <a:cubicBezTo>
                      <a:pt x="756" y="1"/>
                      <a:pt x="0" y="757"/>
                      <a:pt x="0" y="1671"/>
                    </a:cubicBezTo>
                    <a:cubicBezTo>
                      <a:pt x="0" y="2584"/>
                      <a:pt x="756" y="3309"/>
                      <a:pt x="1670" y="3309"/>
                    </a:cubicBezTo>
                    <a:cubicBezTo>
                      <a:pt x="2584" y="3309"/>
                      <a:pt x="3308" y="2584"/>
                      <a:pt x="3308" y="1671"/>
                    </a:cubicBezTo>
                    <a:cubicBezTo>
                      <a:pt x="3308" y="757"/>
                      <a:pt x="2584" y="1"/>
                      <a:pt x="1670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8" name="Google Shape;10504;p86">
                <a:extLst>
                  <a:ext uri="{FF2B5EF4-FFF2-40B4-BE49-F238E27FC236}">
                    <a16:creationId xmlns:a16="http://schemas.microsoft.com/office/drawing/2014/main" id="{7CB0E3F5-7E99-4DB1-5FA4-F01311305E3C}"/>
                  </a:ext>
                </a:extLst>
              </p:cNvPr>
              <p:cNvSpPr/>
              <p:nvPr/>
            </p:nvSpPr>
            <p:spPr>
              <a:xfrm>
                <a:off x="-61591150" y="3643150"/>
                <a:ext cx="123675" cy="51200"/>
              </a:xfrm>
              <a:custGeom>
                <a:avLst/>
                <a:gdLst/>
                <a:ahLst/>
                <a:cxnLst/>
                <a:rect l="l" t="t" r="r" b="b"/>
                <a:pathLst>
                  <a:path w="4947" h="2048" extrusionOk="0">
                    <a:moveTo>
                      <a:pt x="630" y="0"/>
                    </a:moveTo>
                    <a:cubicBezTo>
                      <a:pt x="221" y="410"/>
                      <a:pt x="0" y="1008"/>
                      <a:pt x="0" y="1638"/>
                    </a:cubicBezTo>
                    <a:cubicBezTo>
                      <a:pt x="0" y="1890"/>
                      <a:pt x="189" y="2048"/>
                      <a:pt x="378" y="2048"/>
                    </a:cubicBezTo>
                    <a:lnTo>
                      <a:pt x="4505" y="2048"/>
                    </a:lnTo>
                    <a:cubicBezTo>
                      <a:pt x="4757" y="2048"/>
                      <a:pt x="4946" y="1827"/>
                      <a:pt x="4946" y="1638"/>
                    </a:cubicBezTo>
                    <a:cubicBezTo>
                      <a:pt x="4946" y="1008"/>
                      <a:pt x="4726" y="410"/>
                      <a:pt x="4316" y="0"/>
                    </a:cubicBezTo>
                    <a:cubicBezTo>
                      <a:pt x="3844" y="536"/>
                      <a:pt x="3182" y="819"/>
                      <a:pt x="2458" y="819"/>
                    </a:cubicBezTo>
                    <a:cubicBezTo>
                      <a:pt x="1796" y="819"/>
                      <a:pt x="1134" y="536"/>
                      <a:pt x="63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9" name="Google Shape;10505;p86">
                <a:extLst>
                  <a:ext uri="{FF2B5EF4-FFF2-40B4-BE49-F238E27FC236}">
                    <a16:creationId xmlns:a16="http://schemas.microsoft.com/office/drawing/2014/main" id="{543D580D-C9DE-BD68-9A22-20F5CDA30EF1}"/>
                  </a:ext>
                </a:extLst>
              </p:cNvPr>
              <p:cNvSpPr/>
              <p:nvPr/>
            </p:nvSpPr>
            <p:spPr>
              <a:xfrm>
                <a:off x="-61570675" y="3560450"/>
                <a:ext cx="82725" cy="82725"/>
              </a:xfrm>
              <a:custGeom>
                <a:avLst/>
                <a:gdLst/>
                <a:ahLst/>
                <a:cxnLst/>
                <a:rect l="l" t="t" r="r" b="b"/>
                <a:pathLst>
                  <a:path w="3309" h="3309" extrusionOk="0">
                    <a:moveTo>
                      <a:pt x="1670" y="0"/>
                    </a:moveTo>
                    <a:cubicBezTo>
                      <a:pt x="756" y="0"/>
                      <a:pt x="0" y="725"/>
                      <a:pt x="0" y="1638"/>
                    </a:cubicBezTo>
                    <a:cubicBezTo>
                      <a:pt x="0" y="2552"/>
                      <a:pt x="756" y="3308"/>
                      <a:pt x="1670" y="3308"/>
                    </a:cubicBezTo>
                    <a:cubicBezTo>
                      <a:pt x="2552" y="3308"/>
                      <a:pt x="3308" y="2552"/>
                      <a:pt x="3308" y="1638"/>
                    </a:cubicBezTo>
                    <a:cubicBezTo>
                      <a:pt x="3308" y="725"/>
                      <a:pt x="2552" y="0"/>
                      <a:pt x="167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0" name="Google Shape;10506;p86">
                <a:extLst>
                  <a:ext uri="{FF2B5EF4-FFF2-40B4-BE49-F238E27FC236}">
                    <a16:creationId xmlns:a16="http://schemas.microsoft.com/office/drawing/2014/main" id="{3A9D7D38-2432-4394-F454-CF8E472527E3}"/>
                  </a:ext>
                </a:extLst>
              </p:cNvPr>
              <p:cNvSpPr/>
              <p:nvPr/>
            </p:nvSpPr>
            <p:spPr>
              <a:xfrm>
                <a:off x="-61784125" y="3643925"/>
                <a:ext cx="124450" cy="51225"/>
              </a:xfrm>
              <a:custGeom>
                <a:avLst/>
                <a:gdLst/>
                <a:ahLst/>
                <a:cxnLst/>
                <a:rect l="l" t="t" r="r" b="b"/>
                <a:pathLst>
                  <a:path w="4978" h="2049" extrusionOk="0">
                    <a:moveTo>
                      <a:pt x="662" y="1"/>
                    </a:moveTo>
                    <a:cubicBezTo>
                      <a:pt x="252" y="442"/>
                      <a:pt x="32" y="1009"/>
                      <a:pt x="32" y="1639"/>
                    </a:cubicBezTo>
                    <a:cubicBezTo>
                      <a:pt x="0" y="1859"/>
                      <a:pt x="189" y="2048"/>
                      <a:pt x="410" y="2048"/>
                    </a:cubicBezTo>
                    <a:lnTo>
                      <a:pt x="4569" y="2048"/>
                    </a:lnTo>
                    <a:cubicBezTo>
                      <a:pt x="4789" y="2048"/>
                      <a:pt x="4978" y="1859"/>
                      <a:pt x="4978" y="1639"/>
                    </a:cubicBezTo>
                    <a:cubicBezTo>
                      <a:pt x="4978" y="1009"/>
                      <a:pt x="4758" y="442"/>
                      <a:pt x="4348" y="1"/>
                    </a:cubicBezTo>
                    <a:cubicBezTo>
                      <a:pt x="3876" y="536"/>
                      <a:pt x="3214" y="820"/>
                      <a:pt x="2521" y="820"/>
                    </a:cubicBezTo>
                    <a:cubicBezTo>
                      <a:pt x="1828" y="820"/>
                      <a:pt x="1166" y="536"/>
                      <a:pt x="66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1" name="Google Shape;10507;p86">
                <a:extLst>
                  <a:ext uri="{FF2B5EF4-FFF2-40B4-BE49-F238E27FC236}">
                    <a16:creationId xmlns:a16="http://schemas.microsoft.com/office/drawing/2014/main" id="{0E6313A0-C1CA-04B4-9328-C3F8E9767472}"/>
                  </a:ext>
                </a:extLst>
              </p:cNvPr>
              <p:cNvSpPr/>
              <p:nvPr/>
            </p:nvSpPr>
            <p:spPr>
              <a:xfrm>
                <a:off x="-61763650" y="3560450"/>
                <a:ext cx="82725" cy="82725"/>
              </a:xfrm>
              <a:custGeom>
                <a:avLst/>
                <a:gdLst/>
                <a:ahLst/>
                <a:cxnLst/>
                <a:rect l="l" t="t" r="r" b="b"/>
                <a:pathLst>
                  <a:path w="3309" h="3309" extrusionOk="0">
                    <a:moveTo>
                      <a:pt x="1670" y="0"/>
                    </a:moveTo>
                    <a:cubicBezTo>
                      <a:pt x="757" y="0"/>
                      <a:pt x="1" y="725"/>
                      <a:pt x="1" y="1638"/>
                    </a:cubicBezTo>
                    <a:cubicBezTo>
                      <a:pt x="1" y="2552"/>
                      <a:pt x="757" y="3308"/>
                      <a:pt x="1670" y="3308"/>
                    </a:cubicBezTo>
                    <a:cubicBezTo>
                      <a:pt x="2552" y="3308"/>
                      <a:pt x="3309" y="2552"/>
                      <a:pt x="3309" y="1638"/>
                    </a:cubicBezTo>
                    <a:cubicBezTo>
                      <a:pt x="3309" y="725"/>
                      <a:pt x="2552" y="0"/>
                      <a:pt x="167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763" name="Google Shape;2806;p37">
              <a:extLst>
                <a:ext uri="{FF2B5EF4-FFF2-40B4-BE49-F238E27FC236}">
                  <a16:creationId xmlns:a16="http://schemas.microsoft.com/office/drawing/2014/main" id="{4D24FEC0-11DB-5CFB-1F41-D83DB15F3CCC}"/>
                </a:ext>
              </a:extLst>
            </p:cNvPr>
            <p:cNvSpPr txBox="1">
              <a:spLocks/>
            </p:cNvSpPr>
            <p:nvPr/>
          </p:nvSpPr>
          <p:spPr>
            <a:xfrm>
              <a:off x="1594621" y="1392939"/>
              <a:ext cx="3293464" cy="3733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1pPr>
              <a:lvl2pPr marL="914400" marR="0" lvl="1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2pPr>
              <a:lvl3pPr marL="1371600" marR="0" lvl="2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3pPr>
              <a:lvl4pPr marL="1828800" marR="0" lvl="3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4pPr>
              <a:lvl5pPr marL="2286000" marR="0" lvl="4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5pPr>
              <a:lvl6pPr marL="2743200" marR="0" lvl="5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6pPr>
              <a:lvl7pPr marL="3200400" marR="0" lvl="6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7pPr>
              <a:lvl8pPr marL="3657600" marR="0" lvl="7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8pPr>
              <a:lvl9pPr marL="4114800" marR="0" lvl="8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9pPr>
            </a:lstStyle>
            <a:p>
              <a:pPr marL="0" indent="0"/>
              <a:r>
                <a:rPr lang="en-US" b="1" dirty="0"/>
                <a:t>15.3 million elderly citizens (65+) today</a:t>
              </a:r>
              <a:endParaRPr lang="en-US" dirty="0"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276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276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4">
          <a:extLst>
            <a:ext uri="{FF2B5EF4-FFF2-40B4-BE49-F238E27FC236}">
              <a16:creationId xmlns:a16="http://schemas.microsoft.com/office/drawing/2014/main" id="{CB63FB95-6041-823A-D8B5-00319B7BB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5" name="Google Shape;2805;p37">
            <a:extLst>
              <a:ext uri="{FF2B5EF4-FFF2-40B4-BE49-F238E27FC236}">
                <a16:creationId xmlns:a16="http://schemas.microsoft.com/office/drawing/2014/main" id="{FC6BE39E-C749-7F58-BCC5-AEF3AFD92B0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4346" y="603531"/>
            <a:ext cx="4401600" cy="58246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dirty="0"/>
              <a:t>The Critical</a:t>
            </a:r>
            <a:r>
              <a:rPr lang="en" dirty="0"/>
              <a:t> </a:t>
            </a:r>
            <a:r>
              <a:rPr lang="en-US" dirty="0">
                <a:solidFill>
                  <a:schemeClr val="accent2"/>
                </a:solidFill>
              </a:rPr>
              <a:t>Challenge</a:t>
            </a:r>
            <a:endParaRPr dirty="0">
              <a:solidFill>
                <a:schemeClr val="accent2"/>
              </a:solidFill>
            </a:endParaRPr>
          </a:p>
        </p:txBody>
      </p:sp>
      <p:sp>
        <p:nvSpPr>
          <p:cNvPr id="2808" name="Google Shape;2808;p37">
            <a:extLst>
              <a:ext uri="{FF2B5EF4-FFF2-40B4-BE49-F238E27FC236}">
                <a16:creationId xmlns:a16="http://schemas.microsoft.com/office/drawing/2014/main" id="{6BF3DB18-C550-3C2A-C3A5-5A5850AF5C6E}"/>
              </a:ext>
            </a:extLst>
          </p:cNvPr>
          <p:cNvSpPr/>
          <p:nvPr/>
        </p:nvSpPr>
        <p:spPr>
          <a:xfrm>
            <a:off x="-1414555" y="4201465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9" name="Google Shape;2809;p37">
            <a:extLst>
              <a:ext uri="{FF2B5EF4-FFF2-40B4-BE49-F238E27FC236}">
                <a16:creationId xmlns:a16="http://schemas.microsoft.com/office/drawing/2014/main" id="{BB08E2F3-57A9-3441-1BDB-5DF9FD629306}"/>
              </a:ext>
            </a:extLst>
          </p:cNvPr>
          <p:cNvSpPr/>
          <p:nvPr/>
        </p:nvSpPr>
        <p:spPr>
          <a:xfrm>
            <a:off x="-1111455" y="3922165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810" name="Google Shape;2810;p37">
            <a:extLst>
              <a:ext uri="{FF2B5EF4-FFF2-40B4-BE49-F238E27FC236}">
                <a16:creationId xmlns:a16="http://schemas.microsoft.com/office/drawing/2014/main" id="{F0680C6D-51AE-2C9A-B1CC-D3538AAFFF60}"/>
              </a:ext>
            </a:extLst>
          </p:cNvPr>
          <p:cNvGrpSpPr/>
          <p:nvPr/>
        </p:nvGrpSpPr>
        <p:grpSpPr>
          <a:xfrm rot="10800000">
            <a:off x="7471439" y="3950127"/>
            <a:ext cx="883262" cy="242091"/>
            <a:chOff x="2300350" y="2601250"/>
            <a:chExt cx="2275275" cy="623625"/>
          </a:xfrm>
        </p:grpSpPr>
        <p:sp>
          <p:nvSpPr>
            <p:cNvPr id="2811" name="Google Shape;2811;p37">
              <a:extLst>
                <a:ext uri="{FF2B5EF4-FFF2-40B4-BE49-F238E27FC236}">
                  <a16:creationId xmlns:a16="http://schemas.microsoft.com/office/drawing/2014/main" id="{EA0CE8B8-04FF-9CD2-6849-8DDC65255C49}"/>
                </a:ext>
              </a:extLst>
            </p:cNvPr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2" name="Google Shape;2812;p37">
              <a:extLst>
                <a:ext uri="{FF2B5EF4-FFF2-40B4-BE49-F238E27FC236}">
                  <a16:creationId xmlns:a16="http://schemas.microsoft.com/office/drawing/2014/main" id="{418B4FB4-32AC-6902-1A0E-A59F4A2A54F6}"/>
                </a:ext>
              </a:extLst>
            </p:cNvPr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3" name="Google Shape;2813;p37">
              <a:extLst>
                <a:ext uri="{FF2B5EF4-FFF2-40B4-BE49-F238E27FC236}">
                  <a16:creationId xmlns:a16="http://schemas.microsoft.com/office/drawing/2014/main" id="{A730BEEB-AE75-DDB8-8F09-9B75E2B42C4C}"/>
                </a:ext>
              </a:extLst>
            </p:cNvPr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4" name="Google Shape;2814;p37">
              <a:extLst>
                <a:ext uri="{FF2B5EF4-FFF2-40B4-BE49-F238E27FC236}">
                  <a16:creationId xmlns:a16="http://schemas.microsoft.com/office/drawing/2014/main" id="{B257C6F7-B715-1228-8A95-641FA6052A81}"/>
                </a:ext>
              </a:extLst>
            </p:cNvPr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5" name="Google Shape;2815;p37">
              <a:extLst>
                <a:ext uri="{FF2B5EF4-FFF2-40B4-BE49-F238E27FC236}">
                  <a16:creationId xmlns:a16="http://schemas.microsoft.com/office/drawing/2014/main" id="{687EC083-3418-5F42-3A2B-B4A7A05B1149}"/>
                </a:ext>
              </a:extLst>
            </p:cNvPr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6" name="Google Shape;2816;p37">
              <a:extLst>
                <a:ext uri="{FF2B5EF4-FFF2-40B4-BE49-F238E27FC236}">
                  <a16:creationId xmlns:a16="http://schemas.microsoft.com/office/drawing/2014/main" id="{2B6B2400-0BFF-F14C-60C1-661A75D85605}"/>
                </a:ext>
              </a:extLst>
            </p:cNvPr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17" name="Google Shape;2817;p37">
            <a:extLst>
              <a:ext uri="{FF2B5EF4-FFF2-40B4-BE49-F238E27FC236}">
                <a16:creationId xmlns:a16="http://schemas.microsoft.com/office/drawing/2014/main" id="{99862CF4-01A8-3A9A-F49A-49BDBA314B7D}"/>
              </a:ext>
            </a:extLst>
          </p:cNvPr>
          <p:cNvGrpSpPr/>
          <p:nvPr/>
        </p:nvGrpSpPr>
        <p:grpSpPr>
          <a:xfrm rot="5400000">
            <a:off x="2345200" y="185400"/>
            <a:ext cx="98902" cy="553090"/>
            <a:chOff x="4898850" y="4820550"/>
            <a:chExt cx="98902" cy="553090"/>
          </a:xfrm>
        </p:grpSpPr>
        <p:sp>
          <p:nvSpPr>
            <p:cNvPr id="2818" name="Google Shape;2818;p37">
              <a:extLst>
                <a:ext uri="{FF2B5EF4-FFF2-40B4-BE49-F238E27FC236}">
                  <a16:creationId xmlns:a16="http://schemas.microsoft.com/office/drawing/2014/main" id="{E406AB35-50D4-3A89-4DB2-18FD93E78588}"/>
                </a:ext>
              </a:extLst>
            </p:cNvPr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9" name="Google Shape;2819;p37">
              <a:extLst>
                <a:ext uri="{FF2B5EF4-FFF2-40B4-BE49-F238E27FC236}">
                  <a16:creationId xmlns:a16="http://schemas.microsoft.com/office/drawing/2014/main" id="{9310B0D4-CEAB-E586-B3A6-9EA241540E00}"/>
                </a:ext>
              </a:extLst>
            </p:cNvPr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0" name="Google Shape;2820;p37">
              <a:extLst>
                <a:ext uri="{FF2B5EF4-FFF2-40B4-BE49-F238E27FC236}">
                  <a16:creationId xmlns:a16="http://schemas.microsoft.com/office/drawing/2014/main" id="{E0006946-2FE2-4158-89BC-37B307010622}"/>
                </a:ext>
              </a:extLst>
            </p:cNvPr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1" name="Google Shape;2821;p37">
              <a:extLst>
                <a:ext uri="{FF2B5EF4-FFF2-40B4-BE49-F238E27FC236}">
                  <a16:creationId xmlns:a16="http://schemas.microsoft.com/office/drawing/2014/main" id="{D98324F6-9115-D006-86F1-7245E3E930D1}"/>
                </a:ext>
              </a:extLst>
            </p:cNvPr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2" name="Google Shape;2822;p37">
              <a:extLst>
                <a:ext uri="{FF2B5EF4-FFF2-40B4-BE49-F238E27FC236}">
                  <a16:creationId xmlns:a16="http://schemas.microsoft.com/office/drawing/2014/main" id="{41E960EB-C41C-0DED-B4C7-A160FB8B1E46}"/>
                </a:ext>
              </a:extLst>
            </p:cNvPr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23" name="Google Shape;2823;p37">
            <a:extLst>
              <a:ext uri="{FF2B5EF4-FFF2-40B4-BE49-F238E27FC236}">
                <a16:creationId xmlns:a16="http://schemas.microsoft.com/office/drawing/2014/main" id="{5B84EF94-49D7-7022-1813-52D900375681}"/>
              </a:ext>
            </a:extLst>
          </p:cNvPr>
          <p:cNvGrpSpPr/>
          <p:nvPr/>
        </p:nvGrpSpPr>
        <p:grpSpPr>
          <a:xfrm>
            <a:off x="2596239" y="4297878"/>
            <a:ext cx="883262" cy="242091"/>
            <a:chOff x="2300350" y="2601250"/>
            <a:chExt cx="2275275" cy="623625"/>
          </a:xfrm>
        </p:grpSpPr>
        <p:sp>
          <p:nvSpPr>
            <p:cNvPr id="2824" name="Google Shape;2824;p37">
              <a:extLst>
                <a:ext uri="{FF2B5EF4-FFF2-40B4-BE49-F238E27FC236}">
                  <a16:creationId xmlns:a16="http://schemas.microsoft.com/office/drawing/2014/main" id="{EDB03492-1A66-CA86-7899-A5E879063559}"/>
                </a:ext>
              </a:extLst>
            </p:cNvPr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5" name="Google Shape;2825;p37">
              <a:extLst>
                <a:ext uri="{FF2B5EF4-FFF2-40B4-BE49-F238E27FC236}">
                  <a16:creationId xmlns:a16="http://schemas.microsoft.com/office/drawing/2014/main" id="{87173C90-A118-56F5-0669-3D0A739DA78B}"/>
                </a:ext>
              </a:extLst>
            </p:cNvPr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6" name="Google Shape;2826;p37">
              <a:extLst>
                <a:ext uri="{FF2B5EF4-FFF2-40B4-BE49-F238E27FC236}">
                  <a16:creationId xmlns:a16="http://schemas.microsoft.com/office/drawing/2014/main" id="{BFB32281-7E0E-9D2C-C1A5-9C9434E42D74}"/>
                </a:ext>
              </a:extLst>
            </p:cNvPr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7" name="Google Shape;2827;p37">
              <a:extLst>
                <a:ext uri="{FF2B5EF4-FFF2-40B4-BE49-F238E27FC236}">
                  <a16:creationId xmlns:a16="http://schemas.microsoft.com/office/drawing/2014/main" id="{BD41D021-572B-BF3D-BB03-A0125EE64716}"/>
                </a:ext>
              </a:extLst>
            </p:cNvPr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8" name="Google Shape;2828;p37">
              <a:extLst>
                <a:ext uri="{FF2B5EF4-FFF2-40B4-BE49-F238E27FC236}">
                  <a16:creationId xmlns:a16="http://schemas.microsoft.com/office/drawing/2014/main" id="{FE5B8F99-D59F-0BF9-9267-9D232DA57815}"/>
                </a:ext>
              </a:extLst>
            </p:cNvPr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9" name="Google Shape;2829;p37">
              <a:extLst>
                <a:ext uri="{FF2B5EF4-FFF2-40B4-BE49-F238E27FC236}">
                  <a16:creationId xmlns:a16="http://schemas.microsoft.com/office/drawing/2014/main" id="{E48B80F0-6094-A345-D930-37179998A7B8}"/>
                </a:ext>
              </a:extLst>
            </p:cNvPr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30" name="Google Shape;2830;p37">
            <a:extLst>
              <a:ext uri="{FF2B5EF4-FFF2-40B4-BE49-F238E27FC236}">
                <a16:creationId xmlns:a16="http://schemas.microsoft.com/office/drawing/2014/main" id="{AA1AECA3-22A3-BBBB-051B-42B82E26AA97}"/>
              </a:ext>
            </a:extLst>
          </p:cNvPr>
          <p:cNvGrpSpPr/>
          <p:nvPr/>
        </p:nvGrpSpPr>
        <p:grpSpPr>
          <a:xfrm>
            <a:off x="4762192" y="4297866"/>
            <a:ext cx="1105976" cy="133969"/>
            <a:chOff x="8183182" y="663852"/>
            <a:chExt cx="1475028" cy="178673"/>
          </a:xfrm>
        </p:grpSpPr>
        <p:grpSp>
          <p:nvGrpSpPr>
            <p:cNvPr id="2831" name="Google Shape;2831;p37">
              <a:extLst>
                <a:ext uri="{FF2B5EF4-FFF2-40B4-BE49-F238E27FC236}">
                  <a16:creationId xmlns:a16="http://schemas.microsoft.com/office/drawing/2014/main" id="{29103A63-158A-730C-FBA3-842DEAF0D0CA}"/>
                </a:ext>
              </a:extLst>
            </p:cNvPr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832" name="Google Shape;2832;p37">
                <a:extLst>
                  <a:ext uri="{FF2B5EF4-FFF2-40B4-BE49-F238E27FC236}">
                    <a16:creationId xmlns:a16="http://schemas.microsoft.com/office/drawing/2014/main" id="{164AB8AA-8008-AB95-BABB-0389C6FBADE2}"/>
                  </a:ext>
                </a:extLst>
              </p:cNvPr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3" name="Google Shape;2833;p37">
                <a:extLst>
                  <a:ext uri="{FF2B5EF4-FFF2-40B4-BE49-F238E27FC236}">
                    <a16:creationId xmlns:a16="http://schemas.microsoft.com/office/drawing/2014/main" id="{B69D6C97-AAB6-5127-E235-0D4FD46B7EEE}"/>
                  </a:ext>
                </a:extLst>
              </p:cNvPr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4" name="Google Shape;2834;p37">
                <a:extLst>
                  <a:ext uri="{FF2B5EF4-FFF2-40B4-BE49-F238E27FC236}">
                    <a16:creationId xmlns:a16="http://schemas.microsoft.com/office/drawing/2014/main" id="{BBC561B9-81B2-6AE8-99FB-C79463034D85}"/>
                  </a:ext>
                </a:extLst>
              </p:cNvPr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5" name="Google Shape;2835;p37">
                <a:extLst>
                  <a:ext uri="{FF2B5EF4-FFF2-40B4-BE49-F238E27FC236}">
                    <a16:creationId xmlns:a16="http://schemas.microsoft.com/office/drawing/2014/main" id="{EE573BA9-C94D-59D1-119A-253B8385891C}"/>
                  </a:ext>
                </a:extLst>
              </p:cNvPr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6" name="Google Shape;2836;p37">
                <a:extLst>
                  <a:ext uri="{FF2B5EF4-FFF2-40B4-BE49-F238E27FC236}">
                    <a16:creationId xmlns:a16="http://schemas.microsoft.com/office/drawing/2014/main" id="{37EFFD1D-94CF-5E0E-BF63-8FA161A59D77}"/>
                  </a:ext>
                </a:extLst>
              </p:cNvPr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7" name="Google Shape;2837;p37">
                <a:extLst>
                  <a:ext uri="{FF2B5EF4-FFF2-40B4-BE49-F238E27FC236}">
                    <a16:creationId xmlns:a16="http://schemas.microsoft.com/office/drawing/2014/main" id="{95375AA3-45C8-EC11-D1DA-FD21C5F66672}"/>
                  </a:ext>
                </a:extLst>
              </p:cNvPr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8" name="Google Shape;2838;p37">
                <a:extLst>
                  <a:ext uri="{FF2B5EF4-FFF2-40B4-BE49-F238E27FC236}">
                    <a16:creationId xmlns:a16="http://schemas.microsoft.com/office/drawing/2014/main" id="{EA982377-9D7F-7CEB-A966-82D69D17C252}"/>
                  </a:ext>
                </a:extLst>
              </p:cNvPr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9" name="Google Shape;2839;p37">
                <a:extLst>
                  <a:ext uri="{FF2B5EF4-FFF2-40B4-BE49-F238E27FC236}">
                    <a16:creationId xmlns:a16="http://schemas.microsoft.com/office/drawing/2014/main" id="{214DCCFE-001D-6EC5-3729-20F8B8AE5641}"/>
                  </a:ext>
                </a:extLst>
              </p:cNvPr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0" name="Google Shape;2840;p37">
                <a:extLst>
                  <a:ext uri="{FF2B5EF4-FFF2-40B4-BE49-F238E27FC236}">
                    <a16:creationId xmlns:a16="http://schemas.microsoft.com/office/drawing/2014/main" id="{FCDDB609-B6D0-2923-7EE1-CDD4C4737DBD}"/>
                  </a:ext>
                </a:extLst>
              </p:cNvPr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1" name="Google Shape;2841;p37">
                <a:extLst>
                  <a:ext uri="{FF2B5EF4-FFF2-40B4-BE49-F238E27FC236}">
                    <a16:creationId xmlns:a16="http://schemas.microsoft.com/office/drawing/2014/main" id="{4B6DDCA5-45F7-6473-55A7-FAB21B863353}"/>
                  </a:ext>
                </a:extLst>
              </p:cNvPr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842" name="Google Shape;2842;p37">
              <a:extLst>
                <a:ext uri="{FF2B5EF4-FFF2-40B4-BE49-F238E27FC236}">
                  <a16:creationId xmlns:a16="http://schemas.microsoft.com/office/drawing/2014/main" id="{8A7D06B0-5C12-EC97-B2A3-4A6929BFF7ED}"/>
                </a:ext>
              </a:extLst>
            </p:cNvPr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843" name="Google Shape;2843;p37">
                <a:extLst>
                  <a:ext uri="{FF2B5EF4-FFF2-40B4-BE49-F238E27FC236}">
                    <a16:creationId xmlns:a16="http://schemas.microsoft.com/office/drawing/2014/main" id="{E5C06C51-CECF-2055-07F3-4D5A463C2560}"/>
                  </a:ext>
                </a:extLst>
              </p:cNvPr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4" name="Google Shape;2844;p37">
                <a:extLst>
                  <a:ext uri="{FF2B5EF4-FFF2-40B4-BE49-F238E27FC236}">
                    <a16:creationId xmlns:a16="http://schemas.microsoft.com/office/drawing/2014/main" id="{AB6F9444-1B72-1AA0-7838-F10C339CFE28}"/>
                  </a:ext>
                </a:extLst>
              </p:cNvPr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5" name="Google Shape;2845;p37">
                <a:extLst>
                  <a:ext uri="{FF2B5EF4-FFF2-40B4-BE49-F238E27FC236}">
                    <a16:creationId xmlns:a16="http://schemas.microsoft.com/office/drawing/2014/main" id="{B30FE900-7B4E-9D59-4A74-F9737741E714}"/>
                  </a:ext>
                </a:extLst>
              </p:cNvPr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6" name="Google Shape;2846;p37">
                <a:extLst>
                  <a:ext uri="{FF2B5EF4-FFF2-40B4-BE49-F238E27FC236}">
                    <a16:creationId xmlns:a16="http://schemas.microsoft.com/office/drawing/2014/main" id="{E1A6DDF6-4AAD-5D28-730D-B829A609D49B}"/>
                  </a:ext>
                </a:extLst>
              </p:cNvPr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7" name="Google Shape;2847;p37">
                <a:extLst>
                  <a:ext uri="{FF2B5EF4-FFF2-40B4-BE49-F238E27FC236}">
                    <a16:creationId xmlns:a16="http://schemas.microsoft.com/office/drawing/2014/main" id="{510C1AC7-1AFE-7862-D531-F4E18A0E6592}"/>
                  </a:ext>
                </a:extLst>
              </p:cNvPr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8" name="Google Shape;2848;p37">
                <a:extLst>
                  <a:ext uri="{FF2B5EF4-FFF2-40B4-BE49-F238E27FC236}">
                    <a16:creationId xmlns:a16="http://schemas.microsoft.com/office/drawing/2014/main" id="{059B3CE2-E3E8-86F1-898E-D9B1DD7B825A}"/>
                  </a:ext>
                </a:extLst>
              </p:cNvPr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9" name="Google Shape;2849;p37">
                <a:extLst>
                  <a:ext uri="{FF2B5EF4-FFF2-40B4-BE49-F238E27FC236}">
                    <a16:creationId xmlns:a16="http://schemas.microsoft.com/office/drawing/2014/main" id="{20EB92A7-DFF9-FE45-3F23-3A642A878529}"/>
                  </a:ext>
                </a:extLst>
              </p:cNvPr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0" name="Google Shape;2850;p37">
                <a:extLst>
                  <a:ext uri="{FF2B5EF4-FFF2-40B4-BE49-F238E27FC236}">
                    <a16:creationId xmlns:a16="http://schemas.microsoft.com/office/drawing/2014/main" id="{470577B6-E4E6-61A7-806B-A6D977AE6100}"/>
                  </a:ext>
                </a:extLst>
              </p:cNvPr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1" name="Google Shape;2851;p37">
                <a:extLst>
                  <a:ext uri="{FF2B5EF4-FFF2-40B4-BE49-F238E27FC236}">
                    <a16:creationId xmlns:a16="http://schemas.microsoft.com/office/drawing/2014/main" id="{1C9E3728-FD59-F74A-56D4-9E7A12E65B4B}"/>
                  </a:ext>
                </a:extLst>
              </p:cNvPr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2" name="Google Shape;2852;p37">
                <a:extLst>
                  <a:ext uri="{FF2B5EF4-FFF2-40B4-BE49-F238E27FC236}">
                    <a16:creationId xmlns:a16="http://schemas.microsoft.com/office/drawing/2014/main" id="{F3563156-6EBB-08BD-9A04-B127C704ED2B}"/>
                  </a:ext>
                </a:extLst>
              </p:cNvPr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50BBD81D-68F7-CBD0-CB3C-8A06E4ED54C3}"/>
              </a:ext>
            </a:extLst>
          </p:cNvPr>
          <p:cNvGrpSpPr/>
          <p:nvPr/>
        </p:nvGrpSpPr>
        <p:grpSpPr>
          <a:xfrm>
            <a:off x="1281579" y="1733491"/>
            <a:ext cx="3599279" cy="373395"/>
            <a:chOff x="1281579" y="1733491"/>
            <a:chExt cx="3599279" cy="373395"/>
          </a:xfrm>
        </p:grpSpPr>
        <p:sp>
          <p:nvSpPr>
            <p:cNvPr id="6" name="Google Shape;2806;p37">
              <a:extLst>
                <a:ext uri="{FF2B5EF4-FFF2-40B4-BE49-F238E27FC236}">
                  <a16:creationId xmlns:a16="http://schemas.microsoft.com/office/drawing/2014/main" id="{566E4BA4-84FD-2833-B383-704D1BE54529}"/>
                </a:ext>
              </a:extLst>
            </p:cNvPr>
            <p:cNvSpPr txBox="1">
              <a:spLocks/>
            </p:cNvSpPr>
            <p:nvPr/>
          </p:nvSpPr>
          <p:spPr>
            <a:xfrm>
              <a:off x="1587394" y="1733491"/>
              <a:ext cx="3293464" cy="3733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1pPr>
              <a:lvl2pPr marL="914400" marR="0" lvl="1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2pPr>
              <a:lvl3pPr marL="1371600" marR="0" lvl="2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3pPr>
              <a:lvl4pPr marL="1828800" marR="0" lvl="3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4pPr>
              <a:lvl5pPr marL="2286000" marR="0" lvl="4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5pPr>
              <a:lvl6pPr marL="2743200" marR="0" lvl="5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6pPr>
              <a:lvl7pPr marL="3200400" marR="0" lvl="6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7pPr>
              <a:lvl8pPr marL="3657600" marR="0" lvl="7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8pPr>
              <a:lvl9pPr marL="4114800" marR="0" lvl="8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9pPr>
            </a:lstStyle>
            <a:p>
              <a:pPr marL="0" indent="0"/>
              <a:r>
                <a:rPr lang="en-US" b="1" dirty="0"/>
                <a:t>22% of population</a:t>
              </a:r>
              <a:r>
                <a:rPr lang="en-US" dirty="0"/>
                <a:t> will be 60+ by 2050</a:t>
              </a:r>
            </a:p>
          </p:txBody>
        </p:sp>
        <p:sp>
          <p:nvSpPr>
            <p:cNvPr id="11" name="Google Shape;9715;p84">
              <a:extLst>
                <a:ext uri="{FF2B5EF4-FFF2-40B4-BE49-F238E27FC236}">
                  <a16:creationId xmlns:a16="http://schemas.microsoft.com/office/drawing/2014/main" id="{E6364C6A-62FE-E1F8-8DBC-BA9073491DE9}"/>
                </a:ext>
              </a:extLst>
            </p:cNvPr>
            <p:cNvSpPr/>
            <p:nvPr/>
          </p:nvSpPr>
          <p:spPr>
            <a:xfrm>
              <a:off x="1281579" y="1791062"/>
              <a:ext cx="333673" cy="315824"/>
            </a:xfrm>
            <a:custGeom>
              <a:avLst/>
              <a:gdLst/>
              <a:ahLst/>
              <a:cxnLst/>
              <a:rect l="l" t="t" r="r" b="b"/>
              <a:pathLst>
                <a:path w="18956" h="17942" extrusionOk="0">
                  <a:moveTo>
                    <a:pt x="6270" y="9375"/>
                  </a:moveTo>
                  <a:lnTo>
                    <a:pt x="6267" y="16812"/>
                  </a:lnTo>
                  <a:lnTo>
                    <a:pt x="1130" y="16812"/>
                  </a:lnTo>
                  <a:lnTo>
                    <a:pt x="1130" y="13545"/>
                  </a:lnTo>
                  <a:lnTo>
                    <a:pt x="6270" y="9375"/>
                  </a:lnTo>
                  <a:close/>
                  <a:moveTo>
                    <a:pt x="7399" y="9116"/>
                  </a:moveTo>
                  <a:lnTo>
                    <a:pt x="12103" y="11534"/>
                  </a:lnTo>
                  <a:lnTo>
                    <a:pt x="12100" y="16812"/>
                  </a:lnTo>
                  <a:lnTo>
                    <a:pt x="7399" y="16812"/>
                  </a:lnTo>
                  <a:lnTo>
                    <a:pt x="7399" y="9116"/>
                  </a:lnTo>
                  <a:close/>
                  <a:moveTo>
                    <a:pt x="564" y="1"/>
                  </a:moveTo>
                  <a:cubicBezTo>
                    <a:pt x="251" y="1"/>
                    <a:pt x="1" y="254"/>
                    <a:pt x="1" y="564"/>
                  </a:cubicBezTo>
                  <a:lnTo>
                    <a:pt x="1" y="13274"/>
                  </a:lnTo>
                  <a:lnTo>
                    <a:pt x="1" y="17376"/>
                  </a:lnTo>
                  <a:cubicBezTo>
                    <a:pt x="1" y="17689"/>
                    <a:pt x="251" y="17942"/>
                    <a:pt x="564" y="17942"/>
                  </a:cubicBezTo>
                  <a:lnTo>
                    <a:pt x="18324" y="17942"/>
                  </a:lnTo>
                  <a:cubicBezTo>
                    <a:pt x="18637" y="17942"/>
                    <a:pt x="18890" y="17689"/>
                    <a:pt x="18890" y="17376"/>
                  </a:cubicBezTo>
                  <a:cubicBezTo>
                    <a:pt x="18890" y="17062"/>
                    <a:pt x="18637" y="16812"/>
                    <a:pt x="18324" y="16812"/>
                  </a:cubicBezTo>
                  <a:lnTo>
                    <a:pt x="13232" y="16812"/>
                  </a:lnTo>
                  <a:lnTo>
                    <a:pt x="13232" y="11425"/>
                  </a:lnTo>
                  <a:lnTo>
                    <a:pt x="16210" y="8444"/>
                  </a:lnTo>
                  <a:lnTo>
                    <a:pt x="17400" y="9634"/>
                  </a:lnTo>
                  <a:cubicBezTo>
                    <a:pt x="17514" y="9748"/>
                    <a:pt x="17656" y="9799"/>
                    <a:pt x="17796" y="9799"/>
                  </a:cubicBezTo>
                  <a:cubicBezTo>
                    <a:pt x="18059" y="9799"/>
                    <a:pt x="18314" y="9616"/>
                    <a:pt x="18357" y="9317"/>
                  </a:cubicBezTo>
                  <a:lnTo>
                    <a:pt x="18905" y="5592"/>
                  </a:lnTo>
                  <a:cubicBezTo>
                    <a:pt x="18955" y="5247"/>
                    <a:pt x="18683" y="4948"/>
                    <a:pt x="18347" y="4948"/>
                  </a:cubicBezTo>
                  <a:cubicBezTo>
                    <a:pt x="18320" y="4948"/>
                    <a:pt x="18292" y="4950"/>
                    <a:pt x="18264" y="4954"/>
                  </a:cubicBezTo>
                  <a:lnTo>
                    <a:pt x="14539" y="5502"/>
                  </a:lnTo>
                  <a:cubicBezTo>
                    <a:pt x="14078" y="5568"/>
                    <a:pt x="13895" y="6132"/>
                    <a:pt x="14223" y="6460"/>
                  </a:cubicBezTo>
                  <a:lnTo>
                    <a:pt x="15412" y="7649"/>
                  </a:lnTo>
                  <a:lnTo>
                    <a:pt x="12558" y="10501"/>
                  </a:lnTo>
                  <a:lnTo>
                    <a:pt x="7092" y="7688"/>
                  </a:lnTo>
                  <a:lnTo>
                    <a:pt x="7059" y="7673"/>
                  </a:lnTo>
                  <a:lnTo>
                    <a:pt x="7044" y="7667"/>
                  </a:lnTo>
                  <a:cubicBezTo>
                    <a:pt x="7032" y="7661"/>
                    <a:pt x="7020" y="7658"/>
                    <a:pt x="7008" y="7655"/>
                  </a:cubicBezTo>
                  <a:cubicBezTo>
                    <a:pt x="7002" y="7652"/>
                    <a:pt x="6996" y="7649"/>
                    <a:pt x="6990" y="7649"/>
                  </a:cubicBezTo>
                  <a:lnTo>
                    <a:pt x="6957" y="7640"/>
                  </a:lnTo>
                  <a:lnTo>
                    <a:pt x="6942" y="7637"/>
                  </a:lnTo>
                  <a:cubicBezTo>
                    <a:pt x="6926" y="7634"/>
                    <a:pt x="6908" y="7631"/>
                    <a:pt x="6893" y="7628"/>
                  </a:cubicBezTo>
                  <a:lnTo>
                    <a:pt x="6770" y="7628"/>
                  </a:lnTo>
                  <a:cubicBezTo>
                    <a:pt x="6758" y="7631"/>
                    <a:pt x="6743" y="7634"/>
                    <a:pt x="6728" y="7637"/>
                  </a:cubicBezTo>
                  <a:lnTo>
                    <a:pt x="6710" y="7640"/>
                  </a:lnTo>
                  <a:lnTo>
                    <a:pt x="6680" y="7649"/>
                  </a:lnTo>
                  <a:lnTo>
                    <a:pt x="6658" y="7652"/>
                  </a:lnTo>
                  <a:cubicBezTo>
                    <a:pt x="6646" y="7658"/>
                    <a:pt x="6631" y="7664"/>
                    <a:pt x="6616" y="7670"/>
                  </a:cubicBezTo>
                  <a:cubicBezTo>
                    <a:pt x="6610" y="7670"/>
                    <a:pt x="6607" y="7673"/>
                    <a:pt x="6601" y="7676"/>
                  </a:cubicBezTo>
                  <a:cubicBezTo>
                    <a:pt x="6595" y="7679"/>
                    <a:pt x="6583" y="7685"/>
                    <a:pt x="6574" y="7688"/>
                  </a:cubicBezTo>
                  <a:lnTo>
                    <a:pt x="6556" y="7700"/>
                  </a:lnTo>
                  <a:cubicBezTo>
                    <a:pt x="6547" y="7703"/>
                    <a:pt x="6538" y="7709"/>
                    <a:pt x="6529" y="7715"/>
                  </a:cubicBezTo>
                  <a:lnTo>
                    <a:pt x="6514" y="7724"/>
                  </a:lnTo>
                  <a:cubicBezTo>
                    <a:pt x="6502" y="7733"/>
                    <a:pt x="6490" y="7743"/>
                    <a:pt x="6475" y="7752"/>
                  </a:cubicBezTo>
                  <a:lnTo>
                    <a:pt x="6475" y="7755"/>
                  </a:lnTo>
                  <a:lnTo>
                    <a:pt x="1130" y="12091"/>
                  </a:lnTo>
                  <a:lnTo>
                    <a:pt x="1130" y="564"/>
                  </a:lnTo>
                  <a:cubicBezTo>
                    <a:pt x="1130" y="254"/>
                    <a:pt x="877" y="1"/>
                    <a:pt x="56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435D74"/>
                </a:solidFill>
              </a:endParaRP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05231E24-57CD-201D-9A1B-649181646CB2}"/>
              </a:ext>
            </a:extLst>
          </p:cNvPr>
          <p:cNvGrpSpPr/>
          <p:nvPr/>
        </p:nvGrpSpPr>
        <p:grpSpPr>
          <a:xfrm>
            <a:off x="1279251" y="2195570"/>
            <a:ext cx="3601607" cy="373392"/>
            <a:chOff x="1279251" y="2195570"/>
            <a:chExt cx="3601607" cy="373392"/>
          </a:xfrm>
        </p:grpSpPr>
        <p:sp>
          <p:nvSpPr>
            <p:cNvPr id="7" name="Google Shape;2806;p37">
              <a:extLst>
                <a:ext uri="{FF2B5EF4-FFF2-40B4-BE49-F238E27FC236}">
                  <a16:creationId xmlns:a16="http://schemas.microsoft.com/office/drawing/2014/main" id="{E354D83A-74AD-54CC-C98F-8185EB7127F5}"/>
                </a:ext>
              </a:extLst>
            </p:cNvPr>
            <p:cNvSpPr txBox="1">
              <a:spLocks/>
            </p:cNvSpPr>
            <p:nvPr/>
          </p:nvSpPr>
          <p:spPr>
            <a:xfrm>
              <a:off x="1587394" y="2195570"/>
              <a:ext cx="3293464" cy="3733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1pPr>
              <a:lvl2pPr marL="914400" marR="0" lvl="1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2pPr>
              <a:lvl3pPr marL="1371600" marR="0" lvl="2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3pPr>
              <a:lvl4pPr marL="1828800" marR="0" lvl="3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4pPr>
              <a:lvl5pPr marL="2286000" marR="0" lvl="4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5pPr>
              <a:lvl6pPr marL="2743200" marR="0" lvl="5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6pPr>
              <a:lvl7pPr marL="3200400" marR="0" lvl="6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7pPr>
              <a:lvl8pPr marL="3657600" marR="0" lvl="7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8pPr>
              <a:lvl9pPr marL="4114800" marR="0" lvl="8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9pPr>
            </a:lstStyle>
            <a:p>
              <a:pPr marL="0" indent="0"/>
              <a:r>
                <a:rPr lang="en-US" b="1" dirty="0"/>
                <a:t>95%</a:t>
              </a:r>
              <a:r>
                <a:rPr lang="en-US" dirty="0"/>
                <a:t> face health complications</a:t>
              </a:r>
            </a:p>
          </p:txBody>
        </p:sp>
        <p:grpSp>
          <p:nvGrpSpPr>
            <p:cNvPr id="12" name="Google Shape;10169;p85">
              <a:extLst>
                <a:ext uri="{FF2B5EF4-FFF2-40B4-BE49-F238E27FC236}">
                  <a16:creationId xmlns:a16="http://schemas.microsoft.com/office/drawing/2014/main" id="{F4B99456-6469-AF4C-7EDF-B1FDEB05DAFF}"/>
                </a:ext>
              </a:extLst>
            </p:cNvPr>
            <p:cNvGrpSpPr/>
            <p:nvPr/>
          </p:nvGrpSpPr>
          <p:grpSpPr>
            <a:xfrm>
              <a:off x="1279251" y="2235923"/>
              <a:ext cx="338328" cy="320040"/>
              <a:chOff x="-28069875" y="3175300"/>
              <a:chExt cx="260725" cy="296150"/>
            </a:xfrm>
          </p:grpSpPr>
          <p:sp>
            <p:nvSpPr>
              <p:cNvPr id="13" name="Google Shape;10170;p85">
                <a:extLst>
                  <a:ext uri="{FF2B5EF4-FFF2-40B4-BE49-F238E27FC236}">
                    <a16:creationId xmlns:a16="http://schemas.microsoft.com/office/drawing/2014/main" id="{88F2E7B2-4FD3-3B56-5A55-6F29FC0D3F6E}"/>
                  </a:ext>
                </a:extLst>
              </p:cNvPr>
              <p:cNvSpPr/>
              <p:nvPr/>
            </p:nvSpPr>
            <p:spPr>
              <a:xfrm>
                <a:off x="-28059650" y="3192625"/>
                <a:ext cx="26025" cy="70125"/>
              </a:xfrm>
              <a:custGeom>
                <a:avLst/>
                <a:gdLst/>
                <a:ahLst/>
                <a:cxnLst/>
                <a:rect l="l" t="t" r="r" b="b"/>
                <a:pathLst>
                  <a:path w="1041" h="2805" extrusionOk="0">
                    <a:moveTo>
                      <a:pt x="536" y="0"/>
                    </a:moveTo>
                    <a:cubicBezTo>
                      <a:pt x="253" y="0"/>
                      <a:pt x="1" y="252"/>
                      <a:pt x="1" y="536"/>
                    </a:cubicBezTo>
                    <a:lnTo>
                      <a:pt x="1" y="2458"/>
                    </a:lnTo>
                    <a:cubicBezTo>
                      <a:pt x="410" y="2458"/>
                      <a:pt x="757" y="2584"/>
                      <a:pt x="1040" y="2804"/>
                    </a:cubicBezTo>
                    <a:lnTo>
                      <a:pt x="1040" y="536"/>
                    </a:lnTo>
                    <a:cubicBezTo>
                      <a:pt x="1040" y="252"/>
                      <a:pt x="788" y="0"/>
                      <a:pt x="53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14" name="Google Shape;10171;p85">
                <a:extLst>
                  <a:ext uri="{FF2B5EF4-FFF2-40B4-BE49-F238E27FC236}">
                    <a16:creationId xmlns:a16="http://schemas.microsoft.com/office/drawing/2014/main" id="{E64BFEEE-B6B1-3A54-9D29-B195A420DD6E}"/>
                  </a:ext>
                </a:extLst>
              </p:cNvPr>
              <p:cNvSpPr/>
              <p:nvPr/>
            </p:nvSpPr>
            <p:spPr>
              <a:xfrm>
                <a:off x="-27843050" y="3192625"/>
                <a:ext cx="26025" cy="69325"/>
              </a:xfrm>
              <a:custGeom>
                <a:avLst/>
                <a:gdLst/>
                <a:ahLst/>
                <a:cxnLst/>
                <a:rect l="l" t="t" r="r" b="b"/>
                <a:pathLst>
                  <a:path w="1041" h="2773" extrusionOk="0">
                    <a:moveTo>
                      <a:pt x="536" y="0"/>
                    </a:moveTo>
                    <a:cubicBezTo>
                      <a:pt x="253" y="0"/>
                      <a:pt x="1" y="252"/>
                      <a:pt x="1" y="536"/>
                    </a:cubicBezTo>
                    <a:lnTo>
                      <a:pt x="1" y="2773"/>
                    </a:lnTo>
                    <a:cubicBezTo>
                      <a:pt x="284" y="2584"/>
                      <a:pt x="694" y="2426"/>
                      <a:pt x="1040" y="2426"/>
                    </a:cubicBezTo>
                    <a:lnTo>
                      <a:pt x="1040" y="536"/>
                    </a:lnTo>
                    <a:cubicBezTo>
                      <a:pt x="1040" y="252"/>
                      <a:pt x="788" y="0"/>
                      <a:pt x="53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15" name="Google Shape;10172;p85">
                <a:extLst>
                  <a:ext uri="{FF2B5EF4-FFF2-40B4-BE49-F238E27FC236}">
                    <a16:creationId xmlns:a16="http://schemas.microsoft.com/office/drawing/2014/main" id="{38F4D2D4-B799-941F-4D49-78BE300D95D1}"/>
                  </a:ext>
                </a:extLst>
              </p:cNvPr>
              <p:cNvSpPr/>
              <p:nvPr/>
            </p:nvSpPr>
            <p:spPr>
              <a:xfrm>
                <a:off x="-27973000" y="3202075"/>
                <a:ext cx="26000" cy="57525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2301" extrusionOk="0">
                    <a:moveTo>
                      <a:pt x="536" y="0"/>
                    </a:moveTo>
                    <a:cubicBezTo>
                      <a:pt x="252" y="0"/>
                      <a:pt x="0" y="221"/>
                      <a:pt x="0" y="504"/>
                    </a:cubicBezTo>
                    <a:lnTo>
                      <a:pt x="0" y="1954"/>
                    </a:lnTo>
                    <a:cubicBezTo>
                      <a:pt x="410" y="1985"/>
                      <a:pt x="756" y="2080"/>
                      <a:pt x="1040" y="2300"/>
                    </a:cubicBezTo>
                    <a:lnTo>
                      <a:pt x="1040" y="504"/>
                    </a:lnTo>
                    <a:cubicBezTo>
                      <a:pt x="1040" y="221"/>
                      <a:pt x="788" y="0"/>
                      <a:pt x="53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16" name="Google Shape;10173;p85">
                <a:extLst>
                  <a:ext uri="{FF2B5EF4-FFF2-40B4-BE49-F238E27FC236}">
                    <a16:creationId xmlns:a16="http://schemas.microsoft.com/office/drawing/2014/main" id="{4EC1E6F5-D0B9-267F-F249-862068718C34}"/>
                  </a:ext>
                </a:extLst>
              </p:cNvPr>
              <p:cNvSpPr/>
              <p:nvPr/>
            </p:nvSpPr>
            <p:spPr>
              <a:xfrm>
                <a:off x="-27929675" y="3202075"/>
                <a:ext cx="26000" cy="57525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2301" extrusionOk="0">
                    <a:moveTo>
                      <a:pt x="536" y="0"/>
                    </a:moveTo>
                    <a:cubicBezTo>
                      <a:pt x="252" y="0"/>
                      <a:pt x="0" y="221"/>
                      <a:pt x="0" y="504"/>
                    </a:cubicBezTo>
                    <a:lnTo>
                      <a:pt x="0" y="2300"/>
                    </a:lnTo>
                    <a:cubicBezTo>
                      <a:pt x="315" y="2111"/>
                      <a:pt x="693" y="1985"/>
                      <a:pt x="1040" y="1954"/>
                    </a:cubicBezTo>
                    <a:lnTo>
                      <a:pt x="1040" y="504"/>
                    </a:lnTo>
                    <a:cubicBezTo>
                      <a:pt x="1040" y="221"/>
                      <a:pt x="788" y="0"/>
                      <a:pt x="53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17" name="Google Shape;10174;p85">
                <a:extLst>
                  <a:ext uri="{FF2B5EF4-FFF2-40B4-BE49-F238E27FC236}">
                    <a16:creationId xmlns:a16="http://schemas.microsoft.com/office/drawing/2014/main" id="{BB8E0446-5EB2-4329-25E3-7F64751B4B7F}"/>
                  </a:ext>
                </a:extLst>
              </p:cNvPr>
              <p:cNvSpPr/>
              <p:nvPr/>
            </p:nvSpPr>
            <p:spPr>
              <a:xfrm>
                <a:off x="-28016325" y="3175300"/>
                <a:ext cx="26025" cy="91375"/>
              </a:xfrm>
              <a:custGeom>
                <a:avLst/>
                <a:gdLst/>
                <a:ahLst/>
                <a:cxnLst/>
                <a:rect l="l" t="t" r="r" b="b"/>
                <a:pathLst>
                  <a:path w="1041" h="3655" extrusionOk="0">
                    <a:moveTo>
                      <a:pt x="536" y="0"/>
                    </a:moveTo>
                    <a:cubicBezTo>
                      <a:pt x="253" y="0"/>
                      <a:pt x="1" y="221"/>
                      <a:pt x="1" y="504"/>
                    </a:cubicBezTo>
                    <a:lnTo>
                      <a:pt x="1" y="3655"/>
                    </a:lnTo>
                    <a:cubicBezTo>
                      <a:pt x="1" y="3655"/>
                      <a:pt x="1" y="3623"/>
                      <a:pt x="64" y="3623"/>
                    </a:cubicBezTo>
                    <a:cubicBezTo>
                      <a:pt x="284" y="3371"/>
                      <a:pt x="631" y="3182"/>
                      <a:pt x="1040" y="3056"/>
                    </a:cubicBezTo>
                    <a:lnTo>
                      <a:pt x="1040" y="504"/>
                    </a:lnTo>
                    <a:cubicBezTo>
                      <a:pt x="1040" y="221"/>
                      <a:pt x="788" y="0"/>
                      <a:pt x="53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18" name="Google Shape;10175;p85">
                <a:extLst>
                  <a:ext uri="{FF2B5EF4-FFF2-40B4-BE49-F238E27FC236}">
                    <a16:creationId xmlns:a16="http://schemas.microsoft.com/office/drawing/2014/main" id="{4BBC0346-5269-DB87-0B79-87CEC4A6AC4B}"/>
                  </a:ext>
                </a:extLst>
              </p:cNvPr>
              <p:cNvSpPr/>
              <p:nvPr/>
            </p:nvSpPr>
            <p:spPr>
              <a:xfrm>
                <a:off x="-27886375" y="3176075"/>
                <a:ext cx="26025" cy="91400"/>
              </a:xfrm>
              <a:custGeom>
                <a:avLst/>
                <a:gdLst/>
                <a:ahLst/>
                <a:cxnLst/>
                <a:rect l="l" t="t" r="r" b="b"/>
                <a:pathLst>
                  <a:path w="1041" h="3656" extrusionOk="0">
                    <a:moveTo>
                      <a:pt x="536" y="1"/>
                    </a:moveTo>
                    <a:cubicBezTo>
                      <a:pt x="253" y="1"/>
                      <a:pt x="1" y="221"/>
                      <a:pt x="1" y="505"/>
                    </a:cubicBezTo>
                    <a:lnTo>
                      <a:pt x="1" y="3088"/>
                    </a:lnTo>
                    <a:cubicBezTo>
                      <a:pt x="379" y="3151"/>
                      <a:pt x="726" y="3340"/>
                      <a:pt x="1041" y="3655"/>
                    </a:cubicBezTo>
                    <a:lnTo>
                      <a:pt x="1041" y="505"/>
                    </a:lnTo>
                    <a:cubicBezTo>
                      <a:pt x="1041" y="253"/>
                      <a:pt x="789" y="1"/>
                      <a:pt x="536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19" name="Google Shape;10176;p85">
                <a:extLst>
                  <a:ext uri="{FF2B5EF4-FFF2-40B4-BE49-F238E27FC236}">
                    <a16:creationId xmlns:a16="http://schemas.microsoft.com/office/drawing/2014/main" id="{5864CE02-ED6C-03DF-CC15-1B3FF233A075}"/>
                  </a:ext>
                </a:extLst>
              </p:cNvPr>
              <p:cNvSpPr/>
              <p:nvPr/>
            </p:nvSpPr>
            <p:spPr>
              <a:xfrm>
                <a:off x="-28017900" y="3269025"/>
                <a:ext cx="161475" cy="133125"/>
              </a:xfrm>
              <a:custGeom>
                <a:avLst/>
                <a:gdLst/>
                <a:ahLst/>
                <a:cxnLst/>
                <a:rect l="l" t="t" r="r" b="b"/>
                <a:pathLst>
                  <a:path w="6459" h="5325" extrusionOk="0">
                    <a:moveTo>
                      <a:pt x="1733" y="0"/>
                    </a:moveTo>
                    <a:cubicBezTo>
                      <a:pt x="1355" y="0"/>
                      <a:pt x="946" y="158"/>
                      <a:pt x="662" y="410"/>
                    </a:cubicBezTo>
                    <a:cubicBezTo>
                      <a:pt x="64" y="882"/>
                      <a:pt x="1" y="1639"/>
                      <a:pt x="347" y="2237"/>
                    </a:cubicBezTo>
                    <a:cubicBezTo>
                      <a:pt x="1324" y="2458"/>
                      <a:pt x="2048" y="3340"/>
                      <a:pt x="2174" y="4348"/>
                    </a:cubicBezTo>
                    <a:lnTo>
                      <a:pt x="3214" y="5325"/>
                    </a:lnTo>
                    <a:lnTo>
                      <a:pt x="4285" y="4348"/>
                    </a:lnTo>
                    <a:cubicBezTo>
                      <a:pt x="4380" y="3340"/>
                      <a:pt x="5073" y="2521"/>
                      <a:pt x="6113" y="2237"/>
                    </a:cubicBezTo>
                    <a:cubicBezTo>
                      <a:pt x="6459" y="1639"/>
                      <a:pt x="6333" y="882"/>
                      <a:pt x="5860" y="410"/>
                    </a:cubicBezTo>
                    <a:cubicBezTo>
                      <a:pt x="5577" y="158"/>
                      <a:pt x="5199" y="0"/>
                      <a:pt x="4789" y="0"/>
                    </a:cubicBezTo>
                    <a:cubicBezTo>
                      <a:pt x="4411" y="0"/>
                      <a:pt x="4002" y="158"/>
                      <a:pt x="3750" y="410"/>
                    </a:cubicBezTo>
                    <a:lnTo>
                      <a:pt x="3277" y="882"/>
                    </a:lnTo>
                    <a:lnTo>
                      <a:pt x="2805" y="410"/>
                    </a:lnTo>
                    <a:cubicBezTo>
                      <a:pt x="2521" y="158"/>
                      <a:pt x="2143" y="0"/>
                      <a:pt x="173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20" name="Google Shape;10177;p85">
                <a:extLst>
                  <a:ext uri="{FF2B5EF4-FFF2-40B4-BE49-F238E27FC236}">
                    <a16:creationId xmlns:a16="http://schemas.microsoft.com/office/drawing/2014/main" id="{FE6F1DBE-76B0-01DE-374A-9E5B21751F0A}"/>
                  </a:ext>
                </a:extLst>
              </p:cNvPr>
              <p:cNvSpPr/>
              <p:nvPr/>
            </p:nvSpPr>
            <p:spPr>
              <a:xfrm>
                <a:off x="-27930475" y="3269800"/>
                <a:ext cx="121325" cy="201650"/>
              </a:xfrm>
              <a:custGeom>
                <a:avLst/>
                <a:gdLst/>
                <a:ahLst/>
                <a:cxnLst/>
                <a:rect l="l" t="t" r="r" b="b"/>
                <a:pathLst>
                  <a:path w="4853" h="8066" extrusionOk="0">
                    <a:moveTo>
                      <a:pt x="4506" y="1"/>
                    </a:moveTo>
                    <a:cubicBezTo>
                      <a:pt x="3876" y="1"/>
                      <a:pt x="3403" y="505"/>
                      <a:pt x="3403" y="1198"/>
                    </a:cubicBezTo>
                    <a:lnTo>
                      <a:pt x="3403" y="2395"/>
                    </a:lnTo>
                    <a:cubicBezTo>
                      <a:pt x="3403" y="2584"/>
                      <a:pt x="3246" y="2742"/>
                      <a:pt x="3025" y="2742"/>
                    </a:cubicBezTo>
                    <a:cubicBezTo>
                      <a:pt x="2679" y="2742"/>
                      <a:pt x="2363" y="2868"/>
                      <a:pt x="2080" y="3025"/>
                    </a:cubicBezTo>
                    <a:cubicBezTo>
                      <a:pt x="1702" y="3372"/>
                      <a:pt x="1418" y="3939"/>
                      <a:pt x="1418" y="4474"/>
                    </a:cubicBezTo>
                    <a:lnTo>
                      <a:pt x="1418" y="5231"/>
                    </a:lnTo>
                    <a:cubicBezTo>
                      <a:pt x="1418" y="5420"/>
                      <a:pt x="1261" y="5577"/>
                      <a:pt x="1072" y="5577"/>
                    </a:cubicBezTo>
                    <a:cubicBezTo>
                      <a:pt x="883" y="5577"/>
                      <a:pt x="725" y="5420"/>
                      <a:pt x="725" y="5231"/>
                    </a:cubicBezTo>
                    <a:lnTo>
                      <a:pt x="1" y="5892"/>
                    </a:lnTo>
                    <a:lnTo>
                      <a:pt x="1" y="8066"/>
                    </a:lnTo>
                    <a:lnTo>
                      <a:pt x="3813" y="8066"/>
                    </a:lnTo>
                    <a:cubicBezTo>
                      <a:pt x="4033" y="8066"/>
                      <a:pt x="4191" y="7908"/>
                      <a:pt x="4191" y="7719"/>
                    </a:cubicBezTo>
                    <a:cubicBezTo>
                      <a:pt x="4191" y="7530"/>
                      <a:pt x="4033" y="7373"/>
                      <a:pt x="3813" y="7373"/>
                    </a:cubicBezTo>
                    <a:lnTo>
                      <a:pt x="3466" y="7373"/>
                    </a:lnTo>
                    <a:lnTo>
                      <a:pt x="3466" y="6270"/>
                    </a:lnTo>
                    <a:cubicBezTo>
                      <a:pt x="3466" y="6176"/>
                      <a:pt x="3498" y="6050"/>
                      <a:pt x="3592" y="6018"/>
                    </a:cubicBezTo>
                    <a:lnTo>
                      <a:pt x="4128" y="5420"/>
                    </a:lnTo>
                    <a:cubicBezTo>
                      <a:pt x="4600" y="4947"/>
                      <a:pt x="4852" y="4380"/>
                      <a:pt x="4852" y="3687"/>
                    </a:cubicBezTo>
                    <a:lnTo>
                      <a:pt x="4852" y="347"/>
                    </a:lnTo>
                    <a:cubicBezTo>
                      <a:pt x="4852" y="158"/>
                      <a:pt x="4695" y="1"/>
                      <a:pt x="4506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21" name="Google Shape;10178;p85">
                <a:extLst>
                  <a:ext uri="{FF2B5EF4-FFF2-40B4-BE49-F238E27FC236}">
                    <a16:creationId xmlns:a16="http://schemas.microsoft.com/office/drawing/2014/main" id="{B1162F7A-E906-3685-7F25-D3BC9419DE17}"/>
                  </a:ext>
                </a:extLst>
              </p:cNvPr>
              <p:cNvSpPr/>
              <p:nvPr/>
            </p:nvSpPr>
            <p:spPr>
              <a:xfrm>
                <a:off x="-28069875" y="3271375"/>
                <a:ext cx="122875" cy="200075"/>
              </a:xfrm>
              <a:custGeom>
                <a:avLst/>
                <a:gdLst/>
                <a:ahLst/>
                <a:cxnLst/>
                <a:rect l="l" t="t" r="r" b="b"/>
                <a:pathLst>
                  <a:path w="4915" h="8003" extrusionOk="0">
                    <a:moveTo>
                      <a:pt x="347" y="1"/>
                    </a:moveTo>
                    <a:cubicBezTo>
                      <a:pt x="158" y="1"/>
                      <a:pt x="0" y="158"/>
                      <a:pt x="0" y="379"/>
                    </a:cubicBezTo>
                    <a:lnTo>
                      <a:pt x="0" y="3718"/>
                    </a:lnTo>
                    <a:cubicBezTo>
                      <a:pt x="0" y="4348"/>
                      <a:pt x="221" y="4979"/>
                      <a:pt x="693" y="5451"/>
                    </a:cubicBezTo>
                    <a:lnTo>
                      <a:pt x="1323" y="5955"/>
                    </a:lnTo>
                    <a:cubicBezTo>
                      <a:pt x="1418" y="6018"/>
                      <a:pt x="1449" y="6113"/>
                      <a:pt x="1449" y="6207"/>
                    </a:cubicBezTo>
                    <a:lnTo>
                      <a:pt x="1449" y="7310"/>
                    </a:lnTo>
                    <a:lnTo>
                      <a:pt x="1103" y="7310"/>
                    </a:lnTo>
                    <a:cubicBezTo>
                      <a:pt x="882" y="7310"/>
                      <a:pt x="725" y="7467"/>
                      <a:pt x="725" y="7656"/>
                    </a:cubicBezTo>
                    <a:cubicBezTo>
                      <a:pt x="725" y="7845"/>
                      <a:pt x="882" y="8003"/>
                      <a:pt x="1103" y="8003"/>
                    </a:cubicBezTo>
                    <a:lnTo>
                      <a:pt x="4915" y="8003"/>
                    </a:lnTo>
                    <a:lnTo>
                      <a:pt x="4915" y="5829"/>
                    </a:lnTo>
                    <a:lnTo>
                      <a:pt x="4190" y="5168"/>
                    </a:lnTo>
                    <a:cubicBezTo>
                      <a:pt x="4190" y="5357"/>
                      <a:pt x="4033" y="5514"/>
                      <a:pt x="3844" y="5514"/>
                    </a:cubicBezTo>
                    <a:cubicBezTo>
                      <a:pt x="3655" y="5514"/>
                      <a:pt x="3497" y="5357"/>
                      <a:pt x="3497" y="5168"/>
                    </a:cubicBezTo>
                    <a:lnTo>
                      <a:pt x="3497" y="4411"/>
                    </a:lnTo>
                    <a:cubicBezTo>
                      <a:pt x="3497" y="3876"/>
                      <a:pt x="3214" y="3372"/>
                      <a:pt x="2741" y="3057"/>
                    </a:cubicBezTo>
                    <a:cubicBezTo>
                      <a:pt x="2458" y="2899"/>
                      <a:pt x="2143" y="2773"/>
                      <a:pt x="1796" y="2773"/>
                    </a:cubicBezTo>
                    <a:cubicBezTo>
                      <a:pt x="1607" y="2773"/>
                      <a:pt x="1449" y="2616"/>
                      <a:pt x="1449" y="2427"/>
                    </a:cubicBezTo>
                    <a:lnTo>
                      <a:pt x="1449" y="1229"/>
                    </a:lnTo>
                    <a:cubicBezTo>
                      <a:pt x="1449" y="473"/>
                      <a:pt x="945" y="1"/>
                      <a:pt x="34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>
                  <a:solidFill>
                    <a:srgbClr val="435D74"/>
                  </a:solidFill>
                </a:endParaRPr>
              </a:p>
            </p:txBody>
          </p:sp>
        </p:grp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CCE9C5FE-CE28-62B3-6B26-50F948A4DB82}"/>
              </a:ext>
            </a:extLst>
          </p:cNvPr>
          <p:cNvGrpSpPr/>
          <p:nvPr/>
        </p:nvGrpSpPr>
        <p:grpSpPr>
          <a:xfrm>
            <a:off x="1279251" y="2607521"/>
            <a:ext cx="3713495" cy="397519"/>
            <a:chOff x="1279251" y="2607521"/>
            <a:chExt cx="3713495" cy="397519"/>
          </a:xfrm>
        </p:grpSpPr>
        <p:sp>
          <p:nvSpPr>
            <p:cNvPr id="8" name="Google Shape;2806;p37">
              <a:extLst>
                <a:ext uri="{FF2B5EF4-FFF2-40B4-BE49-F238E27FC236}">
                  <a16:creationId xmlns:a16="http://schemas.microsoft.com/office/drawing/2014/main" id="{210178E0-CE6F-C974-CF8D-EFD9CCDC22D6}"/>
                </a:ext>
              </a:extLst>
            </p:cNvPr>
            <p:cNvSpPr txBox="1">
              <a:spLocks/>
            </p:cNvSpPr>
            <p:nvPr/>
          </p:nvSpPr>
          <p:spPr>
            <a:xfrm>
              <a:off x="1587394" y="2607521"/>
              <a:ext cx="3405352" cy="3733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1pPr>
              <a:lvl2pPr marL="914400" marR="0" lvl="1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2pPr>
              <a:lvl3pPr marL="1371600" marR="0" lvl="2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3pPr>
              <a:lvl4pPr marL="1828800" marR="0" lvl="3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4pPr>
              <a:lvl5pPr marL="2286000" marR="0" lvl="4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5pPr>
              <a:lvl6pPr marL="2743200" marR="0" lvl="5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6pPr>
              <a:lvl7pPr marL="3200400" marR="0" lvl="6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7pPr>
              <a:lvl8pPr marL="3657600" marR="0" lvl="7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8pPr>
              <a:lvl9pPr marL="4114800" marR="0" lvl="8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9pPr>
            </a:lstStyle>
            <a:p>
              <a:pPr marL="0" indent="0"/>
              <a:r>
                <a:rPr lang="en-US" b="1" dirty="0"/>
                <a:t>55.5%</a:t>
              </a:r>
              <a:r>
                <a:rPr lang="en-US" dirty="0"/>
                <a:t> of Bangladesh remains offline</a:t>
              </a:r>
            </a:p>
          </p:txBody>
        </p:sp>
        <p:grpSp>
          <p:nvGrpSpPr>
            <p:cNvPr id="22" name="Google Shape;10996;p87">
              <a:extLst>
                <a:ext uri="{FF2B5EF4-FFF2-40B4-BE49-F238E27FC236}">
                  <a16:creationId xmlns:a16="http://schemas.microsoft.com/office/drawing/2014/main" id="{074B2FDA-2A2F-CF42-799C-89B8447DD812}"/>
                </a:ext>
              </a:extLst>
            </p:cNvPr>
            <p:cNvGrpSpPr/>
            <p:nvPr/>
          </p:nvGrpSpPr>
          <p:grpSpPr>
            <a:xfrm>
              <a:off x="1279251" y="2685000"/>
              <a:ext cx="338328" cy="320040"/>
              <a:chOff x="-34755225" y="3202075"/>
              <a:chExt cx="274100" cy="291450"/>
            </a:xfrm>
          </p:grpSpPr>
          <p:sp>
            <p:nvSpPr>
              <p:cNvPr id="23" name="Google Shape;10997;p87">
                <a:extLst>
                  <a:ext uri="{FF2B5EF4-FFF2-40B4-BE49-F238E27FC236}">
                    <a16:creationId xmlns:a16="http://schemas.microsoft.com/office/drawing/2014/main" id="{F109690B-6200-1EFE-2C79-C033836C3A64}"/>
                  </a:ext>
                </a:extLst>
              </p:cNvPr>
              <p:cNvSpPr/>
              <p:nvPr/>
            </p:nvSpPr>
            <p:spPr>
              <a:xfrm>
                <a:off x="-34703250" y="3389525"/>
                <a:ext cx="84300" cy="34675"/>
              </a:xfrm>
              <a:custGeom>
                <a:avLst/>
                <a:gdLst/>
                <a:ahLst/>
                <a:cxnLst/>
                <a:rect l="l" t="t" r="r" b="b"/>
                <a:pathLst>
                  <a:path w="3372" h="1387" extrusionOk="0">
                    <a:moveTo>
                      <a:pt x="1670" y="1"/>
                    </a:moveTo>
                    <a:cubicBezTo>
                      <a:pt x="883" y="1"/>
                      <a:pt x="158" y="599"/>
                      <a:pt x="0" y="1387"/>
                    </a:cubicBezTo>
                    <a:lnTo>
                      <a:pt x="3371" y="1387"/>
                    </a:lnTo>
                    <a:cubicBezTo>
                      <a:pt x="3214" y="599"/>
                      <a:pt x="2489" y="1"/>
                      <a:pt x="167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24" name="Google Shape;10998;p87">
                <a:extLst>
                  <a:ext uri="{FF2B5EF4-FFF2-40B4-BE49-F238E27FC236}">
                    <a16:creationId xmlns:a16="http://schemas.microsoft.com/office/drawing/2014/main" id="{B663753C-2B76-C8D1-A533-29C2AF8E79AD}"/>
                  </a:ext>
                </a:extLst>
              </p:cNvPr>
              <p:cNvSpPr/>
              <p:nvPr/>
            </p:nvSpPr>
            <p:spPr>
              <a:xfrm>
                <a:off x="-34636300" y="3348575"/>
                <a:ext cx="69325" cy="75625"/>
              </a:xfrm>
              <a:custGeom>
                <a:avLst/>
                <a:gdLst/>
                <a:ahLst/>
                <a:cxnLst/>
                <a:rect l="l" t="t" r="r" b="b"/>
                <a:pathLst>
                  <a:path w="2773" h="3025" extrusionOk="0">
                    <a:moveTo>
                      <a:pt x="2111" y="0"/>
                    </a:moveTo>
                    <a:lnTo>
                      <a:pt x="1387" y="221"/>
                    </a:lnTo>
                    <a:cubicBezTo>
                      <a:pt x="1298" y="265"/>
                      <a:pt x="1179" y="290"/>
                      <a:pt x="1049" y="290"/>
                    </a:cubicBezTo>
                    <a:cubicBezTo>
                      <a:pt x="808" y="290"/>
                      <a:pt x="531" y="205"/>
                      <a:pt x="347" y="0"/>
                    </a:cubicBezTo>
                    <a:lnTo>
                      <a:pt x="347" y="0"/>
                    </a:lnTo>
                    <a:cubicBezTo>
                      <a:pt x="378" y="63"/>
                      <a:pt x="378" y="189"/>
                      <a:pt x="378" y="315"/>
                    </a:cubicBezTo>
                    <a:cubicBezTo>
                      <a:pt x="378" y="662"/>
                      <a:pt x="221" y="977"/>
                      <a:pt x="0" y="1229"/>
                    </a:cubicBezTo>
                    <a:cubicBezTo>
                      <a:pt x="725" y="1575"/>
                      <a:pt x="1229" y="2237"/>
                      <a:pt x="1355" y="3025"/>
                    </a:cubicBezTo>
                    <a:lnTo>
                      <a:pt x="2773" y="3025"/>
                    </a:lnTo>
                    <a:lnTo>
                      <a:pt x="2773" y="221"/>
                    </a:lnTo>
                    <a:cubicBezTo>
                      <a:pt x="2521" y="189"/>
                      <a:pt x="2300" y="126"/>
                      <a:pt x="211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25" name="Google Shape;10999;p87">
                <a:extLst>
                  <a:ext uri="{FF2B5EF4-FFF2-40B4-BE49-F238E27FC236}">
                    <a16:creationId xmlns:a16="http://schemas.microsoft.com/office/drawing/2014/main" id="{4A77DCA7-F410-270D-EF27-AF3E0F8EE18C}"/>
                  </a:ext>
                </a:extLst>
              </p:cNvPr>
              <p:cNvSpPr/>
              <p:nvPr/>
            </p:nvSpPr>
            <p:spPr>
              <a:xfrm>
                <a:off x="-34752875" y="3253275"/>
                <a:ext cx="126050" cy="170925"/>
              </a:xfrm>
              <a:custGeom>
                <a:avLst/>
                <a:gdLst/>
                <a:ahLst/>
                <a:cxnLst/>
                <a:rect l="l" t="t" r="r" b="b"/>
                <a:pathLst>
                  <a:path w="5042" h="6837" extrusionOk="0">
                    <a:moveTo>
                      <a:pt x="1" y="0"/>
                    </a:moveTo>
                    <a:lnTo>
                      <a:pt x="1" y="6837"/>
                    </a:lnTo>
                    <a:lnTo>
                      <a:pt x="1418" y="6837"/>
                    </a:lnTo>
                    <a:cubicBezTo>
                      <a:pt x="1450" y="6018"/>
                      <a:pt x="1954" y="5356"/>
                      <a:pt x="2679" y="4978"/>
                    </a:cubicBezTo>
                    <a:cubicBezTo>
                      <a:pt x="2427" y="4757"/>
                      <a:pt x="2301" y="4442"/>
                      <a:pt x="2301" y="4064"/>
                    </a:cubicBezTo>
                    <a:cubicBezTo>
                      <a:pt x="2301" y="3340"/>
                      <a:pt x="2931" y="2710"/>
                      <a:pt x="3687" y="2710"/>
                    </a:cubicBezTo>
                    <a:cubicBezTo>
                      <a:pt x="4128" y="2710"/>
                      <a:pt x="4474" y="2899"/>
                      <a:pt x="4758" y="3214"/>
                    </a:cubicBezTo>
                    <a:cubicBezTo>
                      <a:pt x="4726" y="3056"/>
                      <a:pt x="4758" y="2899"/>
                      <a:pt x="4789" y="2741"/>
                    </a:cubicBezTo>
                    <a:lnTo>
                      <a:pt x="5041" y="2016"/>
                    </a:lnTo>
                    <a:cubicBezTo>
                      <a:pt x="4821" y="1607"/>
                      <a:pt x="4758" y="1134"/>
                      <a:pt x="4758" y="662"/>
                    </a:cubicBezTo>
                    <a:cubicBezTo>
                      <a:pt x="4758" y="410"/>
                      <a:pt x="4789" y="189"/>
                      <a:pt x="482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26" name="Google Shape;11000;p87">
                <a:extLst>
                  <a:ext uri="{FF2B5EF4-FFF2-40B4-BE49-F238E27FC236}">
                    <a16:creationId xmlns:a16="http://schemas.microsoft.com/office/drawing/2014/main" id="{B3FCDBE5-30AD-B2BF-031C-B6DAE3623E40}"/>
                  </a:ext>
                </a:extLst>
              </p:cNvPr>
              <p:cNvSpPr/>
              <p:nvPr/>
            </p:nvSpPr>
            <p:spPr>
              <a:xfrm>
                <a:off x="-34677250" y="3338325"/>
                <a:ext cx="33875" cy="33900"/>
              </a:xfrm>
              <a:custGeom>
                <a:avLst/>
                <a:gdLst/>
                <a:ahLst/>
                <a:cxnLst/>
                <a:rect l="l" t="t" r="r" b="b"/>
                <a:pathLst>
                  <a:path w="1355" h="1356" extrusionOk="0">
                    <a:moveTo>
                      <a:pt x="662" y="1"/>
                    </a:moveTo>
                    <a:cubicBezTo>
                      <a:pt x="315" y="1"/>
                      <a:pt x="0" y="316"/>
                      <a:pt x="0" y="694"/>
                    </a:cubicBezTo>
                    <a:cubicBezTo>
                      <a:pt x="0" y="1040"/>
                      <a:pt x="315" y="1355"/>
                      <a:pt x="662" y="1355"/>
                    </a:cubicBezTo>
                    <a:cubicBezTo>
                      <a:pt x="1040" y="1355"/>
                      <a:pt x="1355" y="1040"/>
                      <a:pt x="1355" y="694"/>
                    </a:cubicBezTo>
                    <a:cubicBezTo>
                      <a:pt x="1355" y="316"/>
                      <a:pt x="1040" y="1"/>
                      <a:pt x="66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27" name="Google Shape;11001;p87">
                <a:extLst>
                  <a:ext uri="{FF2B5EF4-FFF2-40B4-BE49-F238E27FC236}">
                    <a16:creationId xmlns:a16="http://schemas.microsoft.com/office/drawing/2014/main" id="{F89A99D3-88EA-B31D-28B4-EFF9301F4B05}"/>
                  </a:ext>
                </a:extLst>
              </p:cNvPr>
              <p:cNvSpPr/>
              <p:nvPr/>
            </p:nvSpPr>
            <p:spPr>
              <a:xfrm>
                <a:off x="-34618200" y="3202500"/>
                <a:ext cx="137075" cy="135850"/>
              </a:xfrm>
              <a:custGeom>
                <a:avLst/>
                <a:gdLst/>
                <a:ahLst/>
                <a:cxnLst/>
                <a:rect l="l" t="t" r="r" b="b"/>
                <a:pathLst>
                  <a:path w="5483" h="5434" extrusionOk="0">
                    <a:moveTo>
                      <a:pt x="2710" y="992"/>
                    </a:moveTo>
                    <a:cubicBezTo>
                      <a:pt x="2899" y="992"/>
                      <a:pt x="3057" y="1149"/>
                      <a:pt x="3057" y="1338"/>
                    </a:cubicBezTo>
                    <a:cubicBezTo>
                      <a:pt x="3057" y="1559"/>
                      <a:pt x="2899" y="1716"/>
                      <a:pt x="2710" y="1716"/>
                    </a:cubicBezTo>
                    <a:cubicBezTo>
                      <a:pt x="2521" y="1716"/>
                      <a:pt x="2364" y="1559"/>
                      <a:pt x="2364" y="1338"/>
                    </a:cubicBezTo>
                    <a:cubicBezTo>
                      <a:pt x="2395" y="1149"/>
                      <a:pt x="2553" y="992"/>
                      <a:pt x="2710" y="992"/>
                    </a:cubicBezTo>
                    <a:close/>
                    <a:moveTo>
                      <a:pt x="2742" y="2346"/>
                    </a:moveTo>
                    <a:cubicBezTo>
                      <a:pt x="2962" y="2346"/>
                      <a:pt x="3120" y="2504"/>
                      <a:pt x="3120" y="2693"/>
                    </a:cubicBezTo>
                    <a:lnTo>
                      <a:pt x="3120" y="4079"/>
                    </a:lnTo>
                    <a:cubicBezTo>
                      <a:pt x="3120" y="4268"/>
                      <a:pt x="2962" y="4426"/>
                      <a:pt x="2742" y="4426"/>
                    </a:cubicBezTo>
                    <a:cubicBezTo>
                      <a:pt x="2553" y="4426"/>
                      <a:pt x="2395" y="4268"/>
                      <a:pt x="2395" y="4079"/>
                    </a:cubicBezTo>
                    <a:lnTo>
                      <a:pt x="2395" y="2693"/>
                    </a:lnTo>
                    <a:cubicBezTo>
                      <a:pt x="2395" y="2504"/>
                      <a:pt x="2553" y="2346"/>
                      <a:pt x="2742" y="2346"/>
                    </a:cubicBezTo>
                    <a:close/>
                    <a:moveTo>
                      <a:pt x="2646" y="0"/>
                    </a:moveTo>
                    <a:cubicBezTo>
                      <a:pt x="1359" y="0"/>
                      <a:pt x="1" y="1099"/>
                      <a:pt x="1" y="2724"/>
                    </a:cubicBezTo>
                    <a:cubicBezTo>
                      <a:pt x="1" y="3197"/>
                      <a:pt x="127" y="3638"/>
                      <a:pt x="348" y="4016"/>
                    </a:cubicBezTo>
                    <a:lnTo>
                      <a:pt x="33" y="4961"/>
                    </a:lnTo>
                    <a:cubicBezTo>
                      <a:pt x="1" y="5087"/>
                      <a:pt x="33" y="5245"/>
                      <a:pt x="127" y="5339"/>
                    </a:cubicBezTo>
                    <a:cubicBezTo>
                      <a:pt x="167" y="5399"/>
                      <a:pt x="245" y="5421"/>
                      <a:pt x="329" y="5421"/>
                    </a:cubicBezTo>
                    <a:cubicBezTo>
                      <a:pt x="377" y="5421"/>
                      <a:pt x="427" y="5414"/>
                      <a:pt x="474" y="5402"/>
                    </a:cubicBezTo>
                    <a:lnTo>
                      <a:pt x="1419" y="5087"/>
                    </a:lnTo>
                    <a:cubicBezTo>
                      <a:pt x="1797" y="5339"/>
                      <a:pt x="2238" y="5434"/>
                      <a:pt x="2742" y="5434"/>
                    </a:cubicBezTo>
                    <a:cubicBezTo>
                      <a:pt x="4254" y="5434"/>
                      <a:pt x="5483" y="4237"/>
                      <a:pt x="5483" y="2724"/>
                    </a:cubicBezTo>
                    <a:cubicBezTo>
                      <a:pt x="5483" y="1275"/>
                      <a:pt x="4317" y="78"/>
                      <a:pt x="2899" y="15"/>
                    </a:cubicBezTo>
                    <a:cubicBezTo>
                      <a:pt x="2815" y="5"/>
                      <a:pt x="2731" y="0"/>
                      <a:pt x="264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28" name="Google Shape;11002;p87">
                <a:extLst>
                  <a:ext uri="{FF2B5EF4-FFF2-40B4-BE49-F238E27FC236}">
                    <a16:creationId xmlns:a16="http://schemas.microsoft.com/office/drawing/2014/main" id="{240D5749-4C9D-ED8F-A29D-D3ABDC2B33A9}"/>
                  </a:ext>
                </a:extLst>
              </p:cNvPr>
              <p:cNvSpPr/>
              <p:nvPr/>
            </p:nvSpPr>
            <p:spPr>
              <a:xfrm>
                <a:off x="-34755225" y="3440725"/>
                <a:ext cx="188250" cy="52800"/>
              </a:xfrm>
              <a:custGeom>
                <a:avLst/>
                <a:gdLst/>
                <a:ahLst/>
                <a:cxnLst/>
                <a:rect l="l" t="t" r="r" b="b"/>
                <a:pathLst>
                  <a:path w="7530" h="2112" extrusionOk="0">
                    <a:moveTo>
                      <a:pt x="0" y="0"/>
                    </a:moveTo>
                    <a:lnTo>
                      <a:pt x="0" y="1071"/>
                    </a:lnTo>
                    <a:cubicBezTo>
                      <a:pt x="0" y="1670"/>
                      <a:pt x="473" y="2111"/>
                      <a:pt x="1040" y="2111"/>
                    </a:cubicBezTo>
                    <a:lnTo>
                      <a:pt x="6490" y="2111"/>
                    </a:lnTo>
                    <a:cubicBezTo>
                      <a:pt x="7057" y="2111"/>
                      <a:pt x="7530" y="1639"/>
                      <a:pt x="7530" y="1071"/>
                    </a:cubicBezTo>
                    <a:lnTo>
                      <a:pt x="753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29" name="Google Shape;11003;p87">
                <a:extLst>
                  <a:ext uri="{FF2B5EF4-FFF2-40B4-BE49-F238E27FC236}">
                    <a16:creationId xmlns:a16="http://schemas.microsoft.com/office/drawing/2014/main" id="{D23FCAEA-2D56-1AE9-8BBA-50DCAFAC90B7}"/>
                  </a:ext>
                </a:extLst>
              </p:cNvPr>
              <p:cNvSpPr/>
              <p:nvPr/>
            </p:nvSpPr>
            <p:spPr>
              <a:xfrm>
                <a:off x="-34754450" y="3202075"/>
                <a:ext cx="153600" cy="33900"/>
              </a:xfrm>
              <a:custGeom>
                <a:avLst/>
                <a:gdLst/>
                <a:ahLst/>
                <a:cxnLst/>
                <a:rect l="l" t="t" r="r" b="b"/>
                <a:pathLst>
                  <a:path w="6144" h="1356" extrusionOk="0">
                    <a:moveTo>
                      <a:pt x="1040" y="0"/>
                    </a:moveTo>
                    <a:cubicBezTo>
                      <a:pt x="473" y="0"/>
                      <a:pt x="1" y="473"/>
                      <a:pt x="1" y="1009"/>
                    </a:cubicBezTo>
                    <a:lnTo>
                      <a:pt x="1" y="1355"/>
                    </a:lnTo>
                    <a:lnTo>
                      <a:pt x="5104" y="1355"/>
                    </a:lnTo>
                    <a:cubicBezTo>
                      <a:pt x="5293" y="819"/>
                      <a:pt x="5672" y="347"/>
                      <a:pt x="614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>
                  <a:solidFill>
                    <a:srgbClr val="435D74"/>
                  </a:solidFill>
                </a:endParaRPr>
              </a:p>
            </p:txBody>
          </p:sp>
        </p:grp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1F9961DB-AF46-8FCB-8AEF-724723899099}"/>
              </a:ext>
            </a:extLst>
          </p:cNvPr>
          <p:cNvGrpSpPr/>
          <p:nvPr/>
        </p:nvGrpSpPr>
        <p:grpSpPr>
          <a:xfrm>
            <a:off x="1279251" y="3085467"/>
            <a:ext cx="3778206" cy="373392"/>
            <a:chOff x="1279251" y="3085467"/>
            <a:chExt cx="3778206" cy="373392"/>
          </a:xfrm>
        </p:grpSpPr>
        <p:sp>
          <p:nvSpPr>
            <p:cNvPr id="9" name="Google Shape;2806;p37">
              <a:extLst>
                <a:ext uri="{FF2B5EF4-FFF2-40B4-BE49-F238E27FC236}">
                  <a16:creationId xmlns:a16="http://schemas.microsoft.com/office/drawing/2014/main" id="{508B93D8-30C9-688E-1F8A-A8050E70059A}"/>
                </a:ext>
              </a:extLst>
            </p:cNvPr>
            <p:cNvSpPr txBox="1">
              <a:spLocks/>
            </p:cNvSpPr>
            <p:nvPr/>
          </p:nvSpPr>
          <p:spPr>
            <a:xfrm>
              <a:off x="1587394" y="3085467"/>
              <a:ext cx="3470063" cy="3733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1pPr>
              <a:lvl2pPr marL="914400" marR="0" lvl="1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2pPr>
              <a:lvl3pPr marL="1371600" marR="0" lvl="2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3pPr>
              <a:lvl4pPr marL="1828800" marR="0" lvl="3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4pPr>
              <a:lvl5pPr marL="2286000" marR="0" lvl="4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5pPr>
              <a:lvl6pPr marL="2743200" marR="0" lvl="5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6pPr>
              <a:lvl7pPr marL="3200400" marR="0" lvl="6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7pPr>
              <a:lvl8pPr marL="3657600" marR="0" lvl="7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8pPr>
              <a:lvl9pPr marL="4114800" marR="0" lvl="8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9pPr>
            </a:lstStyle>
            <a:p>
              <a:pPr marL="0" indent="0"/>
              <a:r>
                <a:rPr lang="en-US" b="1" dirty="0"/>
                <a:t>41%</a:t>
              </a:r>
              <a:r>
                <a:rPr lang="en-US" dirty="0"/>
                <a:t> report fragmented care coordination</a:t>
              </a:r>
            </a:p>
          </p:txBody>
        </p:sp>
        <p:grpSp>
          <p:nvGrpSpPr>
            <p:cNvPr id="30" name="Google Shape;12429;p90">
              <a:extLst>
                <a:ext uri="{FF2B5EF4-FFF2-40B4-BE49-F238E27FC236}">
                  <a16:creationId xmlns:a16="http://schemas.microsoft.com/office/drawing/2014/main" id="{F8CA7A75-5C23-50F9-B4CB-3C5F45D6F1C5}"/>
                </a:ext>
              </a:extLst>
            </p:cNvPr>
            <p:cNvGrpSpPr/>
            <p:nvPr/>
          </p:nvGrpSpPr>
          <p:grpSpPr>
            <a:xfrm>
              <a:off x="1279251" y="3134077"/>
              <a:ext cx="338328" cy="320040"/>
              <a:chOff x="-6329875" y="3992050"/>
              <a:chExt cx="291425" cy="291450"/>
            </a:xfrm>
          </p:grpSpPr>
          <p:sp>
            <p:nvSpPr>
              <p:cNvPr id="31" name="Google Shape;12430;p90">
                <a:extLst>
                  <a:ext uri="{FF2B5EF4-FFF2-40B4-BE49-F238E27FC236}">
                    <a16:creationId xmlns:a16="http://schemas.microsoft.com/office/drawing/2014/main" id="{26DCA2F2-AB59-049F-88F8-E8AA262104F0}"/>
                  </a:ext>
                </a:extLst>
              </p:cNvPr>
              <p:cNvSpPr/>
              <p:nvPr/>
            </p:nvSpPr>
            <p:spPr>
              <a:xfrm>
                <a:off x="-6090450" y="4077900"/>
                <a:ext cx="52000" cy="34675"/>
              </a:xfrm>
              <a:custGeom>
                <a:avLst/>
                <a:gdLst/>
                <a:ahLst/>
                <a:cxnLst/>
                <a:rect l="l" t="t" r="r" b="b"/>
                <a:pathLst>
                  <a:path w="2080" h="1387" extrusionOk="0">
                    <a:moveTo>
                      <a:pt x="1" y="1"/>
                    </a:moveTo>
                    <a:lnTo>
                      <a:pt x="1" y="1387"/>
                    </a:lnTo>
                    <a:lnTo>
                      <a:pt x="2080" y="1387"/>
                    </a:lnTo>
                    <a:lnTo>
                      <a:pt x="2080" y="1040"/>
                    </a:lnTo>
                    <a:cubicBezTo>
                      <a:pt x="2080" y="473"/>
                      <a:pt x="1607" y="1"/>
                      <a:pt x="107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32" name="Google Shape;12431;p90">
                <a:extLst>
                  <a:ext uri="{FF2B5EF4-FFF2-40B4-BE49-F238E27FC236}">
                    <a16:creationId xmlns:a16="http://schemas.microsoft.com/office/drawing/2014/main" id="{E3D19422-8BBD-27A0-EACA-3E95C16736E5}"/>
                  </a:ext>
                </a:extLst>
              </p:cNvPr>
              <p:cNvSpPr/>
              <p:nvPr/>
            </p:nvSpPr>
            <p:spPr>
              <a:xfrm>
                <a:off x="-6262925" y="3992050"/>
                <a:ext cx="154400" cy="155200"/>
              </a:xfrm>
              <a:custGeom>
                <a:avLst/>
                <a:gdLst/>
                <a:ahLst/>
                <a:cxnLst/>
                <a:rect l="l" t="t" r="r" b="b"/>
                <a:pathLst>
                  <a:path w="6176" h="6208" extrusionOk="0">
                    <a:moveTo>
                      <a:pt x="5167" y="1387"/>
                    </a:moveTo>
                    <a:cubicBezTo>
                      <a:pt x="5608" y="1387"/>
                      <a:pt x="5639" y="2048"/>
                      <a:pt x="5167" y="2048"/>
                    </a:cubicBezTo>
                    <a:lnTo>
                      <a:pt x="1071" y="2048"/>
                    </a:lnTo>
                    <a:cubicBezTo>
                      <a:pt x="1053" y="2051"/>
                      <a:pt x="1035" y="2052"/>
                      <a:pt x="1018" y="2052"/>
                    </a:cubicBezTo>
                    <a:cubicBezTo>
                      <a:pt x="628" y="2052"/>
                      <a:pt x="618" y="1387"/>
                      <a:pt x="1071" y="1387"/>
                    </a:cubicBezTo>
                    <a:close/>
                    <a:moveTo>
                      <a:pt x="5167" y="2773"/>
                    </a:moveTo>
                    <a:cubicBezTo>
                      <a:pt x="5608" y="2773"/>
                      <a:pt x="5639" y="3435"/>
                      <a:pt x="5167" y="3435"/>
                    </a:cubicBezTo>
                    <a:lnTo>
                      <a:pt x="1071" y="3435"/>
                    </a:lnTo>
                    <a:cubicBezTo>
                      <a:pt x="630" y="3435"/>
                      <a:pt x="599" y="2773"/>
                      <a:pt x="1071" y="2773"/>
                    </a:cubicBezTo>
                    <a:close/>
                    <a:moveTo>
                      <a:pt x="5167" y="4159"/>
                    </a:moveTo>
                    <a:cubicBezTo>
                      <a:pt x="5608" y="4159"/>
                      <a:pt x="5639" y="4821"/>
                      <a:pt x="5167" y="4821"/>
                    </a:cubicBezTo>
                    <a:lnTo>
                      <a:pt x="1071" y="4821"/>
                    </a:lnTo>
                    <a:cubicBezTo>
                      <a:pt x="630" y="4821"/>
                      <a:pt x="599" y="4159"/>
                      <a:pt x="1071" y="4159"/>
                    </a:cubicBezTo>
                    <a:close/>
                    <a:moveTo>
                      <a:pt x="347" y="1"/>
                    </a:moveTo>
                    <a:cubicBezTo>
                      <a:pt x="158" y="1"/>
                      <a:pt x="0" y="158"/>
                      <a:pt x="0" y="379"/>
                    </a:cubicBezTo>
                    <a:lnTo>
                      <a:pt x="0" y="6207"/>
                    </a:lnTo>
                    <a:lnTo>
                      <a:pt x="4726" y="6207"/>
                    </a:lnTo>
                    <a:cubicBezTo>
                      <a:pt x="5041" y="6207"/>
                      <a:pt x="5198" y="5672"/>
                      <a:pt x="5356" y="5420"/>
                    </a:cubicBezTo>
                    <a:cubicBezTo>
                      <a:pt x="5513" y="5104"/>
                      <a:pt x="5828" y="4884"/>
                      <a:pt x="6175" y="4852"/>
                    </a:cubicBezTo>
                    <a:lnTo>
                      <a:pt x="6175" y="379"/>
                    </a:lnTo>
                    <a:cubicBezTo>
                      <a:pt x="6175" y="158"/>
                      <a:pt x="6018" y="1"/>
                      <a:pt x="582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33" name="Google Shape;12432;p90">
                <a:extLst>
                  <a:ext uri="{FF2B5EF4-FFF2-40B4-BE49-F238E27FC236}">
                    <a16:creationId xmlns:a16="http://schemas.microsoft.com/office/drawing/2014/main" id="{04123089-2C8A-4FDE-E905-7B666CA2AD91}"/>
                  </a:ext>
                </a:extLst>
              </p:cNvPr>
              <p:cNvSpPr/>
              <p:nvPr/>
            </p:nvSpPr>
            <p:spPr>
              <a:xfrm>
                <a:off x="-6329875" y="4044825"/>
                <a:ext cx="51200" cy="102425"/>
              </a:xfrm>
              <a:custGeom>
                <a:avLst/>
                <a:gdLst/>
                <a:ahLst/>
                <a:cxnLst/>
                <a:rect l="l" t="t" r="r" b="b"/>
                <a:pathLst>
                  <a:path w="2048" h="4097" extrusionOk="0">
                    <a:moveTo>
                      <a:pt x="1040" y="0"/>
                    </a:moveTo>
                    <a:cubicBezTo>
                      <a:pt x="473" y="0"/>
                      <a:pt x="0" y="473"/>
                      <a:pt x="0" y="1009"/>
                    </a:cubicBezTo>
                    <a:lnTo>
                      <a:pt x="0" y="4096"/>
                    </a:lnTo>
                    <a:lnTo>
                      <a:pt x="2048" y="4096"/>
                    </a:lnTo>
                    <a:lnTo>
                      <a:pt x="2048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34" name="Google Shape;12433;p90">
                <a:extLst>
                  <a:ext uri="{FF2B5EF4-FFF2-40B4-BE49-F238E27FC236}">
                    <a16:creationId xmlns:a16="http://schemas.microsoft.com/office/drawing/2014/main" id="{EA15820B-2F8A-67D5-080D-3F589D561C78}"/>
                  </a:ext>
                </a:extLst>
              </p:cNvPr>
              <p:cNvSpPr/>
              <p:nvPr/>
            </p:nvSpPr>
            <p:spPr>
              <a:xfrm>
                <a:off x="-6329875" y="4129900"/>
                <a:ext cx="291425" cy="153600"/>
              </a:xfrm>
              <a:custGeom>
                <a:avLst/>
                <a:gdLst/>
                <a:ahLst/>
                <a:cxnLst/>
                <a:rect l="l" t="t" r="r" b="b"/>
                <a:pathLst>
                  <a:path w="11657" h="6144" extrusionOk="0">
                    <a:moveTo>
                      <a:pt x="8948" y="0"/>
                    </a:moveTo>
                    <a:cubicBezTo>
                      <a:pt x="8664" y="0"/>
                      <a:pt x="8506" y="473"/>
                      <a:pt x="8349" y="788"/>
                    </a:cubicBezTo>
                    <a:cubicBezTo>
                      <a:pt x="8191" y="1166"/>
                      <a:pt x="7845" y="1355"/>
                      <a:pt x="7467" y="1355"/>
                    </a:cubicBezTo>
                    <a:lnTo>
                      <a:pt x="0" y="1355"/>
                    </a:lnTo>
                    <a:lnTo>
                      <a:pt x="0" y="5135"/>
                    </a:lnTo>
                    <a:cubicBezTo>
                      <a:pt x="0" y="5671"/>
                      <a:pt x="473" y="6143"/>
                      <a:pt x="1040" y="6143"/>
                    </a:cubicBezTo>
                    <a:lnTo>
                      <a:pt x="10649" y="6143"/>
                    </a:lnTo>
                    <a:cubicBezTo>
                      <a:pt x="11184" y="6143"/>
                      <a:pt x="11657" y="5671"/>
                      <a:pt x="11657" y="5135"/>
                    </a:cubicBezTo>
                    <a:lnTo>
                      <a:pt x="1165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>
                  <a:solidFill>
                    <a:srgbClr val="435D74"/>
                  </a:solidFill>
                </a:endParaRPr>
              </a:p>
            </p:txBody>
          </p:sp>
        </p:grp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052662DF-45F4-B1BF-0E49-2677503CD1EF}"/>
              </a:ext>
            </a:extLst>
          </p:cNvPr>
          <p:cNvGrpSpPr/>
          <p:nvPr/>
        </p:nvGrpSpPr>
        <p:grpSpPr>
          <a:xfrm>
            <a:off x="1279251" y="3526699"/>
            <a:ext cx="3601607" cy="376494"/>
            <a:chOff x="1279251" y="3526699"/>
            <a:chExt cx="3601607" cy="376494"/>
          </a:xfrm>
        </p:grpSpPr>
        <p:sp>
          <p:nvSpPr>
            <p:cNvPr id="10" name="Google Shape;2806;p37">
              <a:extLst>
                <a:ext uri="{FF2B5EF4-FFF2-40B4-BE49-F238E27FC236}">
                  <a16:creationId xmlns:a16="http://schemas.microsoft.com/office/drawing/2014/main" id="{1ED1A3E0-0176-DEB0-AE66-DE809BC57662}"/>
                </a:ext>
              </a:extLst>
            </p:cNvPr>
            <p:cNvSpPr txBox="1">
              <a:spLocks/>
            </p:cNvSpPr>
            <p:nvPr/>
          </p:nvSpPr>
          <p:spPr>
            <a:xfrm>
              <a:off x="1587394" y="3526699"/>
              <a:ext cx="3293464" cy="3733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1pPr>
              <a:lvl2pPr marL="914400" marR="0" lvl="1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2pPr>
              <a:lvl3pPr marL="1371600" marR="0" lvl="2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3pPr>
              <a:lvl4pPr marL="1828800" marR="0" lvl="3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4pPr>
              <a:lvl5pPr marL="2286000" marR="0" lvl="4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5pPr>
              <a:lvl6pPr marL="2743200" marR="0" lvl="5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6pPr>
              <a:lvl7pPr marL="3200400" marR="0" lvl="6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7pPr>
              <a:lvl8pPr marL="3657600" marR="0" lvl="7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8pPr>
              <a:lvl9pPr marL="4114800" marR="0" lvl="8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9pPr>
            </a:lstStyle>
            <a:p>
              <a:pPr marL="0" indent="0"/>
              <a:r>
                <a:rPr lang="en-US" dirty="0"/>
                <a:t>Only </a:t>
              </a:r>
              <a:r>
                <a:rPr lang="en-US" b="1" dirty="0"/>
                <a:t>27.3%</a:t>
              </a:r>
              <a:r>
                <a:rPr lang="en-US" dirty="0"/>
                <a:t> receive old age allowance</a:t>
              </a:r>
            </a:p>
          </p:txBody>
        </p:sp>
        <p:grpSp>
          <p:nvGrpSpPr>
            <p:cNvPr id="35" name="Google Shape;10514;p86">
              <a:extLst>
                <a:ext uri="{FF2B5EF4-FFF2-40B4-BE49-F238E27FC236}">
                  <a16:creationId xmlns:a16="http://schemas.microsoft.com/office/drawing/2014/main" id="{CC92B4C3-D481-A589-35E8-A4EFC14898A4}"/>
                </a:ext>
              </a:extLst>
            </p:cNvPr>
            <p:cNvGrpSpPr/>
            <p:nvPr/>
          </p:nvGrpSpPr>
          <p:grpSpPr>
            <a:xfrm>
              <a:off x="1279251" y="3583153"/>
              <a:ext cx="338328" cy="320040"/>
              <a:chOff x="-59869425" y="4102225"/>
              <a:chExt cx="319025" cy="315175"/>
            </a:xfrm>
          </p:grpSpPr>
          <p:sp>
            <p:nvSpPr>
              <p:cNvPr id="36" name="Google Shape;10515;p86">
                <a:extLst>
                  <a:ext uri="{FF2B5EF4-FFF2-40B4-BE49-F238E27FC236}">
                    <a16:creationId xmlns:a16="http://schemas.microsoft.com/office/drawing/2014/main" id="{8C238D97-D07B-DE6B-328A-19C785AB882E}"/>
                  </a:ext>
                </a:extLst>
              </p:cNvPr>
              <p:cNvSpPr/>
              <p:nvPr/>
            </p:nvSpPr>
            <p:spPr>
              <a:xfrm>
                <a:off x="-59869425" y="4102225"/>
                <a:ext cx="149675" cy="256825"/>
              </a:xfrm>
              <a:custGeom>
                <a:avLst/>
                <a:gdLst/>
                <a:ahLst/>
                <a:cxnLst/>
                <a:rect l="l" t="t" r="r" b="b"/>
                <a:pathLst>
                  <a:path w="5987" h="10273" extrusionOk="0">
                    <a:moveTo>
                      <a:pt x="5532" y="1"/>
                    </a:moveTo>
                    <a:cubicBezTo>
                      <a:pt x="5515" y="1"/>
                      <a:pt x="5499" y="2"/>
                      <a:pt x="5483" y="4"/>
                    </a:cubicBezTo>
                    <a:cubicBezTo>
                      <a:pt x="2364" y="445"/>
                      <a:pt x="1" y="3123"/>
                      <a:pt x="1" y="6274"/>
                    </a:cubicBezTo>
                    <a:cubicBezTo>
                      <a:pt x="1" y="7692"/>
                      <a:pt x="442" y="8983"/>
                      <a:pt x="1293" y="10086"/>
                    </a:cubicBezTo>
                    <a:cubicBezTo>
                      <a:pt x="1381" y="10209"/>
                      <a:pt x="1507" y="10273"/>
                      <a:pt x="1635" y="10273"/>
                    </a:cubicBezTo>
                    <a:cubicBezTo>
                      <a:pt x="1737" y="10273"/>
                      <a:pt x="1839" y="10233"/>
                      <a:pt x="1923" y="10149"/>
                    </a:cubicBezTo>
                    <a:lnTo>
                      <a:pt x="3719" y="8353"/>
                    </a:lnTo>
                    <a:cubicBezTo>
                      <a:pt x="3813" y="8259"/>
                      <a:pt x="3845" y="8007"/>
                      <a:pt x="3782" y="7849"/>
                    </a:cubicBezTo>
                    <a:cubicBezTo>
                      <a:pt x="3498" y="7376"/>
                      <a:pt x="3341" y="6809"/>
                      <a:pt x="3341" y="6274"/>
                    </a:cubicBezTo>
                    <a:cubicBezTo>
                      <a:pt x="3341" y="4888"/>
                      <a:pt x="4286" y="3659"/>
                      <a:pt x="5672" y="3312"/>
                    </a:cubicBezTo>
                    <a:cubicBezTo>
                      <a:pt x="5861" y="3281"/>
                      <a:pt x="5987" y="3123"/>
                      <a:pt x="5987" y="2934"/>
                    </a:cubicBezTo>
                    <a:lnTo>
                      <a:pt x="5987" y="414"/>
                    </a:lnTo>
                    <a:cubicBezTo>
                      <a:pt x="5958" y="180"/>
                      <a:pt x="5739" y="1"/>
                      <a:pt x="553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37" name="Google Shape;10516;p86">
                <a:extLst>
                  <a:ext uri="{FF2B5EF4-FFF2-40B4-BE49-F238E27FC236}">
                    <a16:creationId xmlns:a16="http://schemas.microsoft.com/office/drawing/2014/main" id="{2700DD52-56A1-5706-4F6B-41DD37048D77}"/>
                  </a:ext>
                </a:extLst>
              </p:cNvPr>
              <p:cNvSpPr/>
              <p:nvPr/>
            </p:nvSpPr>
            <p:spPr>
              <a:xfrm>
                <a:off x="-59811125" y="4322075"/>
                <a:ext cx="201650" cy="95325"/>
              </a:xfrm>
              <a:custGeom>
                <a:avLst/>
                <a:gdLst/>
                <a:ahLst/>
                <a:cxnLst/>
                <a:rect l="l" t="t" r="r" b="b"/>
                <a:pathLst>
                  <a:path w="8066" h="3813" extrusionOk="0">
                    <a:moveTo>
                      <a:pt x="5758" y="0"/>
                    </a:moveTo>
                    <a:cubicBezTo>
                      <a:pt x="5692" y="0"/>
                      <a:pt x="5629" y="11"/>
                      <a:pt x="5577" y="32"/>
                    </a:cubicBezTo>
                    <a:cubicBezTo>
                      <a:pt x="5091" y="339"/>
                      <a:pt x="4530" y="489"/>
                      <a:pt x="3972" y="489"/>
                    </a:cubicBezTo>
                    <a:cubicBezTo>
                      <a:pt x="3444" y="489"/>
                      <a:pt x="2917" y="355"/>
                      <a:pt x="2458" y="95"/>
                    </a:cubicBezTo>
                    <a:cubicBezTo>
                      <a:pt x="2389" y="53"/>
                      <a:pt x="2314" y="30"/>
                      <a:pt x="2239" y="30"/>
                    </a:cubicBezTo>
                    <a:cubicBezTo>
                      <a:pt x="2141" y="30"/>
                      <a:pt x="2042" y="69"/>
                      <a:pt x="1954" y="158"/>
                    </a:cubicBezTo>
                    <a:lnTo>
                      <a:pt x="189" y="1922"/>
                    </a:lnTo>
                    <a:cubicBezTo>
                      <a:pt x="0" y="2143"/>
                      <a:pt x="32" y="2395"/>
                      <a:pt x="221" y="2552"/>
                    </a:cubicBezTo>
                    <a:cubicBezTo>
                      <a:pt x="1324" y="3403"/>
                      <a:pt x="2615" y="3812"/>
                      <a:pt x="4001" y="3812"/>
                    </a:cubicBezTo>
                    <a:cubicBezTo>
                      <a:pt x="5388" y="3812"/>
                      <a:pt x="6711" y="3403"/>
                      <a:pt x="7814" y="2521"/>
                    </a:cubicBezTo>
                    <a:cubicBezTo>
                      <a:pt x="8034" y="2363"/>
                      <a:pt x="8066" y="2080"/>
                      <a:pt x="7877" y="1890"/>
                    </a:cubicBezTo>
                    <a:lnTo>
                      <a:pt x="6112" y="126"/>
                    </a:lnTo>
                    <a:cubicBezTo>
                      <a:pt x="6028" y="42"/>
                      <a:pt x="5888" y="0"/>
                      <a:pt x="575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38" name="Google Shape;10517;p86">
                <a:extLst>
                  <a:ext uri="{FF2B5EF4-FFF2-40B4-BE49-F238E27FC236}">
                    <a16:creationId xmlns:a16="http://schemas.microsoft.com/office/drawing/2014/main" id="{60405F68-A21E-41D3-5ECA-C3F29F6BA62E}"/>
                  </a:ext>
                </a:extLst>
              </p:cNvPr>
              <p:cNvSpPr/>
              <p:nvPr/>
            </p:nvSpPr>
            <p:spPr>
              <a:xfrm>
                <a:off x="-59700075" y="4102225"/>
                <a:ext cx="149675" cy="256525"/>
              </a:xfrm>
              <a:custGeom>
                <a:avLst/>
                <a:gdLst/>
                <a:ahLst/>
                <a:cxnLst/>
                <a:rect l="l" t="t" r="r" b="b"/>
                <a:pathLst>
                  <a:path w="5987" h="10261" extrusionOk="0">
                    <a:moveTo>
                      <a:pt x="418" y="1"/>
                    </a:moveTo>
                    <a:cubicBezTo>
                      <a:pt x="190" y="1"/>
                      <a:pt x="1" y="180"/>
                      <a:pt x="1" y="414"/>
                    </a:cubicBezTo>
                    <a:lnTo>
                      <a:pt x="1" y="2934"/>
                    </a:lnTo>
                    <a:cubicBezTo>
                      <a:pt x="1" y="3123"/>
                      <a:pt x="127" y="3281"/>
                      <a:pt x="316" y="3312"/>
                    </a:cubicBezTo>
                    <a:cubicBezTo>
                      <a:pt x="1639" y="3659"/>
                      <a:pt x="2647" y="4856"/>
                      <a:pt x="2647" y="6274"/>
                    </a:cubicBezTo>
                    <a:cubicBezTo>
                      <a:pt x="2647" y="6809"/>
                      <a:pt x="2489" y="7376"/>
                      <a:pt x="2206" y="7849"/>
                    </a:cubicBezTo>
                    <a:cubicBezTo>
                      <a:pt x="2080" y="8007"/>
                      <a:pt x="2111" y="8196"/>
                      <a:pt x="2269" y="8353"/>
                    </a:cubicBezTo>
                    <a:lnTo>
                      <a:pt x="4065" y="10149"/>
                    </a:lnTo>
                    <a:cubicBezTo>
                      <a:pt x="4137" y="10221"/>
                      <a:pt x="4242" y="10260"/>
                      <a:pt x="4350" y="10260"/>
                    </a:cubicBezTo>
                    <a:cubicBezTo>
                      <a:pt x="4478" y="10260"/>
                      <a:pt x="4609" y="10205"/>
                      <a:pt x="4695" y="10086"/>
                    </a:cubicBezTo>
                    <a:cubicBezTo>
                      <a:pt x="5514" y="8983"/>
                      <a:pt x="5987" y="7660"/>
                      <a:pt x="5987" y="6274"/>
                    </a:cubicBezTo>
                    <a:cubicBezTo>
                      <a:pt x="5892" y="3123"/>
                      <a:pt x="3592" y="445"/>
                      <a:pt x="473" y="4"/>
                    </a:cubicBezTo>
                    <a:cubicBezTo>
                      <a:pt x="455" y="2"/>
                      <a:pt x="436" y="1"/>
                      <a:pt x="41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39" name="Google Shape;10518;p86">
                <a:extLst>
                  <a:ext uri="{FF2B5EF4-FFF2-40B4-BE49-F238E27FC236}">
                    <a16:creationId xmlns:a16="http://schemas.microsoft.com/office/drawing/2014/main" id="{2B432178-745F-8CFE-8DAB-77A71C7000A1}"/>
                  </a:ext>
                </a:extLst>
              </p:cNvPr>
              <p:cNvSpPr/>
              <p:nvPr/>
            </p:nvSpPr>
            <p:spPr>
              <a:xfrm>
                <a:off x="-59742600" y="4187375"/>
                <a:ext cx="63025" cy="144950"/>
              </a:xfrm>
              <a:custGeom>
                <a:avLst/>
                <a:gdLst/>
                <a:ahLst/>
                <a:cxnLst/>
                <a:rect l="l" t="t" r="r" b="b"/>
                <a:pathLst>
                  <a:path w="2521" h="5798" extrusionOk="0">
                    <a:moveTo>
                      <a:pt x="1260" y="1"/>
                    </a:moveTo>
                    <a:cubicBezTo>
                      <a:pt x="1040" y="1"/>
                      <a:pt x="819" y="190"/>
                      <a:pt x="819" y="379"/>
                    </a:cubicBezTo>
                    <a:lnTo>
                      <a:pt x="819" y="662"/>
                    </a:lnTo>
                    <a:cubicBezTo>
                      <a:pt x="347" y="820"/>
                      <a:pt x="0" y="1293"/>
                      <a:pt x="0" y="1860"/>
                    </a:cubicBezTo>
                    <a:cubicBezTo>
                      <a:pt x="0" y="2521"/>
                      <a:pt x="567" y="2899"/>
                      <a:pt x="977" y="3214"/>
                    </a:cubicBezTo>
                    <a:cubicBezTo>
                      <a:pt x="1292" y="3466"/>
                      <a:pt x="1670" y="3687"/>
                      <a:pt x="1670" y="3939"/>
                    </a:cubicBezTo>
                    <a:cubicBezTo>
                      <a:pt x="1670" y="4160"/>
                      <a:pt x="1450" y="4380"/>
                      <a:pt x="1260" y="4380"/>
                    </a:cubicBezTo>
                    <a:cubicBezTo>
                      <a:pt x="1071" y="4380"/>
                      <a:pt x="819" y="4160"/>
                      <a:pt x="819" y="3939"/>
                    </a:cubicBezTo>
                    <a:cubicBezTo>
                      <a:pt x="819" y="3687"/>
                      <a:pt x="630" y="3529"/>
                      <a:pt x="441" y="3529"/>
                    </a:cubicBezTo>
                    <a:cubicBezTo>
                      <a:pt x="252" y="3529"/>
                      <a:pt x="32" y="3750"/>
                      <a:pt x="32" y="3939"/>
                    </a:cubicBezTo>
                    <a:cubicBezTo>
                      <a:pt x="32" y="4475"/>
                      <a:pt x="410" y="4916"/>
                      <a:pt x="882" y="5105"/>
                    </a:cubicBezTo>
                    <a:lnTo>
                      <a:pt x="882" y="5388"/>
                    </a:lnTo>
                    <a:cubicBezTo>
                      <a:pt x="882" y="5640"/>
                      <a:pt x="1071" y="5798"/>
                      <a:pt x="1292" y="5798"/>
                    </a:cubicBezTo>
                    <a:cubicBezTo>
                      <a:pt x="1544" y="5798"/>
                      <a:pt x="1702" y="5577"/>
                      <a:pt x="1702" y="5388"/>
                    </a:cubicBezTo>
                    <a:lnTo>
                      <a:pt x="1702" y="5073"/>
                    </a:lnTo>
                    <a:cubicBezTo>
                      <a:pt x="2174" y="4916"/>
                      <a:pt x="2521" y="4443"/>
                      <a:pt x="2521" y="3907"/>
                    </a:cubicBezTo>
                    <a:cubicBezTo>
                      <a:pt x="2521" y="3214"/>
                      <a:pt x="1985" y="2836"/>
                      <a:pt x="1544" y="2521"/>
                    </a:cubicBezTo>
                    <a:cubicBezTo>
                      <a:pt x="1229" y="2269"/>
                      <a:pt x="882" y="2049"/>
                      <a:pt x="882" y="1797"/>
                    </a:cubicBezTo>
                    <a:cubicBezTo>
                      <a:pt x="882" y="1576"/>
                      <a:pt x="1071" y="1419"/>
                      <a:pt x="1292" y="1419"/>
                    </a:cubicBezTo>
                    <a:cubicBezTo>
                      <a:pt x="1544" y="1419"/>
                      <a:pt x="1702" y="1608"/>
                      <a:pt x="1702" y="1797"/>
                    </a:cubicBezTo>
                    <a:cubicBezTo>
                      <a:pt x="1702" y="2049"/>
                      <a:pt x="1891" y="2238"/>
                      <a:pt x="2143" y="2238"/>
                    </a:cubicBezTo>
                    <a:cubicBezTo>
                      <a:pt x="2363" y="2238"/>
                      <a:pt x="2521" y="2049"/>
                      <a:pt x="2521" y="1797"/>
                    </a:cubicBezTo>
                    <a:cubicBezTo>
                      <a:pt x="2521" y="1261"/>
                      <a:pt x="2174" y="820"/>
                      <a:pt x="1702" y="631"/>
                    </a:cubicBezTo>
                    <a:lnTo>
                      <a:pt x="1702" y="347"/>
                    </a:lnTo>
                    <a:cubicBezTo>
                      <a:pt x="1702" y="158"/>
                      <a:pt x="1513" y="1"/>
                      <a:pt x="126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>
                  <a:solidFill>
                    <a:srgbClr val="435D74"/>
                  </a:solidFill>
                </a:endParaRPr>
              </a:p>
            </p:txBody>
          </p:sp>
        </p:grpSp>
      </p:grpSp>
      <p:pic>
        <p:nvPicPr>
          <p:cNvPr id="2" name="Picture 2">
            <a:extLst>
              <a:ext uri="{FF2B5EF4-FFF2-40B4-BE49-F238E27FC236}">
                <a16:creationId xmlns:a16="http://schemas.microsoft.com/office/drawing/2014/main" id="{AD06D6B3-B6BC-E4F7-D4D3-4A5F93D6F4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1036" y="184965"/>
            <a:ext cx="2544545" cy="107922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0AAB5A28-EF9A-661B-6A46-47EE5D1C25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1891" y="1401644"/>
            <a:ext cx="3931920" cy="234180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grpSp>
        <p:nvGrpSpPr>
          <p:cNvPr id="54" name="Group 53">
            <a:extLst>
              <a:ext uri="{FF2B5EF4-FFF2-40B4-BE49-F238E27FC236}">
                <a16:creationId xmlns:a16="http://schemas.microsoft.com/office/drawing/2014/main" id="{C9D9D5B1-B6A0-EA73-7CF3-49487CD68A64}"/>
              </a:ext>
            </a:extLst>
          </p:cNvPr>
          <p:cNvGrpSpPr/>
          <p:nvPr/>
        </p:nvGrpSpPr>
        <p:grpSpPr>
          <a:xfrm>
            <a:off x="1254556" y="1377474"/>
            <a:ext cx="3633529" cy="388857"/>
            <a:chOff x="1254556" y="1377474"/>
            <a:chExt cx="3633529" cy="388857"/>
          </a:xfrm>
        </p:grpSpPr>
        <p:grpSp>
          <p:nvGrpSpPr>
            <p:cNvPr id="56" name="Google Shape;10500;p86">
              <a:extLst>
                <a:ext uri="{FF2B5EF4-FFF2-40B4-BE49-F238E27FC236}">
                  <a16:creationId xmlns:a16="http://schemas.microsoft.com/office/drawing/2014/main" id="{21616E9A-FF54-0DA8-2E16-88AFF95C1224}"/>
                </a:ext>
              </a:extLst>
            </p:cNvPr>
            <p:cNvGrpSpPr/>
            <p:nvPr/>
          </p:nvGrpSpPr>
          <p:grpSpPr>
            <a:xfrm>
              <a:off x="1254556" y="1377474"/>
              <a:ext cx="366364" cy="367290"/>
              <a:chOff x="-61784125" y="3377700"/>
              <a:chExt cx="316650" cy="317450"/>
            </a:xfrm>
            <a:solidFill>
              <a:schemeClr val="accent2"/>
            </a:solidFill>
          </p:grpSpPr>
          <p:sp>
            <p:nvSpPr>
              <p:cNvPr id="58" name="Google Shape;10501;p86">
                <a:extLst>
                  <a:ext uri="{FF2B5EF4-FFF2-40B4-BE49-F238E27FC236}">
                    <a16:creationId xmlns:a16="http://schemas.microsoft.com/office/drawing/2014/main" id="{4D961F8E-0DFF-DDC9-DDD9-8183DC102E8B}"/>
                  </a:ext>
                </a:extLst>
              </p:cNvPr>
              <p:cNvSpPr/>
              <p:nvPr/>
            </p:nvSpPr>
            <p:spPr>
              <a:xfrm>
                <a:off x="-61688025" y="3460400"/>
                <a:ext cx="124450" cy="51225"/>
              </a:xfrm>
              <a:custGeom>
                <a:avLst/>
                <a:gdLst/>
                <a:ahLst/>
                <a:cxnLst/>
                <a:rect l="l" t="t" r="r" b="b"/>
                <a:pathLst>
                  <a:path w="4978" h="2049" extrusionOk="0">
                    <a:moveTo>
                      <a:pt x="630" y="1"/>
                    </a:moveTo>
                    <a:cubicBezTo>
                      <a:pt x="252" y="442"/>
                      <a:pt x="0" y="1041"/>
                      <a:pt x="0" y="1671"/>
                    </a:cubicBezTo>
                    <a:cubicBezTo>
                      <a:pt x="0" y="1891"/>
                      <a:pt x="189" y="2049"/>
                      <a:pt x="441" y="2049"/>
                    </a:cubicBezTo>
                    <a:lnTo>
                      <a:pt x="4568" y="2049"/>
                    </a:lnTo>
                    <a:cubicBezTo>
                      <a:pt x="4820" y="2049"/>
                      <a:pt x="4978" y="1860"/>
                      <a:pt x="4978" y="1671"/>
                    </a:cubicBezTo>
                    <a:cubicBezTo>
                      <a:pt x="4978" y="1041"/>
                      <a:pt x="4726" y="442"/>
                      <a:pt x="4348" y="1"/>
                    </a:cubicBezTo>
                    <a:cubicBezTo>
                      <a:pt x="3875" y="568"/>
                      <a:pt x="3182" y="852"/>
                      <a:pt x="2489" y="852"/>
                    </a:cubicBezTo>
                    <a:cubicBezTo>
                      <a:pt x="1827" y="852"/>
                      <a:pt x="1134" y="568"/>
                      <a:pt x="630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Google Shape;10502;p86">
                <a:extLst>
                  <a:ext uri="{FF2B5EF4-FFF2-40B4-BE49-F238E27FC236}">
                    <a16:creationId xmlns:a16="http://schemas.microsoft.com/office/drawing/2014/main" id="{7D2AA60A-38F9-B2FB-AB96-FE7CB9A2EC2A}"/>
                  </a:ext>
                </a:extLst>
              </p:cNvPr>
              <p:cNvSpPr/>
              <p:nvPr/>
            </p:nvSpPr>
            <p:spPr>
              <a:xfrm>
                <a:off x="-61677800" y="3518900"/>
                <a:ext cx="104775" cy="61850"/>
              </a:xfrm>
              <a:custGeom>
                <a:avLst/>
                <a:gdLst/>
                <a:ahLst/>
                <a:cxnLst/>
                <a:rect l="l" t="t" r="r" b="b"/>
                <a:pathLst>
                  <a:path w="4191" h="2474" extrusionOk="0">
                    <a:moveTo>
                      <a:pt x="2096" y="0"/>
                    </a:moveTo>
                    <a:cubicBezTo>
                      <a:pt x="1985" y="0"/>
                      <a:pt x="1875" y="40"/>
                      <a:pt x="1796" y="118"/>
                    </a:cubicBezTo>
                    <a:lnTo>
                      <a:pt x="158" y="1757"/>
                    </a:lnTo>
                    <a:cubicBezTo>
                      <a:pt x="1" y="1914"/>
                      <a:pt x="1" y="2198"/>
                      <a:pt x="158" y="2355"/>
                    </a:cubicBezTo>
                    <a:cubicBezTo>
                      <a:pt x="237" y="2434"/>
                      <a:pt x="339" y="2473"/>
                      <a:pt x="442" y="2473"/>
                    </a:cubicBezTo>
                    <a:cubicBezTo>
                      <a:pt x="544" y="2473"/>
                      <a:pt x="646" y="2434"/>
                      <a:pt x="725" y="2355"/>
                    </a:cubicBezTo>
                    <a:lnTo>
                      <a:pt x="2111" y="969"/>
                    </a:lnTo>
                    <a:lnTo>
                      <a:pt x="3498" y="2355"/>
                    </a:lnTo>
                    <a:cubicBezTo>
                      <a:pt x="3576" y="2434"/>
                      <a:pt x="3687" y="2473"/>
                      <a:pt x="3797" y="2473"/>
                    </a:cubicBezTo>
                    <a:cubicBezTo>
                      <a:pt x="3907" y="2473"/>
                      <a:pt x="4017" y="2434"/>
                      <a:pt x="4096" y="2355"/>
                    </a:cubicBezTo>
                    <a:cubicBezTo>
                      <a:pt x="4191" y="2198"/>
                      <a:pt x="4191" y="1914"/>
                      <a:pt x="4033" y="1757"/>
                    </a:cubicBezTo>
                    <a:lnTo>
                      <a:pt x="2395" y="118"/>
                    </a:lnTo>
                    <a:cubicBezTo>
                      <a:pt x="2316" y="40"/>
                      <a:pt x="2206" y="0"/>
                      <a:pt x="209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Google Shape;10503;p86">
                <a:extLst>
                  <a:ext uri="{FF2B5EF4-FFF2-40B4-BE49-F238E27FC236}">
                    <a16:creationId xmlns:a16="http://schemas.microsoft.com/office/drawing/2014/main" id="{A09C25AB-FC86-CB68-59D1-EB78AB5313D2}"/>
                  </a:ext>
                </a:extLst>
              </p:cNvPr>
              <p:cNvSpPr/>
              <p:nvPr/>
            </p:nvSpPr>
            <p:spPr>
              <a:xfrm>
                <a:off x="-61667550" y="3377700"/>
                <a:ext cx="82700" cy="82725"/>
              </a:xfrm>
              <a:custGeom>
                <a:avLst/>
                <a:gdLst/>
                <a:ahLst/>
                <a:cxnLst/>
                <a:rect l="l" t="t" r="r" b="b"/>
                <a:pathLst>
                  <a:path w="3308" h="3309" extrusionOk="0">
                    <a:moveTo>
                      <a:pt x="1670" y="1"/>
                    </a:moveTo>
                    <a:cubicBezTo>
                      <a:pt x="756" y="1"/>
                      <a:pt x="0" y="757"/>
                      <a:pt x="0" y="1671"/>
                    </a:cubicBezTo>
                    <a:cubicBezTo>
                      <a:pt x="0" y="2584"/>
                      <a:pt x="756" y="3309"/>
                      <a:pt x="1670" y="3309"/>
                    </a:cubicBezTo>
                    <a:cubicBezTo>
                      <a:pt x="2584" y="3309"/>
                      <a:pt x="3308" y="2584"/>
                      <a:pt x="3308" y="1671"/>
                    </a:cubicBezTo>
                    <a:cubicBezTo>
                      <a:pt x="3308" y="757"/>
                      <a:pt x="2584" y="1"/>
                      <a:pt x="1670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10504;p86">
                <a:extLst>
                  <a:ext uri="{FF2B5EF4-FFF2-40B4-BE49-F238E27FC236}">
                    <a16:creationId xmlns:a16="http://schemas.microsoft.com/office/drawing/2014/main" id="{2C853461-A63A-F8EE-6690-314790AB6867}"/>
                  </a:ext>
                </a:extLst>
              </p:cNvPr>
              <p:cNvSpPr/>
              <p:nvPr/>
            </p:nvSpPr>
            <p:spPr>
              <a:xfrm>
                <a:off x="-61591150" y="3643150"/>
                <a:ext cx="123675" cy="51200"/>
              </a:xfrm>
              <a:custGeom>
                <a:avLst/>
                <a:gdLst/>
                <a:ahLst/>
                <a:cxnLst/>
                <a:rect l="l" t="t" r="r" b="b"/>
                <a:pathLst>
                  <a:path w="4947" h="2048" extrusionOk="0">
                    <a:moveTo>
                      <a:pt x="630" y="0"/>
                    </a:moveTo>
                    <a:cubicBezTo>
                      <a:pt x="221" y="410"/>
                      <a:pt x="0" y="1008"/>
                      <a:pt x="0" y="1638"/>
                    </a:cubicBezTo>
                    <a:cubicBezTo>
                      <a:pt x="0" y="1890"/>
                      <a:pt x="189" y="2048"/>
                      <a:pt x="378" y="2048"/>
                    </a:cubicBezTo>
                    <a:lnTo>
                      <a:pt x="4505" y="2048"/>
                    </a:lnTo>
                    <a:cubicBezTo>
                      <a:pt x="4757" y="2048"/>
                      <a:pt x="4946" y="1827"/>
                      <a:pt x="4946" y="1638"/>
                    </a:cubicBezTo>
                    <a:cubicBezTo>
                      <a:pt x="4946" y="1008"/>
                      <a:pt x="4726" y="410"/>
                      <a:pt x="4316" y="0"/>
                    </a:cubicBezTo>
                    <a:cubicBezTo>
                      <a:pt x="3844" y="536"/>
                      <a:pt x="3182" y="819"/>
                      <a:pt x="2458" y="819"/>
                    </a:cubicBezTo>
                    <a:cubicBezTo>
                      <a:pt x="1796" y="819"/>
                      <a:pt x="1134" y="536"/>
                      <a:pt x="63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Google Shape;10505;p86">
                <a:extLst>
                  <a:ext uri="{FF2B5EF4-FFF2-40B4-BE49-F238E27FC236}">
                    <a16:creationId xmlns:a16="http://schemas.microsoft.com/office/drawing/2014/main" id="{F5ED8AC6-ACB6-D4D0-4F74-026D4FB32681}"/>
                  </a:ext>
                </a:extLst>
              </p:cNvPr>
              <p:cNvSpPr/>
              <p:nvPr/>
            </p:nvSpPr>
            <p:spPr>
              <a:xfrm>
                <a:off x="-61570675" y="3560450"/>
                <a:ext cx="82725" cy="82725"/>
              </a:xfrm>
              <a:custGeom>
                <a:avLst/>
                <a:gdLst/>
                <a:ahLst/>
                <a:cxnLst/>
                <a:rect l="l" t="t" r="r" b="b"/>
                <a:pathLst>
                  <a:path w="3309" h="3309" extrusionOk="0">
                    <a:moveTo>
                      <a:pt x="1670" y="0"/>
                    </a:moveTo>
                    <a:cubicBezTo>
                      <a:pt x="756" y="0"/>
                      <a:pt x="0" y="725"/>
                      <a:pt x="0" y="1638"/>
                    </a:cubicBezTo>
                    <a:cubicBezTo>
                      <a:pt x="0" y="2552"/>
                      <a:pt x="756" y="3308"/>
                      <a:pt x="1670" y="3308"/>
                    </a:cubicBezTo>
                    <a:cubicBezTo>
                      <a:pt x="2552" y="3308"/>
                      <a:pt x="3308" y="2552"/>
                      <a:pt x="3308" y="1638"/>
                    </a:cubicBezTo>
                    <a:cubicBezTo>
                      <a:pt x="3308" y="725"/>
                      <a:pt x="2552" y="0"/>
                      <a:pt x="167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Google Shape;10506;p86">
                <a:extLst>
                  <a:ext uri="{FF2B5EF4-FFF2-40B4-BE49-F238E27FC236}">
                    <a16:creationId xmlns:a16="http://schemas.microsoft.com/office/drawing/2014/main" id="{815307D3-3D1A-F978-DCB3-A698B555B8E0}"/>
                  </a:ext>
                </a:extLst>
              </p:cNvPr>
              <p:cNvSpPr/>
              <p:nvPr/>
            </p:nvSpPr>
            <p:spPr>
              <a:xfrm>
                <a:off x="-61784125" y="3643925"/>
                <a:ext cx="124450" cy="51225"/>
              </a:xfrm>
              <a:custGeom>
                <a:avLst/>
                <a:gdLst/>
                <a:ahLst/>
                <a:cxnLst/>
                <a:rect l="l" t="t" r="r" b="b"/>
                <a:pathLst>
                  <a:path w="4978" h="2049" extrusionOk="0">
                    <a:moveTo>
                      <a:pt x="662" y="1"/>
                    </a:moveTo>
                    <a:cubicBezTo>
                      <a:pt x="252" y="442"/>
                      <a:pt x="32" y="1009"/>
                      <a:pt x="32" y="1639"/>
                    </a:cubicBezTo>
                    <a:cubicBezTo>
                      <a:pt x="0" y="1859"/>
                      <a:pt x="189" y="2048"/>
                      <a:pt x="410" y="2048"/>
                    </a:cubicBezTo>
                    <a:lnTo>
                      <a:pt x="4569" y="2048"/>
                    </a:lnTo>
                    <a:cubicBezTo>
                      <a:pt x="4789" y="2048"/>
                      <a:pt x="4978" y="1859"/>
                      <a:pt x="4978" y="1639"/>
                    </a:cubicBezTo>
                    <a:cubicBezTo>
                      <a:pt x="4978" y="1009"/>
                      <a:pt x="4758" y="442"/>
                      <a:pt x="4348" y="1"/>
                    </a:cubicBezTo>
                    <a:cubicBezTo>
                      <a:pt x="3876" y="536"/>
                      <a:pt x="3214" y="820"/>
                      <a:pt x="2521" y="820"/>
                    </a:cubicBezTo>
                    <a:cubicBezTo>
                      <a:pt x="1828" y="820"/>
                      <a:pt x="1166" y="536"/>
                      <a:pt x="66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2" name="Google Shape;10507;p86">
                <a:extLst>
                  <a:ext uri="{FF2B5EF4-FFF2-40B4-BE49-F238E27FC236}">
                    <a16:creationId xmlns:a16="http://schemas.microsoft.com/office/drawing/2014/main" id="{7192914A-2262-3852-FE3C-8EF616B43586}"/>
                  </a:ext>
                </a:extLst>
              </p:cNvPr>
              <p:cNvSpPr/>
              <p:nvPr/>
            </p:nvSpPr>
            <p:spPr>
              <a:xfrm>
                <a:off x="-61763650" y="3560450"/>
                <a:ext cx="82725" cy="82725"/>
              </a:xfrm>
              <a:custGeom>
                <a:avLst/>
                <a:gdLst/>
                <a:ahLst/>
                <a:cxnLst/>
                <a:rect l="l" t="t" r="r" b="b"/>
                <a:pathLst>
                  <a:path w="3309" h="3309" extrusionOk="0">
                    <a:moveTo>
                      <a:pt x="1670" y="0"/>
                    </a:moveTo>
                    <a:cubicBezTo>
                      <a:pt x="757" y="0"/>
                      <a:pt x="1" y="725"/>
                      <a:pt x="1" y="1638"/>
                    </a:cubicBezTo>
                    <a:cubicBezTo>
                      <a:pt x="1" y="2552"/>
                      <a:pt x="757" y="3308"/>
                      <a:pt x="1670" y="3308"/>
                    </a:cubicBezTo>
                    <a:cubicBezTo>
                      <a:pt x="2552" y="3308"/>
                      <a:pt x="3309" y="2552"/>
                      <a:pt x="3309" y="1638"/>
                    </a:cubicBezTo>
                    <a:cubicBezTo>
                      <a:pt x="3309" y="725"/>
                      <a:pt x="2552" y="0"/>
                      <a:pt x="167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7" name="Google Shape;2806;p37">
              <a:extLst>
                <a:ext uri="{FF2B5EF4-FFF2-40B4-BE49-F238E27FC236}">
                  <a16:creationId xmlns:a16="http://schemas.microsoft.com/office/drawing/2014/main" id="{BD3D4C99-3DEA-5698-4A4B-F4A6B7163763}"/>
                </a:ext>
              </a:extLst>
            </p:cNvPr>
            <p:cNvSpPr txBox="1">
              <a:spLocks/>
            </p:cNvSpPr>
            <p:nvPr/>
          </p:nvSpPr>
          <p:spPr>
            <a:xfrm>
              <a:off x="1594621" y="1392939"/>
              <a:ext cx="3293464" cy="3733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1pPr>
              <a:lvl2pPr marL="914400" marR="0" lvl="1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2pPr>
              <a:lvl3pPr marL="1371600" marR="0" lvl="2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3pPr>
              <a:lvl4pPr marL="1828800" marR="0" lvl="3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4pPr>
              <a:lvl5pPr marL="2286000" marR="0" lvl="4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5pPr>
              <a:lvl6pPr marL="2743200" marR="0" lvl="5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6pPr>
              <a:lvl7pPr marL="3200400" marR="0" lvl="6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7pPr>
              <a:lvl8pPr marL="3657600" marR="0" lvl="7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8pPr>
              <a:lvl9pPr marL="4114800" marR="0" lvl="8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9pPr>
            </a:lstStyle>
            <a:p>
              <a:pPr marL="0" indent="0"/>
              <a:r>
                <a:rPr lang="en-US" b="1" dirty="0"/>
                <a:t>15.3 million elderly citizens (65+) today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8739784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4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4">
          <a:extLst>
            <a:ext uri="{FF2B5EF4-FFF2-40B4-BE49-F238E27FC236}">
              <a16:creationId xmlns:a16="http://schemas.microsoft.com/office/drawing/2014/main" id="{9DCF208C-FACB-A7C2-DB7F-B2D0DE6E9F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5" name="Google Shape;2805;p37">
            <a:extLst>
              <a:ext uri="{FF2B5EF4-FFF2-40B4-BE49-F238E27FC236}">
                <a16:creationId xmlns:a16="http://schemas.microsoft.com/office/drawing/2014/main" id="{80F863CD-BC57-7C87-B9E8-0ED08B0C731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4346" y="603531"/>
            <a:ext cx="4401600" cy="58246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dirty="0"/>
              <a:t>The Critical</a:t>
            </a:r>
            <a:r>
              <a:rPr lang="en" dirty="0"/>
              <a:t> </a:t>
            </a:r>
            <a:r>
              <a:rPr lang="en-US" dirty="0">
                <a:solidFill>
                  <a:schemeClr val="accent2"/>
                </a:solidFill>
              </a:rPr>
              <a:t>Challenge</a:t>
            </a:r>
            <a:endParaRPr dirty="0">
              <a:solidFill>
                <a:schemeClr val="accent2"/>
              </a:solidFill>
            </a:endParaRPr>
          </a:p>
        </p:txBody>
      </p:sp>
      <p:sp>
        <p:nvSpPr>
          <p:cNvPr id="2808" name="Google Shape;2808;p37">
            <a:extLst>
              <a:ext uri="{FF2B5EF4-FFF2-40B4-BE49-F238E27FC236}">
                <a16:creationId xmlns:a16="http://schemas.microsoft.com/office/drawing/2014/main" id="{F13A3EB8-8C28-E212-AECA-9A5F833F1138}"/>
              </a:ext>
            </a:extLst>
          </p:cNvPr>
          <p:cNvSpPr/>
          <p:nvPr/>
        </p:nvSpPr>
        <p:spPr>
          <a:xfrm>
            <a:off x="-1414555" y="4201465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9" name="Google Shape;2809;p37">
            <a:extLst>
              <a:ext uri="{FF2B5EF4-FFF2-40B4-BE49-F238E27FC236}">
                <a16:creationId xmlns:a16="http://schemas.microsoft.com/office/drawing/2014/main" id="{F4935E01-88D7-57B4-B78F-D00C4E2E21A8}"/>
              </a:ext>
            </a:extLst>
          </p:cNvPr>
          <p:cNvSpPr/>
          <p:nvPr/>
        </p:nvSpPr>
        <p:spPr>
          <a:xfrm>
            <a:off x="-1111455" y="3922165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810" name="Google Shape;2810;p37">
            <a:extLst>
              <a:ext uri="{FF2B5EF4-FFF2-40B4-BE49-F238E27FC236}">
                <a16:creationId xmlns:a16="http://schemas.microsoft.com/office/drawing/2014/main" id="{27C64EB9-6785-2321-4CF1-F4B1B6F1BFAE}"/>
              </a:ext>
            </a:extLst>
          </p:cNvPr>
          <p:cNvGrpSpPr/>
          <p:nvPr/>
        </p:nvGrpSpPr>
        <p:grpSpPr>
          <a:xfrm rot="10800000">
            <a:off x="7471439" y="3950127"/>
            <a:ext cx="883262" cy="242091"/>
            <a:chOff x="2300350" y="2601250"/>
            <a:chExt cx="2275275" cy="623625"/>
          </a:xfrm>
        </p:grpSpPr>
        <p:sp>
          <p:nvSpPr>
            <p:cNvPr id="2811" name="Google Shape;2811;p37">
              <a:extLst>
                <a:ext uri="{FF2B5EF4-FFF2-40B4-BE49-F238E27FC236}">
                  <a16:creationId xmlns:a16="http://schemas.microsoft.com/office/drawing/2014/main" id="{57428639-FA9B-3EE7-9B59-A80A993DB1BD}"/>
                </a:ext>
              </a:extLst>
            </p:cNvPr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2" name="Google Shape;2812;p37">
              <a:extLst>
                <a:ext uri="{FF2B5EF4-FFF2-40B4-BE49-F238E27FC236}">
                  <a16:creationId xmlns:a16="http://schemas.microsoft.com/office/drawing/2014/main" id="{A3DF7C8B-29FF-7097-2FA5-0C702176066D}"/>
                </a:ext>
              </a:extLst>
            </p:cNvPr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3" name="Google Shape;2813;p37">
              <a:extLst>
                <a:ext uri="{FF2B5EF4-FFF2-40B4-BE49-F238E27FC236}">
                  <a16:creationId xmlns:a16="http://schemas.microsoft.com/office/drawing/2014/main" id="{F357A72A-C490-759F-01A2-2DDD7E5356C1}"/>
                </a:ext>
              </a:extLst>
            </p:cNvPr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4" name="Google Shape;2814;p37">
              <a:extLst>
                <a:ext uri="{FF2B5EF4-FFF2-40B4-BE49-F238E27FC236}">
                  <a16:creationId xmlns:a16="http://schemas.microsoft.com/office/drawing/2014/main" id="{6E1B4386-2562-C503-9BFB-BC29727F1DA3}"/>
                </a:ext>
              </a:extLst>
            </p:cNvPr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5" name="Google Shape;2815;p37">
              <a:extLst>
                <a:ext uri="{FF2B5EF4-FFF2-40B4-BE49-F238E27FC236}">
                  <a16:creationId xmlns:a16="http://schemas.microsoft.com/office/drawing/2014/main" id="{0A59F9F1-AFF8-97E6-8232-B7C947599294}"/>
                </a:ext>
              </a:extLst>
            </p:cNvPr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6" name="Google Shape;2816;p37">
              <a:extLst>
                <a:ext uri="{FF2B5EF4-FFF2-40B4-BE49-F238E27FC236}">
                  <a16:creationId xmlns:a16="http://schemas.microsoft.com/office/drawing/2014/main" id="{3AF2AD8B-D8DD-FD25-9FF3-D57074CFB920}"/>
                </a:ext>
              </a:extLst>
            </p:cNvPr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17" name="Google Shape;2817;p37">
            <a:extLst>
              <a:ext uri="{FF2B5EF4-FFF2-40B4-BE49-F238E27FC236}">
                <a16:creationId xmlns:a16="http://schemas.microsoft.com/office/drawing/2014/main" id="{6D34841E-E396-5EBA-912E-AE8F9BD7D75D}"/>
              </a:ext>
            </a:extLst>
          </p:cNvPr>
          <p:cNvGrpSpPr/>
          <p:nvPr/>
        </p:nvGrpSpPr>
        <p:grpSpPr>
          <a:xfrm rot="5400000">
            <a:off x="2345200" y="185400"/>
            <a:ext cx="98902" cy="553090"/>
            <a:chOff x="4898850" y="4820550"/>
            <a:chExt cx="98902" cy="553090"/>
          </a:xfrm>
        </p:grpSpPr>
        <p:sp>
          <p:nvSpPr>
            <p:cNvPr id="2818" name="Google Shape;2818;p37">
              <a:extLst>
                <a:ext uri="{FF2B5EF4-FFF2-40B4-BE49-F238E27FC236}">
                  <a16:creationId xmlns:a16="http://schemas.microsoft.com/office/drawing/2014/main" id="{6C6E0B40-FD79-358C-7423-35B70F308A0D}"/>
                </a:ext>
              </a:extLst>
            </p:cNvPr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9" name="Google Shape;2819;p37">
              <a:extLst>
                <a:ext uri="{FF2B5EF4-FFF2-40B4-BE49-F238E27FC236}">
                  <a16:creationId xmlns:a16="http://schemas.microsoft.com/office/drawing/2014/main" id="{27E8A235-50A2-FA88-1169-A815DE4F7FB5}"/>
                </a:ext>
              </a:extLst>
            </p:cNvPr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0" name="Google Shape;2820;p37">
              <a:extLst>
                <a:ext uri="{FF2B5EF4-FFF2-40B4-BE49-F238E27FC236}">
                  <a16:creationId xmlns:a16="http://schemas.microsoft.com/office/drawing/2014/main" id="{631CBB2F-53B6-41EB-681E-BA1C53973A94}"/>
                </a:ext>
              </a:extLst>
            </p:cNvPr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1" name="Google Shape;2821;p37">
              <a:extLst>
                <a:ext uri="{FF2B5EF4-FFF2-40B4-BE49-F238E27FC236}">
                  <a16:creationId xmlns:a16="http://schemas.microsoft.com/office/drawing/2014/main" id="{F96FD05D-7980-CFB3-8474-AC353F05760F}"/>
                </a:ext>
              </a:extLst>
            </p:cNvPr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2" name="Google Shape;2822;p37">
              <a:extLst>
                <a:ext uri="{FF2B5EF4-FFF2-40B4-BE49-F238E27FC236}">
                  <a16:creationId xmlns:a16="http://schemas.microsoft.com/office/drawing/2014/main" id="{97C4977E-6A2B-E2C1-F821-FA11B6FCD5ED}"/>
                </a:ext>
              </a:extLst>
            </p:cNvPr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23" name="Google Shape;2823;p37">
            <a:extLst>
              <a:ext uri="{FF2B5EF4-FFF2-40B4-BE49-F238E27FC236}">
                <a16:creationId xmlns:a16="http://schemas.microsoft.com/office/drawing/2014/main" id="{B3BBD2CE-68D1-FBDE-C57A-821FE0E5AA2D}"/>
              </a:ext>
            </a:extLst>
          </p:cNvPr>
          <p:cNvGrpSpPr/>
          <p:nvPr/>
        </p:nvGrpSpPr>
        <p:grpSpPr>
          <a:xfrm>
            <a:off x="2596239" y="4297878"/>
            <a:ext cx="883262" cy="242091"/>
            <a:chOff x="2300350" y="2601250"/>
            <a:chExt cx="2275275" cy="623625"/>
          </a:xfrm>
        </p:grpSpPr>
        <p:sp>
          <p:nvSpPr>
            <p:cNvPr id="2824" name="Google Shape;2824;p37">
              <a:extLst>
                <a:ext uri="{FF2B5EF4-FFF2-40B4-BE49-F238E27FC236}">
                  <a16:creationId xmlns:a16="http://schemas.microsoft.com/office/drawing/2014/main" id="{1D475978-31F7-9FE9-3BD3-74E2A2617D91}"/>
                </a:ext>
              </a:extLst>
            </p:cNvPr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5" name="Google Shape;2825;p37">
              <a:extLst>
                <a:ext uri="{FF2B5EF4-FFF2-40B4-BE49-F238E27FC236}">
                  <a16:creationId xmlns:a16="http://schemas.microsoft.com/office/drawing/2014/main" id="{38B58D06-E4D6-0CF1-198D-0EA47D4F17EB}"/>
                </a:ext>
              </a:extLst>
            </p:cNvPr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6" name="Google Shape;2826;p37">
              <a:extLst>
                <a:ext uri="{FF2B5EF4-FFF2-40B4-BE49-F238E27FC236}">
                  <a16:creationId xmlns:a16="http://schemas.microsoft.com/office/drawing/2014/main" id="{C24C5D87-4A8C-9626-6411-A93A07720B36}"/>
                </a:ext>
              </a:extLst>
            </p:cNvPr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7" name="Google Shape;2827;p37">
              <a:extLst>
                <a:ext uri="{FF2B5EF4-FFF2-40B4-BE49-F238E27FC236}">
                  <a16:creationId xmlns:a16="http://schemas.microsoft.com/office/drawing/2014/main" id="{8D5EEF87-EA08-9B9A-3AF6-7193B9B91D6D}"/>
                </a:ext>
              </a:extLst>
            </p:cNvPr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8" name="Google Shape;2828;p37">
              <a:extLst>
                <a:ext uri="{FF2B5EF4-FFF2-40B4-BE49-F238E27FC236}">
                  <a16:creationId xmlns:a16="http://schemas.microsoft.com/office/drawing/2014/main" id="{A00A309E-FD2B-DCAE-07D4-C1DCF6F33189}"/>
                </a:ext>
              </a:extLst>
            </p:cNvPr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9" name="Google Shape;2829;p37">
              <a:extLst>
                <a:ext uri="{FF2B5EF4-FFF2-40B4-BE49-F238E27FC236}">
                  <a16:creationId xmlns:a16="http://schemas.microsoft.com/office/drawing/2014/main" id="{4DFB440A-67FA-CE70-95B0-6F5A2B9D7234}"/>
                </a:ext>
              </a:extLst>
            </p:cNvPr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30" name="Google Shape;2830;p37">
            <a:extLst>
              <a:ext uri="{FF2B5EF4-FFF2-40B4-BE49-F238E27FC236}">
                <a16:creationId xmlns:a16="http://schemas.microsoft.com/office/drawing/2014/main" id="{DE28F6E7-85B5-C1CC-745E-55510728898A}"/>
              </a:ext>
            </a:extLst>
          </p:cNvPr>
          <p:cNvGrpSpPr/>
          <p:nvPr/>
        </p:nvGrpSpPr>
        <p:grpSpPr>
          <a:xfrm>
            <a:off x="4762192" y="4297866"/>
            <a:ext cx="1105976" cy="133969"/>
            <a:chOff x="8183182" y="663852"/>
            <a:chExt cx="1475028" cy="178673"/>
          </a:xfrm>
        </p:grpSpPr>
        <p:grpSp>
          <p:nvGrpSpPr>
            <p:cNvPr id="2831" name="Google Shape;2831;p37">
              <a:extLst>
                <a:ext uri="{FF2B5EF4-FFF2-40B4-BE49-F238E27FC236}">
                  <a16:creationId xmlns:a16="http://schemas.microsoft.com/office/drawing/2014/main" id="{07BAD546-C8BC-895F-3B72-00CAEF7B6823}"/>
                </a:ext>
              </a:extLst>
            </p:cNvPr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832" name="Google Shape;2832;p37">
                <a:extLst>
                  <a:ext uri="{FF2B5EF4-FFF2-40B4-BE49-F238E27FC236}">
                    <a16:creationId xmlns:a16="http://schemas.microsoft.com/office/drawing/2014/main" id="{CBEEB45A-4135-BDDD-4653-89124C01637D}"/>
                  </a:ext>
                </a:extLst>
              </p:cNvPr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3" name="Google Shape;2833;p37">
                <a:extLst>
                  <a:ext uri="{FF2B5EF4-FFF2-40B4-BE49-F238E27FC236}">
                    <a16:creationId xmlns:a16="http://schemas.microsoft.com/office/drawing/2014/main" id="{3AD856E9-655F-18FE-43CB-60859C31B01A}"/>
                  </a:ext>
                </a:extLst>
              </p:cNvPr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4" name="Google Shape;2834;p37">
                <a:extLst>
                  <a:ext uri="{FF2B5EF4-FFF2-40B4-BE49-F238E27FC236}">
                    <a16:creationId xmlns:a16="http://schemas.microsoft.com/office/drawing/2014/main" id="{03A5DE5E-855A-0A02-FEA0-8F23F4992FED}"/>
                  </a:ext>
                </a:extLst>
              </p:cNvPr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5" name="Google Shape;2835;p37">
                <a:extLst>
                  <a:ext uri="{FF2B5EF4-FFF2-40B4-BE49-F238E27FC236}">
                    <a16:creationId xmlns:a16="http://schemas.microsoft.com/office/drawing/2014/main" id="{E1A728A2-D379-39CD-30CC-067E1DE872A6}"/>
                  </a:ext>
                </a:extLst>
              </p:cNvPr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6" name="Google Shape;2836;p37">
                <a:extLst>
                  <a:ext uri="{FF2B5EF4-FFF2-40B4-BE49-F238E27FC236}">
                    <a16:creationId xmlns:a16="http://schemas.microsoft.com/office/drawing/2014/main" id="{DB1926DF-8BDE-C69E-0EB2-8D07B4C0088C}"/>
                  </a:ext>
                </a:extLst>
              </p:cNvPr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7" name="Google Shape;2837;p37">
                <a:extLst>
                  <a:ext uri="{FF2B5EF4-FFF2-40B4-BE49-F238E27FC236}">
                    <a16:creationId xmlns:a16="http://schemas.microsoft.com/office/drawing/2014/main" id="{6E9D3CE6-12AA-D587-1BA0-0E6ECFDC5D19}"/>
                  </a:ext>
                </a:extLst>
              </p:cNvPr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8" name="Google Shape;2838;p37">
                <a:extLst>
                  <a:ext uri="{FF2B5EF4-FFF2-40B4-BE49-F238E27FC236}">
                    <a16:creationId xmlns:a16="http://schemas.microsoft.com/office/drawing/2014/main" id="{2465000C-1E6D-73AA-C3FC-6C9B7EF20535}"/>
                  </a:ext>
                </a:extLst>
              </p:cNvPr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9" name="Google Shape;2839;p37">
                <a:extLst>
                  <a:ext uri="{FF2B5EF4-FFF2-40B4-BE49-F238E27FC236}">
                    <a16:creationId xmlns:a16="http://schemas.microsoft.com/office/drawing/2014/main" id="{AB80F361-AC99-8A2A-1A1C-002933F60BB6}"/>
                  </a:ext>
                </a:extLst>
              </p:cNvPr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0" name="Google Shape;2840;p37">
                <a:extLst>
                  <a:ext uri="{FF2B5EF4-FFF2-40B4-BE49-F238E27FC236}">
                    <a16:creationId xmlns:a16="http://schemas.microsoft.com/office/drawing/2014/main" id="{DAD03C2B-F654-6FDF-7FC0-84FF03CCDB82}"/>
                  </a:ext>
                </a:extLst>
              </p:cNvPr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1" name="Google Shape;2841;p37">
                <a:extLst>
                  <a:ext uri="{FF2B5EF4-FFF2-40B4-BE49-F238E27FC236}">
                    <a16:creationId xmlns:a16="http://schemas.microsoft.com/office/drawing/2014/main" id="{CD3C5DC0-212E-7A68-5383-42E7C0CB5C73}"/>
                  </a:ext>
                </a:extLst>
              </p:cNvPr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842" name="Google Shape;2842;p37">
              <a:extLst>
                <a:ext uri="{FF2B5EF4-FFF2-40B4-BE49-F238E27FC236}">
                  <a16:creationId xmlns:a16="http://schemas.microsoft.com/office/drawing/2014/main" id="{59E24397-A434-C480-2757-F031931A8A3F}"/>
                </a:ext>
              </a:extLst>
            </p:cNvPr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843" name="Google Shape;2843;p37">
                <a:extLst>
                  <a:ext uri="{FF2B5EF4-FFF2-40B4-BE49-F238E27FC236}">
                    <a16:creationId xmlns:a16="http://schemas.microsoft.com/office/drawing/2014/main" id="{B72BEE4D-78D2-45A6-A27B-DB7057663D4E}"/>
                  </a:ext>
                </a:extLst>
              </p:cNvPr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4" name="Google Shape;2844;p37">
                <a:extLst>
                  <a:ext uri="{FF2B5EF4-FFF2-40B4-BE49-F238E27FC236}">
                    <a16:creationId xmlns:a16="http://schemas.microsoft.com/office/drawing/2014/main" id="{0AACC796-28EC-BA17-5D47-23CC802412C7}"/>
                  </a:ext>
                </a:extLst>
              </p:cNvPr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5" name="Google Shape;2845;p37">
                <a:extLst>
                  <a:ext uri="{FF2B5EF4-FFF2-40B4-BE49-F238E27FC236}">
                    <a16:creationId xmlns:a16="http://schemas.microsoft.com/office/drawing/2014/main" id="{F1031239-1615-07EB-6320-36F4270765E8}"/>
                  </a:ext>
                </a:extLst>
              </p:cNvPr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6" name="Google Shape;2846;p37">
                <a:extLst>
                  <a:ext uri="{FF2B5EF4-FFF2-40B4-BE49-F238E27FC236}">
                    <a16:creationId xmlns:a16="http://schemas.microsoft.com/office/drawing/2014/main" id="{A3E95A2A-FC38-B389-2C43-A41971C37B70}"/>
                  </a:ext>
                </a:extLst>
              </p:cNvPr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7" name="Google Shape;2847;p37">
                <a:extLst>
                  <a:ext uri="{FF2B5EF4-FFF2-40B4-BE49-F238E27FC236}">
                    <a16:creationId xmlns:a16="http://schemas.microsoft.com/office/drawing/2014/main" id="{D35B90E7-2F43-1A6A-533D-9728F1D2190C}"/>
                  </a:ext>
                </a:extLst>
              </p:cNvPr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8" name="Google Shape;2848;p37">
                <a:extLst>
                  <a:ext uri="{FF2B5EF4-FFF2-40B4-BE49-F238E27FC236}">
                    <a16:creationId xmlns:a16="http://schemas.microsoft.com/office/drawing/2014/main" id="{BA44B4AC-E109-96A3-7B46-6C19A97D805A}"/>
                  </a:ext>
                </a:extLst>
              </p:cNvPr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9" name="Google Shape;2849;p37">
                <a:extLst>
                  <a:ext uri="{FF2B5EF4-FFF2-40B4-BE49-F238E27FC236}">
                    <a16:creationId xmlns:a16="http://schemas.microsoft.com/office/drawing/2014/main" id="{9D3A93B5-1E68-1900-857A-14BF86F77697}"/>
                  </a:ext>
                </a:extLst>
              </p:cNvPr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0" name="Google Shape;2850;p37">
                <a:extLst>
                  <a:ext uri="{FF2B5EF4-FFF2-40B4-BE49-F238E27FC236}">
                    <a16:creationId xmlns:a16="http://schemas.microsoft.com/office/drawing/2014/main" id="{64BEDAC8-BA6B-DAF6-EC5A-FE537B07DEC7}"/>
                  </a:ext>
                </a:extLst>
              </p:cNvPr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1" name="Google Shape;2851;p37">
                <a:extLst>
                  <a:ext uri="{FF2B5EF4-FFF2-40B4-BE49-F238E27FC236}">
                    <a16:creationId xmlns:a16="http://schemas.microsoft.com/office/drawing/2014/main" id="{0B0E3598-A5A1-EBD5-412F-958D31A1A895}"/>
                  </a:ext>
                </a:extLst>
              </p:cNvPr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2" name="Google Shape;2852;p37">
                <a:extLst>
                  <a:ext uri="{FF2B5EF4-FFF2-40B4-BE49-F238E27FC236}">
                    <a16:creationId xmlns:a16="http://schemas.microsoft.com/office/drawing/2014/main" id="{2747ED7B-F851-2BCD-4B98-6C397C65D9FF}"/>
                  </a:ext>
                </a:extLst>
              </p:cNvPr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7F721399-1373-5762-2B7C-D1C853A80B09}"/>
              </a:ext>
            </a:extLst>
          </p:cNvPr>
          <p:cNvGrpSpPr/>
          <p:nvPr/>
        </p:nvGrpSpPr>
        <p:grpSpPr>
          <a:xfrm>
            <a:off x="1281579" y="1733491"/>
            <a:ext cx="3599279" cy="373395"/>
            <a:chOff x="1281579" y="1733491"/>
            <a:chExt cx="3599279" cy="373395"/>
          </a:xfrm>
        </p:grpSpPr>
        <p:sp>
          <p:nvSpPr>
            <p:cNvPr id="6" name="Google Shape;2806;p37">
              <a:extLst>
                <a:ext uri="{FF2B5EF4-FFF2-40B4-BE49-F238E27FC236}">
                  <a16:creationId xmlns:a16="http://schemas.microsoft.com/office/drawing/2014/main" id="{E77C0FB8-4FA3-1ABD-757E-1A3653AF26C3}"/>
                </a:ext>
              </a:extLst>
            </p:cNvPr>
            <p:cNvSpPr txBox="1">
              <a:spLocks/>
            </p:cNvSpPr>
            <p:nvPr/>
          </p:nvSpPr>
          <p:spPr>
            <a:xfrm>
              <a:off x="1587394" y="1733491"/>
              <a:ext cx="3293464" cy="3733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1pPr>
              <a:lvl2pPr marL="914400" marR="0" lvl="1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2pPr>
              <a:lvl3pPr marL="1371600" marR="0" lvl="2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3pPr>
              <a:lvl4pPr marL="1828800" marR="0" lvl="3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4pPr>
              <a:lvl5pPr marL="2286000" marR="0" lvl="4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5pPr>
              <a:lvl6pPr marL="2743200" marR="0" lvl="5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6pPr>
              <a:lvl7pPr marL="3200400" marR="0" lvl="6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7pPr>
              <a:lvl8pPr marL="3657600" marR="0" lvl="7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8pPr>
              <a:lvl9pPr marL="4114800" marR="0" lvl="8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9pPr>
            </a:lstStyle>
            <a:p>
              <a:pPr marL="0" indent="0"/>
              <a:r>
                <a:rPr lang="en-US" b="1" dirty="0"/>
                <a:t>22% of population</a:t>
              </a:r>
              <a:r>
                <a:rPr lang="en-US" dirty="0"/>
                <a:t> will be 60+ by 2050</a:t>
              </a:r>
            </a:p>
          </p:txBody>
        </p:sp>
        <p:sp>
          <p:nvSpPr>
            <p:cNvPr id="11" name="Google Shape;9715;p84">
              <a:extLst>
                <a:ext uri="{FF2B5EF4-FFF2-40B4-BE49-F238E27FC236}">
                  <a16:creationId xmlns:a16="http://schemas.microsoft.com/office/drawing/2014/main" id="{A7E6B34F-EE3B-875F-481B-E0356B216796}"/>
                </a:ext>
              </a:extLst>
            </p:cNvPr>
            <p:cNvSpPr/>
            <p:nvPr/>
          </p:nvSpPr>
          <p:spPr>
            <a:xfrm>
              <a:off x="1281579" y="1791062"/>
              <a:ext cx="333673" cy="315824"/>
            </a:xfrm>
            <a:custGeom>
              <a:avLst/>
              <a:gdLst/>
              <a:ahLst/>
              <a:cxnLst/>
              <a:rect l="l" t="t" r="r" b="b"/>
              <a:pathLst>
                <a:path w="18956" h="17942" extrusionOk="0">
                  <a:moveTo>
                    <a:pt x="6270" y="9375"/>
                  </a:moveTo>
                  <a:lnTo>
                    <a:pt x="6267" y="16812"/>
                  </a:lnTo>
                  <a:lnTo>
                    <a:pt x="1130" y="16812"/>
                  </a:lnTo>
                  <a:lnTo>
                    <a:pt x="1130" y="13545"/>
                  </a:lnTo>
                  <a:lnTo>
                    <a:pt x="6270" y="9375"/>
                  </a:lnTo>
                  <a:close/>
                  <a:moveTo>
                    <a:pt x="7399" y="9116"/>
                  </a:moveTo>
                  <a:lnTo>
                    <a:pt x="12103" y="11534"/>
                  </a:lnTo>
                  <a:lnTo>
                    <a:pt x="12100" y="16812"/>
                  </a:lnTo>
                  <a:lnTo>
                    <a:pt x="7399" y="16812"/>
                  </a:lnTo>
                  <a:lnTo>
                    <a:pt x="7399" y="9116"/>
                  </a:lnTo>
                  <a:close/>
                  <a:moveTo>
                    <a:pt x="564" y="1"/>
                  </a:moveTo>
                  <a:cubicBezTo>
                    <a:pt x="251" y="1"/>
                    <a:pt x="1" y="254"/>
                    <a:pt x="1" y="564"/>
                  </a:cubicBezTo>
                  <a:lnTo>
                    <a:pt x="1" y="13274"/>
                  </a:lnTo>
                  <a:lnTo>
                    <a:pt x="1" y="17376"/>
                  </a:lnTo>
                  <a:cubicBezTo>
                    <a:pt x="1" y="17689"/>
                    <a:pt x="251" y="17942"/>
                    <a:pt x="564" y="17942"/>
                  </a:cubicBezTo>
                  <a:lnTo>
                    <a:pt x="18324" y="17942"/>
                  </a:lnTo>
                  <a:cubicBezTo>
                    <a:pt x="18637" y="17942"/>
                    <a:pt x="18890" y="17689"/>
                    <a:pt x="18890" y="17376"/>
                  </a:cubicBezTo>
                  <a:cubicBezTo>
                    <a:pt x="18890" y="17062"/>
                    <a:pt x="18637" y="16812"/>
                    <a:pt x="18324" y="16812"/>
                  </a:cubicBezTo>
                  <a:lnTo>
                    <a:pt x="13232" y="16812"/>
                  </a:lnTo>
                  <a:lnTo>
                    <a:pt x="13232" y="11425"/>
                  </a:lnTo>
                  <a:lnTo>
                    <a:pt x="16210" y="8444"/>
                  </a:lnTo>
                  <a:lnTo>
                    <a:pt x="17400" y="9634"/>
                  </a:lnTo>
                  <a:cubicBezTo>
                    <a:pt x="17514" y="9748"/>
                    <a:pt x="17656" y="9799"/>
                    <a:pt x="17796" y="9799"/>
                  </a:cubicBezTo>
                  <a:cubicBezTo>
                    <a:pt x="18059" y="9799"/>
                    <a:pt x="18314" y="9616"/>
                    <a:pt x="18357" y="9317"/>
                  </a:cubicBezTo>
                  <a:lnTo>
                    <a:pt x="18905" y="5592"/>
                  </a:lnTo>
                  <a:cubicBezTo>
                    <a:pt x="18955" y="5247"/>
                    <a:pt x="18683" y="4948"/>
                    <a:pt x="18347" y="4948"/>
                  </a:cubicBezTo>
                  <a:cubicBezTo>
                    <a:pt x="18320" y="4948"/>
                    <a:pt x="18292" y="4950"/>
                    <a:pt x="18264" y="4954"/>
                  </a:cubicBezTo>
                  <a:lnTo>
                    <a:pt x="14539" y="5502"/>
                  </a:lnTo>
                  <a:cubicBezTo>
                    <a:pt x="14078" y="5568"/>
                    <a:pt x="13895" y="6132"/>
                    <a:pt x="14223" y="6460"/>
                  </a:cubicBezTo>
                  <a:lnTo>
                    <a:pt x="15412" y="7649"/>
                  </a:lnTo>
                  <a:lnTo>
                    <a:pt x="12558" y="10501"/>
                  </a:lnTo>
                  <a:lnTo>
                    <a:pt x="7092" y="7688"/>
                  </a:lnTo>
                  <a:lnTo>
                    <a:pt x="7059" y="7673"/>
                  </a:lnTo>
                  <a:lnTo>
                    <a:pt x="7044" y="7667"/>
                  </a:lnTo>
                  <a:cubicBezTo>
                    <a:pt x="7032" y="7661"/>
                    <a:pt x="7020" y="7658"/>
                    <a:pt x="7008" y="7655"/>
                  </a:cubicBezTo>
                  <a:cubicBezTo>
                    <a:pt x="7002" y="7652"/>
                    <a:pt x="6996" y="7649"/>
                    <a:pt x="6990" y="7649"/>
                  </a:cubicBezTo>
                  <a:lnTo>
                    <a:pt x="6957" y="7640"/>
                  </a:lnTo>
                  <a:lnTo>
                    <a:pt x="6942" y="7637"/>
                  </a:lnTo>
                  <a:cubicBezTo>
                    <a:pt x="6926" y="7634"/>
                    <a:pt x="6908" y="7631"/>
                    <a:pt x="6893" y="7628"/>
                  </a:cubicBezTo>
                  <a:lnTo>
                    <a:pt x="6770" y="7628"/>
                  </a:lnTo>
                  <a:cubicBezTo>
                    <a:pt x="6758" y="7631"/>
                    <a:pt x="6743" y="7634"/>
                    <a:pt x="6728" y="7637"/>
                  </a:cubicBezTo>
                  <a:lnTo>
                    <a:pt x="6710" y="7640"/>
                  </a:lnTo>
                  <a:lnTo>
                    <a:pt x="6680" y="7649"/>
                  </a:lnTo>
                  <a:lnTo>
                    <a:pt x="6658" y="7652"/>
                  </a:lnTo>
                  <a:cubicBezTo>
                    <a:pt x="6646" y="7658"/>
                    <a:pt x="6631" y="7664"/>
                    <a:pt x="6616" y="7670"/>
                  </a:cubicBezTo>
                  <a:cubicBezTo>
                    <a:pt x="6610" y="7670"/>
                    <a:pt x="6607" y="7673"/>
                    <a:pt x="6601" y="7676"/>
                  </a:cubicBezTo>
                  <a:cubicBezTo>
                    <a:pt x="6595" y="7679"/>
                    <a:pt x="6583" y="7685"/>
                    <a:pt x="6574" y="7688"/>
                  </a:cubicBezTo>
                  <a:lnTo>
                    <a:pt x="6556" y="7700"/>
                  </a:lnTo>
                  <a:cubicBezTo>
                    <a:pt x="6547" y="7703"/>
                    <a:pt x="6538" y="7709"/>
                    <a:pt x="6529" y="7715"/>
                  </a:cubicBezTo>
                  <a:lnTo>
                    <a:pt x="6514" y="7724"/>
                  </a:lnTo>
                  <a:cubicBezTo>
                    <a:pt x="6502" y="7733"/>
                    <a:pt x="6490" y="7743"/>
                    <a:pt x="6475" y="7752"/>
                  </a:cubicBezTo>
                  <a:lnTo>
                    <a:pt x="6475" y="7755"/>
                  </a:lnTo>
                  <a:lnTo>
                    <a:pt x="1130" y="12091"/>
                  </a:lnTo>
                  <a:lnTo>
                    <a:pt x="1130" y="564"/>
                  </a:lnTo>
                  <a:cubicBezTo>
                    <a:pt x="1130" y="254"/>
                    <a:pt x="877" y="1"/>
                    <a:pt x="56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435D74"/>
                </a:solidFill>
              </a:endParaRP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EF6159E1-3524-1D72-6D75-E505BFF8C0A1}"/>
              </a:ext>
            </a:extLst>
          </p:cNvPr>
          <p:cNvGrpSpPr/>
          <p:nvPr/>
        </p:nvGrpSpPr>
        <p:grpSpPr>
          <a:xfrm>
            <a:off x="1279251" y="2195570"/>
            <a:ext cx="3601607" cy="373392"/>
            <a:chOff x="1279251" y="2195570"/>
            <a:chExt cx="3601607" cy="373392"/>
          </a:xfrm>
        </p:grpSpPr>
        <p:sp>
          <p:nvSpPr>
            <p:cNvPr id="7" name="Google Shape;2806;p37">
              <a:extLst>
                <a:ext uri="{FF2B5EF4-FFF2-40B4-BE49-F238E27FC236}">
                  <a16:creationId xmlns:a16="http://schemas.microsoft.com/office/drawing/2014/main" id="{0D879F1F-05E2-4C60-0562-525A2B1063FA}"/>
                </a:ext>
              </a:extLst>
            </p:cNvPr>
            <p:cNvSpPr txBox="1">
              <a:spLocks/>
            </p:cNvSpPr>
            <p:nvPr/>
          </p:nvSpPr>
          <p:spPr>
            <a:xfrm>
              <a:off x="1587394" y="2195570"/>
              <a:ext cx="3293464" cy="3733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1pPr>
              <a:lvl2pPr marL="914400" marR="0" lvl="1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2pPr>
              <a:lvl3pPr marL="1371600" marR="0" lvl="2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3pPr>
              <a:lvl4pPr marL="1828800" marR="0" lvl="3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4pPr>
              <a:lvl5pPr marL="2286000" marR="0" lvl="4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5pPr>
              <a:lvl6pPr marL="2743200" marR="0" lvl="5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6pPr>
              <a:lvl7pPr marL="3200400" marR="0" lvl="6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7pPr>
              <a:lvl8pPr marL="3657600" marR="0" lvl="7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8pPr>
              <a:lvl9pPr marL="4114800" marR="0" lvl="8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9pPr>
            </a:lstStyle>
            <a:p>
              <a:pPr marL="0" indent="0"/>
              <a:r>
                <a:rPr lang="en-US" b="1" dirty="0"/>
                <a:t>95%</a:t>
              </a:r>
              <a:r>
                <a:rPr lang="en-US" dirty="0"/>
                <a:t> face health complications</a:t>
              </a:r>
            </a:p>
          </p:txBody>
        </p:sp>
        <p:grpSp>
          <p:nvGrpSpPr>
            <p:cNvPr id="12" name="Google Shape;10169;p85">
              <a:extLst>
                <a:ext uri="{FF2B5EF4-FFF2-40B4-BE49-F238E27FC236}">
                  <a16:creationId xmlns:a16="http://schemas.microsoft.com/office/drawing/2014/main" id="{FD4C334B-62FC-7218-4056-89FE3702B370}"/>
                </a:ext>
              </a:extLst>
            </p:cNvPr>
            <p:cNvGrpSpPr/>
            <p:nvPr/>
          </p:nvGrpSpPr>
          <p:grpSpPr>
            <a:xfrm>
              <a:off x="1279251" y="2235923"/>
              <a:ext cx="338328" cy="320040"/>
              <a:chOff x="-28069875" y="3175300"/>
              <a:chExt cx="260725" cy="296150"/>
            </a:xfrm>
          </p:grpSpPr>
          <p:sp>
            <p:nvSpPr>
              <p:cNvPr id="13" name="Google Shape;10170;p85">
                <a:extLst>
                  <a:ext uri="{FF2B5EF4-FFF2-40B4-BE49-F238E27FC236}">
                    <a16:creationId xmlns:a16="http://schemas.microsoft.com/office/drawing/2014/main" id="{876B1635-84E7-86DA-10E5-7C609040DBEF}"/>
                  </a:ext>
                </a:extLst>
              </p:cNvPr>
              <p:cNvSpPr/>
              <p:nvPr/>
            </p:nvSpPr>
            <p:spPr>
              <a:xfrm>
                <a:off x="-28059650" y="3192625"/>
                <a:ext cx="26025" cy="70125"/>
              </a:xfrm>
              <a:custGeom>
                <a:avLst/>
                <a:gdLst/>
                <a:ahLst/>
                <a:cxnLst/>
                <a:rect l="l" t="t" r="r" b="b"/>
                <a:pathLst>
                  <a:path w="1041" h="2805" extrusionOk="0">
                    <a:moveTo>
                      <a:pt x="536" y="0"/>
                    </a:moveTo>
                    <a:cubicBezTo>
                      <a:pt x="253" y="0"/>
                      <a:pt x="1" y="252"/>
                      <a:pt x="1" y="536"/>
                    </a:cubicBezTo>
                    <a:lnTo>
                      <a:pt x="1" y="2458"/>
                    </a:lnTo>
                    <a:cubicBezTo>
                      <a:pt x="410" y="2458"/>
                      <a:pt x="757" y="2584"/>
                      <a:pt x="1040" y="2804"/>
                    </a:cubicBezTo>
                    <a:lnTo>
                      <a:pt x="1040" y="536"/>
                    </a:lnTo>
                    <a:cubicBezTo>
                      <a:pt x="1040" y="252"/>
                      <a:pt x="788" y="0"/>
                      <a:pt x="53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14" name="Google Shape;10171;p85">
                <a:extLst>
                  <a:ext uri="{FF2B5EF4-FFF2-40B4-BE49-F238E27FC236}">
                    <a16:creationId xmlns:a16="http://schemas.microsoft.com/office/drawing/2014/main" id="{6FE15BEA-FB03-A154-0CC9-719766B82AF8}"/>
                  </a:ext>
                </a:extLst>
              </p:cNvPr>
              <p:cNvSpPr/>
              <p:nvPr/>
            </p:nvSpPr>
            <p:spPr>
              <a:xfrm>
                <a:off x="-27843050" y="3192625"/>
                <a:ext cx="26025" cy="69325"/>
              </a:xfrm>
              <a:custGeom>
                <a:avLst/>
                <a:gdLst/>
                <a:ahLst/>
                <a:cxnLst/>
                <a:rect l="l" t="t" r="r" b="b"/>
                <a:pathLst>
                  <a:path w="1041" h="2773" extrusionOk="0">
                    <a:moveTo>
                      <a:pt x="536" y="0"/>
                    </a:moveTo>
                    <a:cubicBezTo>
                      <a:pt x="253" y="0"/>
                      <a:pt x="1" y="252"/>
                      <a:pt x="1" y="536"/>
                    </a:cubicBezTo>
                    <a:lnTo>
                      <a:pt x="1" y="2773"/>
                    </a:lnTo>
                    <a:cubicBezTo>
                      <a:pt x="284" y="2584"/>
                      <a:pt x="694" y="2426"/>
                      <a:pt x="1040" y="2426"/>
                    </a:cubicBezTo>
                    <a:lnTo>
                      <a:pt x="1040" y="536"/>
                    </a:lnTo>
                    <a:cubicBezTo>
                      <a:pt x="1040" y="252"/>
                      <a:pt x="788" y="0"/>
                      <a:pt x="53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15" name="Google Shape;10172;p85">
                <a:extLst>
                  <a:ext uri="{FF2B5EF4-FFF2-40B4-BE49-F238E27FC236}">
                    <a16:creationId xmlns:a16="http://schemas.microsoft.com/office/drawing/2014/main" id="{AF26328B-CB7A-F740-EDDD-EAB2FBEF7A0A}"/>
                  </a:ext>
                </a:extLst>
              </p:cNvPr>
              <p:cNvSpPr/>
              <p:nvPr/>
            </p:nvSpPr>
            <p:spPr>
              <a:xfrm>
                <a:off x="-27973000" y="3202075"/>
                <a:ext cx="26000" cy="57525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2301" extrusionOk="0">
                    <a:moveTo>
                      <a:pt x="536" y="0"/>
                    </a:moveTo>
                    <a:cubicBezTo>
                      <a:pt x="252" y="0"/>
                      <a:pt x="0" y="221"/>
                      <a:pt x="0" y="504"/>
                    </a:cubicBezTo>
                    <a:lnTo>
                      <a:pt x="0" y="1954"/>
                    </a:lnTo>
                    <a:cubicBezTo>
                      <a:pt x="410" y="1985"/>
                      <a:pt x="756" y="2080"/>
                      <a:pt x="1040" y="2300"/>
                    </a:cubicBezTo>
                    <a:lnTo>
                      <a:pt x="1040" y="504"/>
                    </a:lnTo>
                    <a:cubicBezTo>
                      <a:pt x="1040" y="221"/>
                      <a:pt x="788" y="0"/>
                      <a:pt x="53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16" name="Google Shape;10173;p85">
                <a:extLst>
                  <a:ext uri="{FF2B5EF4-FFF2-40B4-BE49-F238E27FC236}">
                    <a16:creationId xmlns:a16="http://schemas.microsoft.com/office/drawing/2014/main" id="{EA5A860D-B10F-3F73-761B-191A5701C7C9}"/>
                  </a:ext>
                </a:extLst>
              </p:cNvPr>
              <p:cNvSpPr/>
              <p:nvPr/>
            </p:nvSpPr>
            <p:spPr>
              <a:xfrm>
                <a:off x="-27929675" y="3202075"/>
                <a:ext cx="26000" cy="57525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2301" extrusionOk="0">
                    <a:moveTo>
                      <a:pt x="536" y="0"/>
                    </a:moveTo>
                    <a:cubicBezTo>
                      <a:pt x="252" y="0"/>
                      <a:pt x="0" y="221"/>
                      <a:pt x="0" y="504"/>
                    </a:cubicBezTo>
                    <a:lnTo>
                      <a:pt x="0" y="2300"/>
                    </a:lnTo>
                    <a:cubicBezTo>
                      <a:pt x="315" y="2111"/>
                      <a:pt x="693" y="1985"/>
                      <a:pt x="1040" y="1954"/>
                    </a:cubicBezTo>
                    <a:lnTo>
                      <a:pt x="1040" y="504"/>
                    </a:lnTo>
                    <a:cubicBezTo>
                      <a:pt x="1040" y="221"/>
                      <a:pt x="788" y="0"/>
                      <a:pt x="53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17" name="Google Shape;10174;p85">
                <a:extLst>
                  <a:ext uri="{FF2B5EF4-FFF2-40B4-BE49-F238E27FC236}">
                    <a16:creationId xmlns:a16="http://schemas.microsoft.com/office/drawing/2014/main" id="{DF1E6677-0B79-9D20-844B-77079D414CC1}"/>
                  </a:ext>
                </a:extLst>
              </p:cNvPr>
              <p:cNvSpPr/>
              <p:nvPr/>
            </p:nvSpPr>
            <p:spPr>
              <a:xfrm>
                <a:off x="-28016325" y="3175300"/>
                <a:ext cx="26025" cy="91375"/>
              </a:xfrm>
              <a:custGeom>
                <a:avLst/>
                <a:gdLst/>
                <a:ahLst/>
                <a:cxnLst/>
                <a:rect l="l" t="t" r="r" b="b"/>
                <a:pathLst>
                  <a:path w="1041" h="3655" extrusionOk="0">
                    <a:moveTo>
                      <a:pt x="536" y="0"/>
                    </a:moveTo>
                    <a:cubicBezTo>
                      <a:pt x="253" y="0"/>
                      <a:pt x="1" y="221"/>
                      <a:pt x="1" y="504"/>
                    </a:cubicBezTo>
                    <a:lnTo>
                      <a:pt x="1" y="3655"/>
                    </a:lnTo>
                    <a:cubicBezTo>
                      <a:pt x="1" y="3655"/>
                      <a:pt x="1" y="3623"/>
                      <a:pt x="64" y="3623"/>
                    </a:cubicBezTo>
                    <a:cubicBezTo>
                      <a:pt x="284" y="3371"/>
                      <a:pt x="631" y="3182"/>
                      <a:pt x="1040" y="3056"/>
                    </a:cubicBezTo>
                    <a:lnTo>
                      <a:pt x="1040" y="504"/>
                    </a:lnTo>
                    <a:cubicBezTo>
                      <a:pt x="1040" y="221"/>
                      <a:pt x="788" y="0"/>
                      <a:pt x="53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18" name="Google Shape;10175;p85">
                <a:extLst>
                  <a:ext uri="{FF2B5EF4-FFF2-40B4-BE49-F238E27FC236}">
                    <a16:creationId xmlns:a16="http://schemas.microsoft.com/office/drawing/2014/main" id="{63915660-A354-30EA-E844-98ABE1614B32}"/>
                  </a:ext>
                </a:extLst>
              </p:cNvPr>
              <p:cNvSpPr/>
              <p:nvPr/>
            </p:nvSpPr>
            <p:spPr>
              <a:xfrm>
                <a:off x="-27886375" y="3176075"/>
                <a:ext cx="26025" cy="91400"/>
              </a:xfrm>
              <a:custGeom>
                <a:avLst/>
                <a:gdLst/>
                <a:ahLst/>
                <a:cxnLst/>
                <a:rect l="l" t="t" r="r" b="b"/>
                <a:pathLst>
                  <a:path w="1041" h="3656" extrusionOk="0">
                    <a:moveTo>
                      <a:pt x="536" y="1"/>
                    </a:moveTo>
                    <a:cubicBezTo>
                      <a:pt x="253" y="1"/>
                      <a:pt x="1" y="221"/>
                      <a:pt x="1" y="505"/>
                    </a:cubicBezTo>
                    <a:lnTo>
                      <a:pt x="1" y="3088"/>
                    </a:lnTo>
                    <a:cubicBezTo>
                      <a:pt x="379" y="3151"/>
                      <a:pt x="726" y="3340"/>
                      <a:pt x="1041" y="3655"/>
                    </a:cubicBezTo>
                    <a:lnTo>
                      <a:pt x="1041" y="505"/>
                    </a:lnTo>
                    <a:cubicBezTo>
                      <a:pt x="1041" y="253"/>
                      <a:pt x="789" y="1"/>
                      <a:pt x="536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19" name="Google Shape;10176;p85">
                <a:extLst>
                  <a:ext uri="{FF2B5EF4-FFF2-40B4-BE49-F238E27FC236}">
                    <a16:creationId xmlns:a16="http://schemas.microsoft.com/office/drawing/2014/main" id="{4A29EB27-D8A3-8DED-4F4B-2AC92818A156}"/>
                  </a:ext>
                </a:extLst>
              </p:cNvPr>
              <p:cNvSpPr/>
              <p:nvPr/>
            </p:nvSpPr>
            <p:spPr>
              <a:xfrm>
                <a:off x="-28017900" y="3269025"/>
                <a:ext cx="161475" cy="133125"/>
              </a:xfrm>
              <a:custGeom>
                <a:avLst/>
                <a:gdLst/>
                <a:ahLst/>
                <a:cxnLst/>
                <a:rect l="l" t="t" r="r" b="b"/>
                <a:pathLst>
                  <a:path w="6459" h="5325" extrusionOk="0">
                    <a:moveTo>
                      <a:pt x="1733" y="0"/>
                    </a:moveTo>
                    <a:cubicBezTo>
                      <a:pt x="1355" y="0"/>
                      <a:pt x="946" y="158"/>
                      <a:pt x="662" y="410"/>
                    </a:cubicBezTo>
                    <a:cubicBezTo>
                      <a:pt x="64" y="882"/>
                      <a:pt x="1" y="1639"/>
                      <a:pt x="347" y="2237"/>
                    </a:cubicBezTo>
                    <a:cubicBezTo>
                      <a:pt x="1324" y="2458"/>
                      <a:pt x="2048" y="3340"/>
                      <a:pt x="2174" y="4348"/>
                    </a:cubicBezTo>
                    <a:lnTo>
                      <a:pt x="3214" y="5325"/>
                    </a:lnTo>
                    <a:lnTo>
                      <a:pt x="4285" y="4348"/>
                    </a:lnTo>
                    <a:cubicBezTo>
                      <a:pt x="4380" y="3340"/>
                      <a:pt x="5073" y="2521"/>
                      <a:pt x="6113" y="2237"/>
                    </a:cubicBezTo>
                    <a:cubicBezTo>
                      <a:pt x="6459" y="1639"/>
                      <a:pt x="6333" y="882"/>
                      <a:pt x="5860" y="410"/>
                    </a:cubicBezTo>
                    <a:cubicBezTo>
                      <a:pt x="5577" y="158"/>
                      <a:pt x="5199" y="0"/>
                      <a:pt x="4789" y="0"/>
                    </a:cubicBezTo>
                    <a:cubicBezTo>
                      <a:pt x="4411" y="0"/>
                      <a:pt x="4002" y="158"/>
                      <a:pt x="3750" y="410"/>
                    </a:cubicBezTo>
                    <a:lnTo>
                      <a:pt x="3277" y="882"/>
                    </a:lnTo>
                    <a:lnTo>
                      <a:pt x="2805" y="410"/>
                    </a:lnTo>
                    <a:cubicBezTo>
                      <a:pt x="2521" y="158"/>
                      <a:pt x="2143" y="0"/>
                      <a:pt x="173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20" name="Google Shape;10177;p85">
                <a:extLst>
                  <a:ext uri="{FF2B5EF4-FFF2-40B4-BE49-F238E27FC236}">
                    <a16:creationId xmlns:a16="http://schemas.microsoft.com/office/drawing/2014/main" id="{AD7F31C5-10E6-6639-ABAF-D414F50E91BA}"/>
                  </a:ext>
                </a:extLst>
              </p:cNvPr>
              <p:cNvSpPr/>
              <p:nvPr/>
            </p:nvSpPr>
            <p:spPr>
              <a:xfrm>
                <a:off x="-27930475" y="3269800"/>
                <a:ext cx="121325" cy="201650"/>
              </a:xfrm>
              <a:custGeom>
                <a:avLst/>
                <a:gdLst/>
                <a:ahLst/>
                <a:cxnLst/>
                <a:rect l="l" t="t" r="r" b="b"/>
                <a:pathLst>
                  <a:path w="4853" h="8066" extrusionOk="0">
                    <a:moveTo>
                      <a:pt x="4506" y="1"/>
                    </a:moveTo>
                    <a:cubicBezTo>
                      <a:pt x="3876" y="1"/>
                      <a:pt x="3403" y="505"/>
                      <a:pt x="3403" y="1198"/>
                    </a:cubicBezTo>
                    <a:lnTo>
                      <a:pt x="3403" y="2395"/>
                    </a:lnTo>
                    <a:cubicBezTo>
                      <a:pt x="3403" y="2584"/>
                      <a:pt x="3246" y="2742"/>
                      <a:pt x="3025" y="2742"/>
                    </a:cubicBezTo>
                    <a:cubicBezTo>
                      <a:pt x="2679" y="2742"/>
                      <a:pt x="2363" y="2868"/>
                      <a:pt x="2080" y="3025"/>
                    </a:cubicBezTo>
                    <a:cubicBezTo>
                      <a:pt x="1702" y="3372"/>
                      <a:pt x="1418" y="3939"/>
                      <a:pt x="1418" y="4474"/>
                    </a:cubicBezTo>
                    <a:lnTo>
                      <a:pt x="1418" y="5231"/>
                    </a:lnTo>
                    <a:cubicBezTo>
                      <a:pt x="1418" y="5420"/>
                      <a:pt x="1261" y="5577"/>
                      <a:pt x="1072" y="5577"/>
                    </a:cubicBezTo>
                    <a:cubicBezTo>
                      <a:pt x="883" y="5577"/>
                      <a:pt x="725" y="5420"/>
                      <a:pt x="725" y="5231"/>
                    </a:cubicBezTo>
                    <a:lnTo>
                      <a:pt x="1" y="5892"/>
                    </a:lnTo>
                    <a:lnTo>
                      <a:pt x="1" y="8066"/>
                    </a:lnTo>
                    <a:lnTo>
                      <a:pt x="3813" y="8066"/>
                    </a:lnTo>
                    <a:cubicBezTo>
                      <a:pt x="4033" y="8066"/>
                      <a:pt x="4191" y="7908"/>
                      <a:pt x="4191" y="7719"/>
                    </a:cubicBezTo>
                    <a:cubicBezTo>
                      <a:pt x="4191" y="7530"/>
                      <a:pt x="4033" y="7373"/>
                      <a:pt x="3813" y="7373"/>
                    </a:cubicBezTo>
                    <a:lnTo>
                      <a:pt x="3466" y="7373"/>
                    </a:lnTo>
                    <a:lnTo>
                      <a:pt x="3466" y="6270"/>
                    </a:lnTo>
                    <a:cubicBezTo>
                      <a:pt x="3466" y="6176"/>
                      <a:pt x="3498" y="6050"/>
                      <a:pt x="3592" y="6018"/>
                    </a:cubicBezTo>
                    <a:lnTo>
                      <a:pt x="4128" y="5420"/>
                    </a:lnTo>
                    <a:cubicBezTo>
                      <a:pt x="4600" y="4947"/>
                      <a:pt x="4852" y="4380"/>
                      <a:pt x="4852" y="3687"/>
                    </a:cubicBezTo>
                    <a:lnTo>
                      <a:pt x="4852" y="347"/>
                    </a:lnTo>
                    <a:cubicBezTo>
                      <a:pt x="4852" y="158"/>
                      <a:pt x="4695" y="1"/>
                      <a:pt x="4506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21" name="Google Shape;10178;p85">
                <a:extLst>
                  <a:ext uri="{FF2B5EF4-FFF2-40B4-BE49-F238E27FC236}">
                    <a16:creationId xmlns:a16="http://schemas.microsoft.com/office/drawing/2014/main" id="{364F6843-8185-FD22-CCCE-9AA6F830826E}"/>
                  </a:ext>
                </a:extLst>
              </p:cNvPr>
              <p:cNvSpPr/>
              <p:nvPr/>
            </p:nvSpPr>
            <p:spPr>
              <a:xfrm>
                <a:off x="-28069875" y="3271375"/>
                <a:ext cx="122875" cy="200075"/>
              </a:xfrm>
              <a:custGeom>
                <a:avLst/>
                <a:gdLst/>
                <a:ahLst/>
                <a:cxnLst/>
                <a:rect l="l" t="t" r="r" b="b"/>
                <a:pathLst>
                  <a:path w="4915" h="8003" extrusionOk="0">
                    <a:moveTo>
                      <a:pt x="347" y="1"/>
                    </a:moveTo>
                    <a:cubicBezTo>
                      <a:pt x="158" y="1"/>
                      <a:pt x="0" y="158"/>
                      <a:pt x="0" y="379"/>
                    </a:cubicBezTo>
                    <a:lnTo>
                      <a:pt x="0" y="3718"/>
                    </a:lnTo>
                    <a:cubicBezTo>
                      <a:pt x="0" y="4348"/>
                      <a:pt x="221" y="4979"/>
                      <a:pt x="693" y="5451"/>
                    </a:cubicBezTo>
                    <a:lnTo>
                      <a:pt x="1323" y="5955"/>
                    </a:lnTo>
                    <a:cubicBezTo>
                      <a:pt x="1418" y="6018"/>
                      <a:pt x="1449" y="6113"/>
                      <a:pt x="1449" y="6207"/>
                    </a:cubicBezTo>
                    <a:lnTo>
                      <a:pt x="1449" y="7310"/>
                    </a:lnTo>
                    <a:lnTo>
                      <a:pt x="1103" y="7310"/>
                    </a:lnTo>
                    <a:cubicBezTo>
                      <a:pt x="882" y="7310"/>
                      <a:pt x="725" y="7467"/>
                      <a:pt x="725" y="7656"/>
                    </a:cubicBezTo>
                    <a:cubicBezTo>
                      <a:pt x="725" y="7845"/>
                      <a:pt x="882" y="8003"/>
                      <a:pt x="1103" y="8003"/>
                    </a:cubicBezTo>
                    <a:lnTo>
                      <a:pt x="4915" y="8003"/>
                    </a:lnTo>
                    <a:lnTo>
                      <a:pt x="4915" y="5829"/>
                    </a:lnTo>
                    <a:lnTo>
                      <a:pt x="4190" y="5168"/>
                    </a:lnTo>
                    <a:cubicBezTo>
                      <a:pt x="4190" y="5357"/>
                      <a:pt x="4033" y="5514"/>
                      <a:pt x="3844" y="5514"/>
                    </a:cubicBezTo>
                    <a:cubicBezTo>
                      <a:pt x="3655" y="5514"/>
                      <a:pt x="3497" y="5357"/>
                      <a:pt x="3497" y="5168"/>
                    </a:cubicBezTo>
                    <a:lnTo>
                      <a:pt x="3497" y="4411"/>
                    </a:lnTo>
                    <a:cubicBezTo>
                      <a:pt x="3497" y="3876"/>
                      <a:pt x="3214" y="3372"/>
                      <a:pt x="2741" y="3057"/>
                    </a:cubicBezTo>
                    <a:cubicBezTo>
                      <a:pt x="2458" y="2899"/>
                      <a:pt x="2143" y="2773"/>
                      <a:pt x="1796" y="2773"/>
                    </a:cubicBezTo>
                    <a:cubicBezTo>
                      <a:pt x="1607" y="2773"/>
                      <a:pt x="1449" y="2616"/>
                      <a:pt x="1449" y="2427"/>
                    </a:cubicBezTo>
                    <a:lnTo>
                      <a:pt x="1449" y="1229"/>
                    </a:lnTo>
                    <a:cubicBezTo>
                      <a:pt x="1449" y="473"/>
                      <a:pt x="945" y="1"/>
                      <a:pt x="34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>
                  <a:solidFill>
                    <a:srgbClr val="435D74"/>
                  </a:solidFill>
                </a:endParaRPr>
              </a:p>
            </p:txBody>
          </p:sp>
        </p:grp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A453E189-E271-4E69-7DFB-0E8FB83E2690}"/>
              </a:ext>
            </a:extLst>
          </p:cNvPr>
          <p:cNvGrpSpPr/>
          <p:nvPr/>
        </p:nvGrpSpPr>
        <p:grpSpPr>
          <a:xfrm>
            <a:off x="1279251" y="2607521"/>
            <a:ext cx="3713495" cy="397519"/>
            <a:chOff x="1279251" y="2607521"/>
            <a:chExt cx="3713495" cy="397519"/>
          </a:xfrm>
        </p:grpSpPr>
        <p:sp>
          <p:nvSpPr>
            <p:cNvPr id="8" name="Google Shape;2806;p37">
              <a:extLst>
                <a:ext uri="{FF2B5EF4-FFF2-40B4-BE49-F238E27FC236}">
                  <a16:creationId xmlns:a16="http://schemas.microsoft.com/office/drawing/2014/main" id="{B9776D1B-AF7E-8AD2-3746-B7FA03EDF249}"/>
                </a:ext>
              </a:extLst>
            </p:cNvPr>
            <p:cNvSpPr txBox="1">
              <a:spLocks/>
            </p:cNvSpPr>
            <p:nvPr/>
          </p:nvSpPr>
          <p:spPr>
            <a:xfrm>
              <a:off x="1587394" y="2607521"/>
              <a:ext cx="3405352" cy="3733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1pPr>
              <a:lvl2pPr marL="914400" marR="0" lvl="1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2pPr>
              <a:lvl3pPr marL="1371600" marR="0" lvl="2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3pPr>
              <a:lvl4pPr marL="1828800" marR="0" lvl="3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4pPr>
              <a:lvl5pPr marL="2286000" marR="0" lvl="4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5pPr>
              <a:lvl6pPr marL="2743200" marR="0" lvl="5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6pPr>
              <a:lvl7pPr marL="3200400" marR="0" lvl="6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7pPr>
              <a:lvl8pPr marL="3657600" marR="0" lvl="7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8pPr>
              <a:lvl9pPr marL="4114800" marR="0" lvl="8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9pPr>
            </a:lstStyle>
            <a:p>
              <a:pPr marL="0" indent="0"/>
              <a:r>
                <a:rPr lang="en-US" b="1" dirty="0"/>
                <a:t>55.5%</a:t>
              </a:r>
              <a:r>
                <a:rPr lang="en-US" dirty="0"/>
                <a:t> of Bangladesh remains offline</a:t>
              </a:r>
            </a:p>
          </p:txBody>
        </p:sp>
        <p:grpSp>
          <p:nvGrpSpPr>
            <p:cNvPr id="22" name="Google Shape;10996;p87">
              <a:extLst>
                <a:ext uri="{FF2B5EF4-FFF2-40B4-BE49-F238E27FC236}">
                  <a16:creationId xmlns:a16="http://schemas.microsoft.com/office/drawing/2014/main" id="{DB2AA31A-C356-D199-AAAC-57395C6D2B75}"/>
                </a:ext>
              </a:extLst>
            </p:cNvPr>
            <p:cNvGrpSpPr/>
            <p:nvPr/>
          </p:nvGrpSpPr>
          <p:grpSpPr>
            <a:xfrm>
              <a:off x="1279251" y="2685000"/>
              <a:ext cx="338328" cy="320040"/>
              <a:chOff x="-34755225" y="3202075"/>
              <a:chExt cx="274100" cy="291450"/>
            </a:xfrm>
          </p:grpSpPr>
          <p:sp>
            <p:nvSpPr>
              <p:cNvPr id="23" name="Google Shape;10997;p87">
                <a:extLst>
                  <a:ext uri="{FF2B5EF4-FFF2-40B4-BE49-F238E27FC236}">
                    <a16:creationId xmlns:a16="http://schemas.microsoft.com/office/drawing/2014/main" id="{9B7938B9-2E04-73B9-62A5-8EE85BC6F6D0}"/>
                  </a:ext>
                </a:extLst>
              </p:cNvPr>
              <p:cNvSpPr/>
              <p:nvPr/>
            </p:nvSpPr>
            <p:spPr>
              <a:xfrm>
                <a:off x="-34703250" y="3389525"/>
                <a:ext cx="84300" cy="34675"/>
              </a:xfrm>
              <a:custGeom>
                <a:avLst/>
                <a:gdLst/>
                <a:ahLst/>
                <a:cxnLst/>
                <a:rect l="l" t="t" r="r" b="b"/>
                <a:pathLst>
                  <a:path w="3372" h="1387" extrusionOk="0">
                    <a:moveTo>
                      <a:pt x="1670" y="1"/>
                    </a:moveTo>
                    <a:cubicBezTo>
                      <a:pt x="883" y="1"/>
                      <a:pt x="158" y="599"/>
                      <a:pt x="0" y="1387"/>
                    </a:cubicBezTo>
                    <a:lnTo>
                      <a:pt x="3371" y="1387"/>
                    </a:lnTo>
                    <a:cubicBezTo>
                      <a:pt x="3214" y="599"/>
                      <a:pt x="2489" y="1"/>
                      <a:pt x="167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24" name="Google Shape;10998;p87">
                <a:extLst>
                  <a:ext uri="{FF2B5EF4-FFF2-40B4-BE49-F238E27FC236}">
                    <a16:creationId xmlns:a16="http://schemas.microsoft.com/office/drawing/2014/main" id="{C2485CF9-2B0E-942E-8568-616B6105E763}"/>
                  </a:ext>
                </a:extLst>
              </p:cNvPr>
              <p:cNvSpPr/>
              <p:nvPr/>
            </p:nvSpPr>
            <p:spPr>
              <a:xfrm>
                <a:off x="-34636300" y="3348575"/>
                <a:ext cx="69325" cy="75625"/>
              </a:xfrm>
              <a:custGeom>
                <a:avLst/>
                <a:gdLst/>
                <a:ahLst/>
                <a:cxnLst/>
                <a:rect l="l" t="t" r="r" b="b"/>
                <a:pathLst>
                  <a:path w="2773" h="3025" extrusionOk="0">
                    <a:moveTo>
                      <a:pt x="2111" y="0"/>
                    </a:moveTo>
                    <a:lnTo>
                      <a:pt x="1387" y="221"/>
                    </a:lnTo>
                    <a:cubicBezTo>
                      <a:pt x="1298" y="265"/>
                      <a:pt x="1179" y="290"/>
                      <a:pt x="1049" y="290"/>
                    </a:cubicBezTo>
                    <a:cubicBezTo>
                      <a:pt x="808" y="290"/>
                      <a:pt x="531" y="205"/>
                      <a:pt x="347" y="0"/>
                    </a:cubicBezTo>
                    <a:lnTo>
                      <a:pt x="347" y="0"/>
                    </a:lnTo>
                    <a:cubicBezTo>
                      <a:pt x="378" y="63"/>
                      <a:pt x="378" y="189"/>
                      <a:pt x="378" y="315"/>
                    </a:cubicBezTo>
                    <a:cubicBezTo>
                      <a:pt x="378" y="662"/>
                      <a:pt x="221" y="977"/>
                      <a:pt x="0" y="1229"/>
                    </a:cubicBezTo>
                    <a:cubicBezTo>
                      <a:pt x="725" y="1575"/>
                      <a:pt x="1229" y="2237"/>
                      <a:pt x="1355" y="3025"/>
                    </a:cubicBezTo>
                    <a:lnTo>
                      <a:pt x="2773" y="3025"/>
                    </a:lnTo>
                    <a:lnTo>
                      <a:pt x="2773" y="221"/>
                    </a:lnTo>
                    <a:cubicBezTo>
                      <a:pt x="2521" y="189"/>
                      <a:pt x="2300" y="126"/>
                      <a:pt x="211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25" name="Google Shape;10999;p87">
                <a:extLst>
                  <a:ext uri="{FF2B5EF4-FFF2-40B4-BE49-F238E27FC236}">
                    <a16:creationId xmlns:a16="http://schemas.microsoft.com/office/drawing/2014/main" id="{F33D245A-8DF5-7BE8-0F83-4FFA0DB3EA18}"/>
                  </a:ext>
                </a:extLst>
              </p:cNvPr>
              <p:cNvSpPr/>
              <p:nvPr/>
            </p:nvSpPr>
            <p:spPr>
              <a:xfrm>
                <a:off x="-34752875" y="3253275"/>
                <a:ext cx="126050" cy="170925"/>
              </a:xfrm>
              <a:custGeom>
                <a:avLst/>
                <a:gdLst/>
                <a:ahLst/>
                <a:cxnLst/>
                <a:rect l="l" t="t" r="r" b="b"/>
                <a:pathLst>
                  <a:path w="5042" h="6837" extrusionOk="0">
                    <a:moveTo>
                      <a:pt x="1" y="0"/>
                    </a:moveTo>
                    <a:lnTo>
                      <a:pt x="1" y="6837"/>
                    </a:lnTo>
                    <a:lnTo>
                      <a:pt x="1418" y="6837"/>
                    </a:lnTo>
                    <a:cubicBezTo>
                      <a:pt x="1450" y="6018"/>
                      <a:pt x="1954" y="5356"/>
                      <a:pt x="2679" y="4978"/>
                    </a:cubicBezTo>
                    <a:cubicBezTo>
                      <a:pt x="2427" y="4757"/>
                      <a:pt x="2301" y="4442"/>
                      <a:pt x="2301" y="4064"/>
                    </a:cubicBezTo>
                    <a:cubicBezTo>
                      <a:pt x="2301" y="3340"/>
                      <a:pt x="2931" y="2710"/>
                      <a:pt x="3687" y="2710"/>
                    </a:cubicBezTo>
                    <a:cubicBezTo>
                      <a:pt x="4128" y="2710"/>
                      <a:pt x="4474" y="2899"/>
                      <a:pt x="4758" y="3214"/>
                    </a:cubicBezTo>
                    <a:cubicBezTo>
                      <a:pt x="4726" y="3056"/>
                      <a:pt x="4758" y="2899"/>
                      <a:pt x="4789" y="2741"/>
                    </a:cubicBezTo>
                    <a:lnTo>
                      <a:pt x="5041" y="2016"/>
                    </a:lnTo>
                    <a:cubicBezTo>
                      <a:pt x="4821" y="1607"/>
                      <a:pt x="4758" y="1134"/>
                      <a:pt x="4758" y="662"/>
                    </a:cubicBezTo>
                    <a:cubicBezTo>
                      <a:pt x="4758" y="410"/>
                      <a:pt x="4789" y="189"/>
                      <a:pt x="482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26" name="Google Shape;11000;p87">
                <a:extLst>
                  <a:ext uri="{FF2B5EF4-FFF2-40B4-BE49-F238E27FC236}">
                    <a16:creationId xmlns:a16="http://schemas.microsoft.com/office/drawing/2014/main" id="{72691FD3-B50F-DDC3-F4AE-7BA153A7BDAC}"/>
                  </a:ext>
                </a:extLst>
              </p:cNvPr>
              <p:cNvSpPr/>
              <p:nvPr/>
            </p:nvSpPr>
            <p:spPr>
              <a:xfrm>
                <a:off x="-34677250" y="3338325"/>
                <a:ext cx="33875" cy="33900"/>
              </a:xfrm>
              <a:custGeom>
                <a:avLst/>
                <a:gdLst/>
                <a:ahLst/>
                <a:cxnLst/>
                <a:rect l="l" t="t" r="r" b="b"/>
                <a:pathLst>
                  <a:path w="1355" h="1356" extrusionOk="0">
                    <a:moveTo>
                      <a:pt x="662" y="1"/>
                    </a:moveTo>
                    <a:cubicBezTo>
                      <a:pt x="315" y="1"/>
                      <a:pt x="0" y="316"/>
                      <a:pt x="0" y="694"/>
                    </a:cubicBezTo>
                    <a:cubicBezTo>
                      <a:pt x="0" y="1040"/>
                      <a:pt x="315" y="1355"/>
                      <a:pt x="662" y="1355"/>
                    </a:cubicBezTo>
                    <a:cubicBezTo>
                      <a:pt x="1040" y="1355"/>
                      <a:pt x="1355" y="1040"/>
                      <a:pt x="1355" y="694"/>
                    </a:cubicBezTo>
                    <a:cubicBezTo>
                      <a:pt x="1355" y="316"/>
                      <a:pt x="1040" y="1"/>
                      <a:pt x="66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27" name="Google Shape;11001;p87">
                <a:extLst>
                  <a:ext uri="{FF2B5EF4-FFF2-40B4-BE49-F238E27FC236}">
                    <a16:creationId xmlns:a16="http://schemas.microsoft.com/office/drawing/2014/main" id="{1D9D72D8-82A5-9436-F443-ED22BEE39C78}"/>
                  </a:ext>
                </a:extLst>
              </p:cNvPr>
              <p:cNvSpPr/>
              <p:nvPr/>
            </p:nvSpPr>
            <p:spPr>
              <a:xfrm>
                <a:off x="-34618200" y="3202500"/>
                <a:ext cx="137075" cy="135850"/>
              </a:xfrm>
              <a:custGeom>
                <a:avLst/>
                <a:gdLst/>
                <a:ahLst/>
                <a:cxnLst/>
                <a:rect l="l" t="t" r="r" b="b"/>
                <a:pathLst>
                  <a:path w="5483" h="5434" extrusionOk="0">
                    <a:moveTo>
                      <a:pt x="2710" y="992"/>
                    </a:moveTo>
                    <a:cubicBezTo>
                      <a:pt x="2899" y="992"/>
                      <a:pt x="3057" y="1149"/>
                      <a:pt x="3057" y="1338"/>
                    </a:cubicBezTo>
                    <a:cubicBezTo>
                      <a:pt x="3057" y="1559"/>
                      <a:pt x="2899" y="1716"/>
                      <a:pt x="2710" y="1716"/>
                    </a:cubicBezTo>
                    <a:cubicBezTo>
                      <a:pt x="2521" y="1716"/>
                      <a:pt x="2364" y="1559"/>
                      <a:pt x="2364" y="1338"/>
                    </a:cubicBezTo>
                    <a:cubicBezTo>
                      <a:pt x="2395" y="1149"/>
                      <a:pt x="2553" y="992"/>
                      <a:pt x="2710" y="992"/>
                    </a:cubicBezTo>
                    <a:close/>
                    <a:moveTo>
                      <a:pt x="2742" y="2346"/>
                    </a:moveTo>
                    <a:cubicBezTo>
                      <a:pt x="2962" y="2346"/>
                      <a:pt x="3120" y="2504"/>
                      <a:pt x="3120" y="2693"/>
                    </a:cubicBezTo>
                    <a:lnTo>
                      <a:pt x="3120" y="4079"/>
                    </a:lnTo>
                    <a:cubicBezTo>
                      <a:pt x="3120" y="4268"/>
                      <a:pt x="2962" y="4426"/>
                      <a:pt x="2742" y="4426"/>
                    </a:cubicBezTo>
                    <a:cubicBezTo>
                      <a:pt x="2553" y="4426"/>
                      <a:pt x="2395" y="4268"/>
                      <a:pt x="2395" y="4079"/>
                    </a:cubicBezTo>
                    <a:lnTo>
                      <a:pt x="2395" y="2693"/>
                    </a:lnTo>
                    <a:cubicBezTo>
                      <a:pt x="2395" y="2504"/>
                      <a:pt x="2553" y="2346"/>
                      <a:pt x="2742" y="2346"/>
                    </a:cubicBezTo>
                    <a:close/>
                    <a:moveTo>
                      <a:pt x="2646" y="0"/>
                    </a:moveTo>
                    <a:cubicBezTo>
                      <a:pt x="1359" y="0"/>
                      <a:pt x="1" y="1099"/>
                      <a:pt x="1" y="2724"/>
                    </a:cubicBezTo>
                    <a:cubicBezTo>
                      <a:pt x="1" y="3197"/>
                      <a:pt x="127" y="3638"/>
                      <a:pt x="348" y="4016"/>
                    </a:cubicBezTo>
                    <a:lnTo>
                      <a:pt x="33" y="4961"/>
                    </a:lnTo>
                    <a:cubicBezTo>
                      <a:pt x="1" y="5087"/>
                      <a:pt x="33" y="5245"/>
                      <a:pt x="127" y="5339"/>
                    </a:cubicBezTo>
                    <a:cubicBezTo>
                      <a:pt x="167" y="5399"/>
                      <a:pt x="245" y="5421"/>
                      <a:pt x="329" y="5421"/>
                    </a:cubicBezTo>
                    <a:cubicBezTo>
                      <a:pt x="377" y="5421"/>
                      <a:pt x="427" y="5414"/>
                      <a:pt x="474" y="5402"/>
                    </a:cubicBezTo>
                    <a:lnTo>
                      <a:pt x="1419" y="5087"/>
                    </a:lnTo>
                    <a:cubicBezTo>
                      <a:pt x="1797" y="5339"/>
                      <a:pt x="2238" y="5434"/>
                      <a:pt x="2742" y="5434"/>
                    </a:cubicBezTo>
                    <a:cubicBezTo>
                      <a:pt x="4254" y="5434"/>
                      <a:pt x="5483" y="4237"/>
                      <a:pt x="5483" y="2724"/>
                    </a:cubicBezTo>
                    <a:cubicBezTo>
                      <a:pt x="5483" y="1275"/>
                      <a:pt x="4317" y="78"/>
                      <a:pt x="2899" y="15"/>
                    </a:cubicBezTo>
                    <a:cubicBezTo>
                      <a:pt x="2815" y="5"/>
                      <a:pt x="2731" y="0"/>
                      <a:pt x="264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28" name="Google Shape;11002;p87">
                <a:extLst>
                  <a:ext uri="{FF2B5EF4-FFF2-40B4-BE49-F238E27FC236}">
                    <a16:creationId xmlns:a16="http://schemas.microsoft.com/office/drawing/2014/main" id="{B317D2D0-313B-0DE8-1088-3D73840FAF1C}"/>
                  </a:ext>
                </a:extLst>
              </p:cNvPr>
              <p:cNvSpPr/>
              <p:nvPr/>
            </p:nvSpPr>
            <p:spPr>
              <a:xfrm>
                <a:off x="-34755225" y="3440725"/>
                <a:ext cx="188250" cy="52800"/>
              </a:xfrm>
              <a:custGeom>
                <a:avLst/>
                <a:gdLst/>
                <a:ahLst/>
                <a:cxnLst/>
                <a:rect l="l" t="t" r="r" b="b"/>
                <a:pathLst>
                  <a:path w="7530" h="2112" extrusionOk="0">
                    <a:moveTo>
                      <a:pt x="0" y="0"/>
                    </a:moveTo>
                    <a:lnTo>
                      <a:pt x="0" y="1071"/>
                    </a:lnTo>
                    <a:cubicBezTo>
                      <a:pt x="0" y="1670"/>
                      <a:pt x="473" y="2111"/>
                      <a:pt x="1040" y="2111"/>
                    </a:cubicBezTo>
                    <a:lnTo>
                      <a:pt x="6490" y="2111"/>
                    </a:lnTo>
                    <a:cubicBezTo>
                      <a:pt x="7057" y="2111"/>
                      <a:pt x="7530" y="1639"/>
                      <a:pt x="7530" y="1071"/>
                    </a:cubicBezTo>
                    <a:lnTo>
                      <a:pt x="753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29" name="Google Shape;11003;p87">
                <a:extLst>
                  <a:ext uri="{FF2B5EF4-FFF2-40B4-BE49-F238E27FC236}">
                    <a16:creationId xmlns:a16="http://schemas.microsoft.com/office/drawing/2014/main" id="{222815B1-8491-2A07-1A88-16BA9AC3904A}"/>
                  </a:ext>
                </a:extLst>
              </p:cNvPr>
              <p:cNvSpPr/>
              <p:nvPr/>
            </p:nvSpPr>
            <p:spPr>
              <a:xfrm>
                <a:off x="-34754450" y="3202075"/>
                <a:ext cx="153600" cy="33900"/>
              </a:xfrm>
              <a:custGeom>
                <a:avLst/>
                <a:gdLst/>
                <a:ahLst/>
                <a:cxnLst/>
                <a:rect l="l" t="t" r="r" b="b"/>
                <a:pathLst>
                  <a:path w="6144" h="1356" extrusionOk="0">
                    <a:moveTo>
                      <a:pt x="1040" y="0"/>
                    </a:moveTo>
                    <a:cubicBezTo>
                      <a:pt x="473" y="0"/>
                      <a:pt x="1" y="473"/>
                      <a:pt x="1" y="1009"/>
                    </a:cubicBezTo>
                    <a:lnTo>
                      <a:pt x="1" y="1355"/>
                    </a:lnTo>
                    <a:lnTo>
                      <a:pt x="5104" y="1355"/>
                    </a:lnTo>
                    <a:cubicBezTo>
                      <a:pt x="5293" y="819"/>
                      <a:pt x="5672" y="347"/>
                      <a:pt x="614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>
                  <a:solidFill>
                    <a:srgbClr val="435D74"/>
                  </a:solidFill>
                </a:endParaRPr>
              </a:p>
            </p:txBody>
          </p:sp>
        </p:grp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A01C9303-0C3A-8C19-791E-54BB27CBE75B}"/>
              </a:ext>
            </a:extLst>
          </p:cNvPr>
          <p:cNvGrpSpPr/>
          <p:nvPr/>
        </p:nvGrpSpPr>
        <p:grpSpPr>
          <a:xfrm>
            <a:off x="1279251" y="3085467"/>
            <a:ext cx="3778206" cy="373392"/>
            <a:chOff x="1279251" y="3085467"/>
            <a:chExt cx="3778206" cy="373392"/>
          </a:xfrm>
        </p:grpSpPr>
        <p:sp>
          <p:nvSpPr>
            <p:cNvPr id="9" name="Google Shape;2806;p37">
              <a:extLst>
                <a:ext uri="{FF2B5EF4-FFF2-40B4-BE49-F238E27FC236}">
                  <a16:creationId xmlns:a16="http://schemas.microsoft.com/office/drawing/2014/main" id="{FDE9A3DF-468C-ADA4-212B-1AF215AAEBB2}"/>
                </a:ext>
              </a:extLst>
            </p:cNvPr>
            <p:cNvSpPr txBox="1">
              <a:spLocks/>
            </p:cNvSpPr>
            <p:nvPr/>
          </p:nvSpPr>
          <p:spPr>
            <a:xfrm>
              <a:off x="1587394" y="3085467"/>
              <a:ext cx="3470063" cy="3733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1pPr>
              <a:lvl2pPr marL="914400" marR="0" lvl="1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2pPr>
              <a:lvl3pPr marL="1371600" marR="0" lvl="2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3pPr>
              <a:lvl4pPr marL="1828800" marR="0" lvl="3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4pPr>
              <a:lvl5pPr marL="2286000" marR="0" lvl="4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5pPr>
              <a:lvl6pPr marL="2743200" marR="0" lvl="5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6pPr>
              <a:lvl7pPr marL="3200400" marR="0" lvl="6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7pPr>
              <a:lvl8pPr marL="3657600" marR="0" lvl="7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8pPr>
              <a:lvl9pPr marL="4114800" marR="0" lvl="8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9pPr>
            </a:lstStyle>
            <a:p>
              <a:pPr marL="0" indent="0"/>
              <a:r>
                <a:rPr lang="en-US" b="1" dirty="0"/>
                <a:t>41%</a:t>
              </a:r>
              <a:r>
                <a:rPr lang="en-US" dirty="0"/>
                <a:t> report fragmented care coordination</a:t>
              </a:r>
            </a:p>
          </p:txBody>
        </p:sp>
        <p:grpSp>
          <p:nvGrpSpPr>
            <p:cNvPr id="30" name="Google Shape;12429;p90">
              <a:extLst>
                <a:ext uri="{FF2B5EF4-FFF2-40B4-BE49-F238E27FC236}">
                  <a16:creationId xmlns:a16="http://schemas.microsoft.com/office/drawing/2014/main" id="{69E71287-14DC-3CB4-FBA1-40907AC3AB71}"/>
                </a:ext>
              </a:extLst>
            </p:cNvPr>
            <p:cNvGrpSpPr/>
            <p:nvPr/>
          </p:nvGrpSpPr>
          <p:grpSpPr>
            <a:xfrm>
              <a:off x="1279251" y="3134077"/>
              <a:ext cx="338328" cy="320040"/>
              <a:chOff x="-6329875" y="3992050"/>
              <a:chExt cx="291425" cy="291450"/>
            </a:xfrm>
          </p:grpSpPr>
          <p:sp>
            <p:nvSpPr>
              <p:cNvPr id="31" name="Google Shape;12430;p90">
                <a:extLst>
                  <a:ext uri="{FF2B5EF4-FFF2-40B4-BE49-F238E27FC236}">
                    <a16:creationId xmlns:a16="http://schemas.microsoft.com/office/drawing/2014/main" id="{074680E9-950F-A160-47CE-7CBF97B487FE}"/>
                  </a:ext>
                </a:extLst>
              </p:cNvPr>
              <p:cNvSpPr/>
              <p:nvPr/>
            </p:nvSpPr>
            <p:spPr>
              <a:xfrm>
                <a:off x="-6090450" y="4077900"/>
                <a:ext cx="52000" cy="34675"/>
              </a:xfrm>
              <a:custGeom>
                <a:avLst/>
                <a:gdLst/>
                <a:ahLst/>
                <a:cxnLst/>
                <a:rect l="l" t="t" r="r" b="b"/>
                <a:pathLst>
                  <a:path w="2080" h="1387" extrusionOk="0">
                    <a:moveTo>
                      <a:pt x="1" y="1"/>
                    </a:moveTo>
                    <a:lnTo>
                      <a:pt x="1" y="1387"/>
                    </a:lnTo>
                    <a:lnTo>
                      <a:pt x="2080" y="1387"/>
                    </a:lnTo>
                    <a:lnTo>
                      <a:pt x="2080" y="1040"/>
                    </a:lnTo>
                    <a:cubicBezTo>
                      <a:pt x="2080" y="473"/>
                      <a:pt x="1607" y="1"/>
                      <a:pt x="107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32" name="Google Shape;12431;p90">
                <a:extLst>
                  <a:ext uri="{FF2B5EF4-FFF2-40B4-BE49-F238E27FC236}">
                    <a16:creationId xmlns:a16="http://schemas.microsoft.com/office/drawing/2014/main" id="{E9B49EA2-AB54-683B-0F30-5181C21E78B6}"/>
                  </a:ext>
                </a:extLst>
              </p:cNvPr>
              <p:cNvSpPr/>
              <p:nvPr/>
            </p:nvSpPr>
            <p:spPr>
              <a:xfrm>
                <a:off x="-6262925" y="3992050"/>
                <a:ext cx="154400" cy="155200"/>
              </a:xfrm>
              <a:custGeom>
                <a:avLst/>
                <a:gdLst/>
                <a:ahLst/>
                <a:cxnLst/>
                <a:rect l="l" t="t" r="r" b="b"/>
                <a:pathLst>
                  <a:path w="6176" h="6208" extrusionOk="0">
                    <a:moveTo>
                      <a:pt x="5167" y="1387"/>
                    </a:moveTo>
                    <a:cubicBezTo>
                      <a:pt x="5608" y="1387"/>
                      <a:pt x="5639" y="2048"/>
                      <a:pt x="5167" y="2048"/>
                    </a:cubicBezTo>
                    <a:lnTo>
                      <a:pt x="1071" y="2048"/>
                    </a:lnTo>
                    <a:cubicBezTo>
                      <a:pt x="1053" y="2051"/>
                      <a:pt x="1035" y="2052"/>
                      <a:pt x="1018" y="2052"/>
                    </a:cubicBezTo>
                    <a:cubicBezTo>
                      <a:pt x="628" y="2052"/>
                      <a:pt x="618" y="1387"/>
                      <a:pt x="1071" y="1387"/>
                    </a:cubicBezTo>
                    <a:close/>
                    <a:moveTo>
                      <a:pt x="5167" y="2773"/>
                    </a:moveTo>
                    <a:cubicBezTo>
                      <a:pt x="5608" y="2773"/>
                      <a:pt x="5639" y="3435"/>
                      <a:pt x="5167" y="3435"/>
                    </a:cubicBezTo>
                    <a:lnTo>
                      <a:pt x="1071" y="3435"/>
                    </a:lnTo>
                    <a:cubicBezTo>
                      <a:pt x="630" y="3435"/>
                      <a:pt x="599" y="2773"/>
                      <a:pt x="1071" y="2773"/>
                    </a:cubicBezTo>
                    <a:close/>
                    <a:moveTo>
                      <a:pt x="5167" y="4159"/>
                    </a:moveTo>
                    <a:cubicBezTo>
                      <a:pt x="5608" y="4159"/>
                      <a:pt x="5639" y="4821"/>
                      <a:pt x="5167" y="4821"/>
                    </a:cubicBezTo>
                    <a:lnTo>
                      <a:pt x="1071" y="4821"/>
                    </a:lnTo>
                    <a:cubicBezTo>
                      <a:pt x="630" y="4821"/>
                      <a:pt x="599" y="4159"/>
                      <a:pt x="1071" y="4159"/>
                    </a:cubicBezTo>
                    <a:close/>
                    <a:moveTo>
                      <a:pt x="347" y="1"/>
                    </a:moveTo>
                    <a:cubicBezTo>
                      <a:pt x="158" y="1"/>
                      <a:pt x="0" y="158"/>
                      <a:pt x="0" y="379"/>
                    </a:cubicBezTo>
                    <a:lnTo>
                      <a:pt x="0" y="6207"/>
                    </a:lnTo>
                    <a:lnTo>
                      <a:pt x="4726" y="6207"/>
                    </a:lnTo>
                    <a:cubicBezTo>
                      <a:pt x="5041" y="6207"/>
                      <a:pt x="5198" y="5672"/>
                      <a:pt x="5356" y="5420"/>
                    </a:cubicBezTo>
                    <a:cubicBezTo>
                      <a:pt x="5513" y="5104"/>
                      <a:pt x="5828" y="4884"/>
                      <a:pt x="6175" y="4852"/>
                    </a:cubicBezTo>
                    <a:lnTo>
                      <a:pt x="6175" y="379"/>
                    </a:lnTo>
                    <a:cubicBezTo>
                      <a:pt x="6175" y="158"/>
                      <a:pt x="6018" y="1"/>
                      <a:pt x="582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33" name="Google Shape;12432;p90">
                <a:extLst>
                  <a:ext uri="{FF2B5EF4-FFF2-40B4-BE49-F238E27FC236}">
                    <a16:creationId xmlns:a16="http://schemas.microsoft.com/office/drawing/2014/main" id="{3C74428C-B489-6835-53CA-0CE1CDFD0BA0}"/>
                  </a:ext>
                </a:extLst>
              </p:cNvPr>
              <p:cNvSpPr/>
              <p:nvPr/>
            </p:nvSpPr>
            <p:spPr>
              <a:xfrm>
                <a:off x="-6329875" y="4044825"/>
                <a:ext cx="51200" cy="102425"/>
              </a:xfrm>
              <a:custGeom>
                <a:avLst/>
                <a:gdLst/>
                <a:ahLst/>
                <a:cxnLst/>
                <a:rect l="l" t="t" r="r" b="b"/>
                <a:pathLst>
                  <a:path w="2048" h="4097" extrusionOk="0">
                    <a:moveTo>
                      <a:pt x="1040" y="0"/>
                    </a:moveTo>
                    <a:cubicBezTo>
                      <a:pt x="473" y="0"/>
                      <a:pt x="0" y="473"/>
                      <a:pt x="0" y="1009"/>
                    </a:cubicBezTo>
                    <a:lnTo>
                      <a:pt x="0" y="4096"/>
                    </a:lnTo>
                    <a:lnTo>
                      <a:pt x="2048" y="4096"/>
                    </a:lnTo>
                    <a:lnTo>
                      <a:pt x="2048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34" name="Google Shape;12433;p90">
                <a:extLst>
                  <a:ext uri="{FF2B5EF4-FFF2-40B4-BE49-F238E27FC236}">
                    <a16:creationId xmlns:a16="http://schemas.microsoft.com/office/drawing/2014/main" id="{693D2F2F-AC6C-051B-AF60-B39040C3F903}"/>
                  </a:ext>
                </a:extLst>
              </p:cNvPr>
              <p:cNvSpPr/>
              <p:nvPr/>
            </p:nvSpPr>
            <p:spPr>
              <a:xfrm>
                <a:off x="-6329875" y="4129900"/>
                <a:ext cx="291425" cy="153600"/>
              </a:xfrm>
              <a:custGeom>
                <a:avLst/>
                <a:gdLst/>
                <a:ahLst/>
                <a:cxnLst/>
                <a:rect l="l" t="t" r="r" b="b"/>
                <a:pathLst>
                  <a:path w="11657" h="6144" extrusionOk="0">
                    <a:moveTo>
                      <a:pt x="8948" y="0"/>
                    </a:moveTo>
                    <a:cubicBezTo>
                      <a:pt x="8664" y="0"/>
                      <a:pt x="8506" y="473"/>
                      <a:pt x="8349" y="788"/>
                    </a:cubicBezTo>
                    <a:cubicBezTo>
                      <a:pt x="8191" y="1166"/>
                      <a:pt x="7845" y="1355"/>
                      <a:pt x="7467" y="1355"/>
                    </a:cubicBezTo>
                    <a:lnTo>
                      <a:pt x="0" y="1355"/>
                    </a:lnTo>
                    <a:lnTo>
                      <a:pt x="0" y="5135"/>
                    </a:lnTo>
                    <a:cubicBezTo>
                      <a:pt x="0" y="5671"/>
                      <a:pt x="473" y="6143"/>
                      <a:pt x="1040" y="6143"/>
                    </a:cubicBezTo>
                    <a:lnTo>
                      <a:pt x="10649" y="6143"/>
                    </a:lnTo>
                    <a:cubicBezTo>
                      <a:pt x="11184" y="6143"/>
                      <a:pt x="11657" y="5671"/>
                      <a:pt x="11657" y="5135"/>
                    </a:cubicBezTo>
                    <a:lnTo>
                      <a:pt x="1165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>
                  <a:solidFill>
                    <a:srgbClr val="435D74"/>
                  </a:solidFill>
                </a:endParaRPr>
              </a:p>
            </p:txBody>
          </p:sp>
        </p:grp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6D5C6B17-2C3C-EB38-FD55-BCA5239964ED}"/>
              </a:ext>
            </a:extLst>
          </p:cNvPr>
          <p:cNvGrpSpPr/>
          <p:nvPr/>
        </p:nvGrpSpPr>
        <p:grpSpPr>
          <a:xfrm>
            <a:off x="1279251" y="3526699"/>
            <a:ext cx="3601607" cy="376494"/>
            <a:chOff x="1279251" y="3526699"/>
            <a:chExt cx="3601607" cy="376494"/>
          </a:xfrm>
        </p:grpSpPr>
        <p:sp>
          <p:nvSpPr>
            <p:cNvPr id="10" name="Google Shape;2806;p37">
              <a:extLst>
                <a:ext uri="{FF2B5EF4-FFF2-40B4-BE49-F238E27FC236}">
                  <a16:creationId xmlns:a16="http://schemas.microsoft.com/office/drawing/2014/main" id="{0159C0B6-2C6B-6EC0-F774-2928B28596B0}"/>
                </a:ext>
              </a:extLst>
            </p:cNvPr>
            <p:cNvSpPr txBox="1">
              <a:spLocks/>
            </p:cNvSpPr>
            <p:nvPr/>
          </p:nvSpPr>
          <p:spPr>
            <a:xfrm>
              <a:off x="1587394" y="3526699"/>
              <a:ext cx="3293464" cy="3733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1pPr>
              <a:lvl2pPr marL="914400" marR="0" lvl="1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2pPr>
              <a:lvl3pPr marL="1371600" marR="0" lvl="2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3pPr>
              <a:lvl4pPr marL="1828800" marR="0" lvl="3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4pPr>
              <a:lvl5pPr marL="2286000" marR="0" lvl="4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5pPr>
              <a:lvl6pPr marL="2743200" marR="0" lvl="5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6pPr>
              <a:lvl7pPr marL="3200400" marR="0" lvl="6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7pPr>
              <a:lvl8pPr marL="3657600" marR="0" lvl="7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8pPr>
              <a:lvl9pPr marL="4114800" marR="0" lvl="8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9pPr>
            </a:lstStyle>
            <a:p>
              <a:pPr marL="0" indent="0"/>
              <a:r>
                <a:rPr lang="en-US" dirty="0"/>
                <a:t>Only </a:t>
              </a:r>
              <a:r>
                <a:rPr lang="en-US" b="1" dirty="0"/>
                <a:t>27.3%</a:t>
              </a:r>
              <a:r>
                <a:rPr lang="en-US" dirty="0"/>
                <a:t> receive old age allowance</a:t>
              </a:r>
            </a:p>
          </p:txBody>
        </p:sp>
        <p:grpSp>
          <p:nvGrpSpPr>
            <p:cNvPr id="35" name="Google Shape;10514;p86">
              <a:extLst>
                <a:ext uri="{FF2B5EF4-FFF2-40B4-BE49-F238E27FC236}">
                  <a16:creationId xmlns:a16="http://schemas.microsoft.com/office/drawing/2014/main" id="{0203C7F2-D0DD-A943-9BB3-C700653661FD}"/>
                </a:ext>
              </a:extLst>
            </p:cNvPr>
            <p:cNvGrpSpPr/>
            <p:nvPr/>
          </p:nvGrpSpPr>
          <p:grpSpPr>
            <a:xfrm>
              <a:off x="1279251" y="3583153"/>
              <a:ext cx="338328" cy="320040"/>
              <a:chOff x="-59869425" y="4102225"/>
              <a:chExt cx="319025" cy="315175"/>
            </a:xfrm>
          </p:grpSpPr>
          <p:sp>
            <p:nvSpPr>
              <p:cNvPr id="36" name="Google Shape;10515;p86">
                <a:extLst>
                  <a:ext uri="{FF2B5EF4-FFF2-40B4-BE49-F238E27FC236}">
                    <a16:creationId xmlns:a16="http://schemas.microsoft.com/office/drawing/2014/main" id="{A9F6B839-4FC9-7629-03EA-4E2374267A9D}"/>
                  </a:ext>
                </a:extLst>
              </p:cNvPr>
              <p:cNvSpPr/>
              <p:nvPr/>
            </p:nvSpPr>
            <p:spPr>
              <a:xfrm>
                <a:off x="-59869425" y="4102225"/>
                <a:ext cx="149675" cy="256825"/>
              </a:xfrm>
              <a:custGeom>
                <a:avLst/>
                <a:gdLst/>
                <a:ahLst/>
                <a:cxnLst/>
                <a:rect l="l" t="t" r="r" b="b"/>
                <a:pathLst>
                  <a:path w="5987" h="10273" extrusionOk="0">
                    <a:moveTo>
                      <a:pt x="5532" y="1"/>
                    </a:moveTo>
                    <a:cubicBezTo>
                      <a:pt x="5515" y="1"/>
                      <a:pt x="5499" y="2"/>
                      <a:pt x="5483" y="4"/>
                    </a:cubicBezTo>
                    <a:cubicBezTo>
                      <a:pt x="2364" y="445"/>
                      <a:pt x="1" y="3123"/>
                      <a:pt x="1" y="6274"/>
                    </a:cubicBezTo>
                    <a:cubicBezTo>
                      <a:pt x="1" y="7692"/>
                      <a:pt x="442" y="8983"/>
                      <a:pt x="1293" y="10086"/>
                    </a:cubicBezTo>
                    <a:cubicBezTo>
                      <a:pt x="1381" y="10209"/>
                      <a:pt x="1507" y="10273"/>
                      <a:pt x="1635" y="10273"/>
                    </a:cubicBezTo>
                    <a:cubicBezTo>
                      <a:pt x="1737" y="10273"/>
                      <a:pt x="1839" y="10233"/>
                      <a:pt x="1923" y="10149"/>
                    </a:cubicBezTo>
                    <a:lnTo>
                      <a:pt x="3719" y="8353"/>
                    </a:lnTo>
                    <a:cubicBezTo>
                      <a:pt x="3813" y="8259"/>
                      <a:pt x="3845" y="8007"/>
                      <a:pt x="3782" y="7849"/>
                    </a:cubicBezTo>
                    <a:cubicBezTo>
                      <a:pt x="3498" y="7376"/>
                      <a:pt x="3341" y="6809"/>
                      <a:pt x="3341" y="6274"/>
                    </a:cubicBezTo>
                    <a:cubicBezTo>
                      <a:pt x="3341" y="4888"/>
                      <a:pt x="4286" y="3659"/>
                      <a:pt x="5672" y="3312"/>
                    </a:cubicBezTo>
                    <a:cubicBezTo>
                      <a:pt x="5861" y="3281"/>
                      <a:pt x="5987" y="3123"/>
                      <a:pt x="5987" y="2934"/>
                    </a:cubicBezTo>
                    <a:lnTo>
                      <a:pt x="5987" y="414"/>
                    </a:lnTo>
                    <a:cubicBezTo>
                      <a:pt x="5958" y="180"/>
                      <a:pt x="5739" y="1"/>
                      <a:pt x="553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37" name="Google Shape;10516;p86">
                <a:extLst>
                  <a:ext uri="{FF2B5EF4-FFF2-40B4-BE49-F238E27FC236}">
                    <a16:creationId xmlns:a16="http://schemas.microsoft.com/office/drawing/2014/main" id="{D7B3250A-C09C-712D-84CC-072CB21C0200}"/>
                  </a:ext>
                </a:extLst>
              </p:cNvPr>
              <p:cNvSpPr/>
              <p:nvPr/>
            </p:nvSpPr>
            <p:spPr>
              <a:xfrm>
                <a:off x="-59811125" y="4322075"/>
                <a:ext cx="201650" cy="95325"/>
              </a:xfrm>
              <a:custGeom>
                <a:avLst/>
                <a:gdLst/>
                <a:ahLst/>
                <a:cxnLst/>
                <a:rect l="l" t="t" r="r" b="b"/>
                <a:pathLst>
                  <a:path w="8066" h="3813" extrusionOk="0">
                    <a:moveTo>
                      <a:pt x="5758" y="0"/>
                    </a:moveTo>
                    <a:cubicBezTo>
                      <a:pt x="5692" y="0"/>
                      <a:pt x="5629" y="11"/>
                      <a:pt x="5577" y="32"/>
                    </a:cubicBezTo>
                    <a:cubicBezTo>
                      <a:pt x="5091" y="339"/>
                      <a:pt x="4530" y="489"/>
                      <a:pt x="3972" y="489"/>
                    </a:cubicBezTo>
                    <a:cubicBezTo>
                      <a:pt x="3444" y="489"/>
                      <a:pt x="2917" y="355"/>
                      <a:pt x="2458" y="95"/>
                    </a:cubicBezTo>
                    <a:cubicBezTo>
                      <a:pt x="2389" y="53"/>
                      <a:pt x="2314" y="30"/>
                      <a:pt x="2239" y="30"/>
                    </a:cubicBezTo>
                    <a:cubicBezTo>
                      <a:pt x="2141" y="30"/>
                      <a:pt x="2042" y="69"/>
                      <a:pt x="1954" y="158"/>
                    </a:cubicBezTo>
                    <a:lnTo>
                      <a:pt x="189" y="1922"/>
                    </a:lnTo>
                    <a:cubicBezTo>
                      <a:pt x="0" y="2143"/>
                      <a:pt x="32" y="2395"/>
                      <a:pt x="221" y="2552"/>
                    </a:cubicBezTo>
                    <a:cubicBezTo>
                      <a:pt x="1324" y="3403"/>
                      <a:pt x="2615" y="3812"/>
                      <a:pt x="4001" y="3812"/>
                    </a:cubicBezTo>
                    <a:cubicBezTo>
                      <a:pt x="5388" y="3812"/>
                      <a:pt x="6711" y="3403"/>
                      <a:pt x="7814" y="2521"/>
                    </a:cubicBezTo>
                    <a:cubicBezTo>
                      <a:pt x="8034" y="2363"/>
                      <a:pt x="8066" y="2080"/>
                      <a:pt x="7877" y="1890"/>
                    </a:cubicBezTo>
                    <a:lnTo>
                      <a:pt x="6112" y="126"/>
                    </a:lnTo>
                    <a:cubicBezTo>
                      <a:pt x="6028" y="42"/>
                      <a:pt x="5888" y="0"/>
                      <a:pt x="575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38" name="Google Shape;10517;p86">
                <a:extLst>
                  <a:ext uri="{FF2B5EF4-FFF2-40B4-BE49-F238E27FC236}">
                    <a16:creationId xmlns:a16="http://schemas.microsoft.com/office/drawing/2014/main" id="{6F3D1783-D2D1-C1C3-1B04-F9929B28E932}"/>
                  </a:ext>
                </a:extLst>
              </p:cNvPr>
              <p:cNvSpPr/>
              <p:nvPr/>
            </p:nvSpPr>
            <p:spPr>
              <a:xfrm>
                <a:off x="-59700075" y="4102225"/>
                <a:ext cx="149675" cy="256525"/>
              </a:xfrm>
              <a:custGeom>
                <a:avLst/>
                <a:gdLst/>
                <a:ahLst/>
                <a:cxnLst/>
                <a:rect l="l" t="t" r="r" b="b"/>
                <a:pathLst>
                  <a:path w="5987" h="10261" extrusionOk="0">
                    <a:moveTo>
                      <a:pt x="418" y="1"/>
                    </a:moveTo>
                    <a:cubicBezTo>
                      <a:pt x="190" y="1"/>
                      <a:pt x="1" y="180"/>
                      <a:pt x="1" y="414"/>
                    </a:cubicBezTo>
                    <a:lnTo>
                      <a:pt x="1" y="2934"/>
                    </a:lnTo>
                    <a:cubicBezTo>
                      <a:pt x="1" y="3123"/>
                      <a:pt x="127" y="3281"/>
                      <a:pt x="316" y="3312"/>
                    </a:cubicBezTo>
                    <a:cubicBezTo>
                      <a:pt x="1639" y="3659"/>
                      <a:pt x="2647" y="4856"/>
                      <a:pt x="2647" y="6274"/>
                    </a:cubicBezTo>
                    <a:cubicBezTo>
                      <a:pt x="2647" y="6809"/>
                      <a:pt x="2489" y="7376"/>
                      <a:pt x="2206" y="7849"/>
                    </a:cubicBezTo>
                    <a:cubicBezTo>
                      <a:pt x="2080" y="8007"/>
                      <a:pt x="2111" y="8196"/>
                      <a:pt x="2269" y="8353"/>
                    </a:cubicBezTo>
                    <a:lnTo>
                      <a:pt x="4065" y="10149"/>
                    </a:lnTo>
                    <a:cubicBezTo>
                      <a:pt x="4137" y="10221"/>
                      <a:pt x="4242" y="10260"/>
                      <a:pt x="4350" y="10260"/>
                    </a:cubicBezTo>
                    <a:cubicBezTo>
                      <a:pt x="4478" y="10260"/>
                      <a:pt x="4609" y="10205"/>
                      <a:pt x="4695" y="10086"/>
                    </a:cubicBezTo>
                    <a:cubicBezTo>
                      <a:pt x="5514" y="8983"/>
                      <a:pt x="5987" y="7660"/>
                      <a:pt x="5987" y="6274"/>
                    </a:cubicBezTo>
                    <a:cubicBezTo>
                      <a:pt x="5892" y="3123"/>
                      <a:pt x="3592" y="445"/>
                      <a:pt x="473" y="4"/>
                    </a:cubicBezTo>
                    <a:cubicBezTo>
                      <a:pt x="455" y="2"/>
                      <a:pt x="436" y="1"/>
                      <a:pt x="41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39" name="Google Shape;10518;p86">
                <a:extLst>
                  <a:ext uri="{FF2B5EF4-FFF2-40B4-BE49-F238E27FC236}">
                    <a16:creationId xmlns:a16="http://schemas.microsoft.com/office/drawing/2014/main" id="{05A3BC8D-6B2B-88D1-0AAD-0F7C754F98C8}"/>
                  </a:ext>
                </a:extLst>
              </p:cNvPr>
              <p:cNvSpPr/>
              <p:nvPr/>
            </p:nvSpPr>
            <p:spPr>
              <a:xfrm>
                <a:off x="-59742600" y="4187375"/>
                <a:ext cx="63025" cy="144950"/>
              </a:xfrm>
              <a:custGeom>
                <a:avLst/>
                <a:gdLst/>
                <a:ahLst/>
                <a:cxnLst/>
                <a:rect l="l" t="t" r="r" b="b"/>
                <a:pathLst>
                  <a:path w="2521" h="5798" extrusionOk="0">
                    <a:moveTo>
                      <a:pt x="1260" y="1"/>
                    </a:moveTo>
                    <a:cubicBezTo>
                      <a:pt x="1040" y="1"/>
                      <a:pt x="819" y="190"/>
                      <a:pt x="819" y="379"/>
                    </a:cubicBezTo>
                    <a:lnTo>
                      <a:pt x="819" y="662"/>
                    </a:lnTo>
                    <a:cubicBezTo>
                      <a:pt x="347" y="820"/>
                      <a:pt x="0" y="1293"/>
                      <a:pt x="0" y="1860"/>
                    </a:cubicBezTo>
                    <a:cubicBezTo>
                      <a:pt x="0" y="2521"/>
                      <a:pt x="567" y="2899"/>
                      <a:pt x="977" y="3214"/>
                    </a:cubicBezTo>
                    <a:cubicBezTo>
                      <a:pt x="1292" y="3466"/>
                      <a:pt x="1670" y="3687"/>
                      <a:pt x="1670" y="3939"/>
                    </a:cubicBezTo>
                    <a:cubicBezTo>
                      <a:pt x="1670" y="4160"/>
                      <a:pt x="1450" y="4380"/>
                      <a:pt x="1260" y="4380"/>
                    </a:cubicBezTo>
                    <a:cubicBezTo>
                      <a:pt x="1071" y="4380"/>
                      <a:pt x="819" y="4160"/>
                      <a:pt x="819" y="3939"/>
                    </a:cubicBezTo>
                    <a:cubicBezTo>
                      <a:pt x="819" y="3687"/>
                      <a:pt x="630" y="3529"/>
                      <a:pt x="441" y="3529"/>
                    </a:cubicBezTo>
                    <a:cubicBezTo>
                      <a:pt x="252" y="3529"/>
                      <a:pt x="32" y="3750"/>
                      <a:pt x="32" y="3939"/>
                    </a:cubicBezTo>
                    <a:cubicBezTo>
                      <a:pt x="32" y="4475"/>
                      <a:pt x="410" y="4916"/>
                      <a:pt x="882" y="5105"/>
                    </a:cubicBezTo>
                    <a:lnTo>
                      <a:pt x="882" y="5388"/>
                    </a:lnTo>
                    <a:cubicBezTo>
                      <a:pt x="882" y="5640"/>
                      <a:pt x="1071" y="5798"/>
                      <a:pt x="1292" y="5798"/>
                    </a:cubicBezTo>
                    <a:cubicBezTo>
                      <a:pt x="1544" y="5798"/>
                      <a:pt x="1702" y="5577"/>
                      <a:pt x="1702" y="5388"/>
                    </a:cubicBezTo>
                    <a:lnTo>
                      <a:pt x="1702" y="5073"/>
                    </a:lnTo>
                    <a:cubicBezTo>
                      <a:pt x="2174" y="4916"/>
                      <a:pt x="2521" y="4443"/>
                      <a:pt x="2521" y="3907"/>
                    </a:cubicBezTo>
                    <a:cubicBezTo>
                      <a:pt x="2521" y="3214"/>
                      <a:pt x="1985" y="2836"/>
                      <a:pt x="1544" y="2521"/>
                    </a:cubicBezTo>
                    <a:cubicBezTo>
                      <a:pt x="1229" y="2269"/>
                      <a:pt x="882" y="2049"/>
                      <a:pt x="882" y="1797"/>
                    </a:cubicBezTo>
                    <a:cubicBezTo>
                      <a:pt x="882" y="1576"/>
                      <a:pt x="1071" y="1419"/>
                      <a:pt x="1292" y="1419"/>
                    </a:cubicBezTo>
                    <a:cubicBezTo>
                      <a:pt x="1544" y="1419"/>
                      <a:pt x="1702" y="1608"/>
                      <a:pt x="1702" y="1797"/>
                    </a:cubicBezTo>
                    <a:cubicBezTo>
                      <a:pt x="1702" y="2049"/>
                      <a:pt x="1891" y="2238"/>
                      <a:pt x="2143" y="2238"/>
                    </a:cubicBezTo>
                    <a:cubicBezTo>
                      <a:pt x="2363" y="2238"/>
                      <a:pt x="2521" y="2049"/>
                      <a:pt x="2521" y="1797"/>
                    </a:cubicBezTo>
                    <a:cubicBezTo>
                      <a:pt x="2521" y="1261"/>
                      <a:pt x="2174" y="820"/>
                      <a:pt x="1702" y="631"/>
                    </a:cubicBezTo>
                    <a:lnTo>
                      <a:pt x="1702" y="347"/>
                    </a:lnTo>
                    <a:cubicBezTo>
                      <a:pt x="1702" y="158"/>
                      <a:pt x="1513" y="1"/>
                      <a:pt x="126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>
                  <a:solidFill>
                    <a:srgbClr val="435D74"/>
                  </a:solidFill>
                </a:endParaRPr>
              </a:p>
            </p:txBody>
          </p:sp>
        </p:grpSp>
      </p:grpSp>
      <p:pic>
        <p:nvPicPr>
          <p:cNvPr id="2" name="Picture 2">
            <a:extLst>
              <a:ext uri="{FF2B5EF4-FFF2-40B4-BE49-F238E27FC236}">
                <a16:creationId xmlns:a16="http://schemas.microsoft.com/office/drawing/2014/main" id="{3273D87E-C726-78B9-849B-BDA17A7973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1036" y="184965"/>
            <a:ext cx="2544545" cy="107922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0A9E1E7A-AADB-8BC0-3FCC-7151C4D0A2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77545" y="242784"/>
            <a:ext cx="1811642" cy="107899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76CFEB3D-04A5-C5A6-09AE-8A0C5D4802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65863" y="1378705"/>
            <a:ext cx="3931920" cy="273922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grpSp>
        <p:nvGrpSpPr>
          <p:cNvPr id="54" name="Group 53">
            <a:extLst>
              <a:ext uri="{FF2B5EF4-FFF2-40B4-BE49-F238E27FC236}">
                <a16:creationId xmlns:a16="http://schemas.microsoft.com/office/drawing/2014/main" id="{CD1D96CD-4394-EB9B-38FE-BF0AA8A6C87D}"/>
              </a:ext>
            </a:extLst>
          </p:cNvPr>
          <p:cNvGrpSpPr/>
          <p:nvPr/>
        </p:nvGrpSpPr>
        <p:grpSpPr>
          <a:xfrm>
            <a:off x="1254556" y="1377474"/>
            <a:ext cx="3633529" cy="388857"/>
            <a:chOff x="1254556" y="1377474"/>
            <a:chExt cx="3633529" cy="388857"/>
          </a:xfrm>
        </p:grpSpPr>
        <p:grpSp>
          <p:nvGrpSpPr>
            <p:cNvPr id="56" name="Google Shape;10500;p86">
              <a:extLst>
                <a:ext uri="{FF2B5EF4-FFF2-40B4-BE49-F238E27FC236}">
                  <a16:creationId xmlns:a16="http://schemas.microsoft.com/office/drawing/2014/main" id="{9E6A938A-F4AD-1EB6-AAA1-D16C6F95316C}"/>
                </a:ext>
              </a:extLst>
            </p:cNvPr>
            <p:cNvGrpSpPr/>
            <p:nvPr/>
          </p:nvGrpSpPr>
          <p:grpSpPr>
            <a:xfrm>
              <a:off x="1254556" y="1377474"/>
              <a:ext cx="366364" cy="367290"/>
              <a:chOff x="-61784125" y="3377700"/>
              <a:chExt cx="316650" cy="317450"/>
            </a:xfrm>
            <a:solidFill>
              <a:schemeClr val="accent2"/>
            </a:solidFill>
          </p:grpSpPr>
          <p:sp>
            <p:nvSpPr>
              <p:cNvPr id="58" name="Google Shape;10501;p86">
                <a:extLst>
                  <a:ext uri="{FF2B5EF4-FFF2-40B4-BE49-F238E27FC236}">
                    <a16:creationId xmlns:a16="http://schemas.microsoft.com/office/drawing/2014/main" id="{14A5CEA9-12F2-CD18-0D0F-C5757A8C6491}"/>
                  </a:ext>
                </a:extLst>
              </p:cNvPr>
              <p:cNvSpPr/>
              <p:nvPr/>
            </p:nvSpPr>
            <p:spPr>
              <a:xfrm>
                <a:off x="-61688025" y="3460400"/>
                <a:ext cx="124450" cy="51225"/>
              </a:xfrm>
              <a:custGeom>
                <a:avLst/>
                <a:gdLst/>
                <a:ahLst/>
                <a:cxnLst/>
                <a:rect l="l" t="t" r="r" b="b"/>
                <a:pathLst>
                  <a:path w="4978" h="2049" extrusionOk="0">
                    <a:moveTo>
                      <a:pt x="630" y="1"/>
                    </a:moveTo>
                    <a:cubicBezTo>
                      <a:pt x="252" y="442"/>
                      <a:pt x="0" y="1041"/>
                      <a:pt x="0" y="1671"/>
                    </a:cubicBezTo>
                    <a:cubicBezTo>
                      <a:pt x="0" y="1891"/>
                      <a:pt x="189" y="2049"/>
                      <a:pt x="441" y="2049"/>
                    </a:cubicBezTo>
                    <a:lnTo>
                      <a:pt x="4568" y="2049"/>
                    </a:lnTo>
                    <a:cubicBezTo>
                      <a:pt x="4820" y="2049"/>
                      <a:pt x="4978" y="1860"/>
                      <a:pt x="4978" y="1671"/>
                    </a:cubicBezTo>
                    <a:cubicBezTo>
                      <a:pt x="4978" y="1041"/>
                      <a:pt x="4726" y="442"/>
                      <a:pt x="4348" y="1"/>
                    </a:cubicBezTo>
                    <a:cubicBezTo>
                      <a:pt x="3875" y="568"/>
                      <a:pt x="3182" y="852"/>
                      <a:pt x="2489" y="852"/>
                    </a:cubicBezTo>
                    <a:cubicBezTo>
                      <a:pt x="1827" y="852"/>
                      <a:pt x="1134" y="568"/>
                      <a:pt x="630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Google Shape;10502;p86">
                <a:extLst>
                  <a:ext uri="{FF2B5EF4-FFF2-40B4-BE49-F238E27FC236}">
                    <a16:creationId xmlns:a16="http://schemas.microsoft.com/office/drawing/2014/main" id="{E102CD03-78FA-5B9E-C0DB-3114651C57F0}"/>
                  </a:ext>
                </a:extLst>
              </p:cNvPr>
              <p:cNvSpPr/>
              <p:nvPr/>
            </p:nvSpPr>
            <p:spPr>
              <a:xfrm>
                <a:off x="-61677800" y="3518900"/>
                <a:ext cx="104775" cy="61850"/>
              </a:xfrm>
              <a:custGeom>
                <a:avLst/>
                <a:gdLst/>
                <a:ahLst/>
                <a:cxnLst/>
                <a:rect l="l" t="t" r="r" b="b"/>
                <a:pathLst>
                  <a:path w="4191" h="2474" extrusionOk="0">
                    <a:moveTo>
                      <a:pt x="2096" y="0"/>
                    </a:moveTo>
                    <a:cubicBezTo>
                      <a:pt x="1985" y="0"/>
                      <a:pt x="1875" y="40"/>
                      <a:pt x="1796" y="118"/>
                    </a:cubicBezTo>
                    <a:lnTo>
                      <a:pt x="158" y="1757"/>
                    </a:lnTo>
                    <a:cubicBezTo>
                      <a:pt x="1" y="1914"/>
                      <a:pt x="1" y="2198"/>
                      <a:pt x="158" y="2355"/>
                    </a:cubicBezTo>
                    <a:cubicBezTo>
                      <a:pt x="237" y="2434"/>
                      <a:pt x="339" y="2473"/>
                      <a:pt x="442" y="2473"/>
                    </a:cubicBezTo>
                    <a:cubicBezTo>
                      <a:pt x="544" y="2473"/>
                      <a:pt x="646" y="2434"/>
                      <a:pt x="725" y="2355"/>
                    </a:cubicBezTo>
                    <a:lnTo>
                      <a:pt x="2111" y="969"/>
                    </a:lnTo>
                    <a:lnTo>
                      <a:pt x="3498" y="2355"/>
                    </a:lnTo>
                    <a:cubicBezTo>
                      <a:pt x="3576" y="2434"/>
                      <a:pt x="3687" y="2473"/>
                      <a:pt x="3797" y="2473"/>
                    </a:cubicBezTo>
                    <a:cubicBezTo>
                      <a:pt x="3907" y="2473"/>
                      <a:pt x="4017" y="2434"/>
                      <a:pt x="4096" y="2355"/>
                    </a:cubicBezTo>
                    <a:cubicBezTo>
                      <a:pt x="4191" y="2198"/>
                      <a:pt x="4191" y="1914"/>
                      <a:pt x="4033" y="1757"/>
                    </a:cubicBezTo>
                    <a:lnTo>
                      <a:pt x="2395" y="118"/>
                    </a:lnTo>
                    <a:cubicBezTo>
                      <a:pt x="2316" y="40"/>
                      <a:pt x="2206" y="0"/>
                      <a:pt x="209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Google Shape;10503;p86">
                <a:extLst>
                  <a:ext uri="{FF2B5EF4-FFF2-40B4-BE49-F238E27FC236}">
                    <a16:creationId xmlns:a16="http://schemas.microsoft.com/office/drawing/2014/main" id="{9F725A8A-79B4-3F06-8CB0-6D9A6CB4AE77}"/>
                  </a:ext>
                </a:extLst>
              </p:cNvPr>
              <p:cNvSpPr/>
              <p:nvPr/>
            </p:nvSpPr>
            <p:spPr>
              <a:xfrm>
                <a:off x="-61667550" y="3377700"/>
                <a:ext cx="82700" cy="82725"/>
              </a:xfrm>
              <a:custGeom>
                <a:avLst/>
                <a:gdLst/>
                <a:ahLst/>
                <a:cxnLst/>
                <a:rect l="l" t="t" r="r" b="b"/>
                <a:pathLst>
                  <a:path w="3308" h="3309" extrusionOk="0">
                    <a:moveTo>
                      <a:pt x="1670" y="1"/>
                    </a:moveTo>
                    <a:cubicBezTo>
                      <a:pt x="756" y="1"/>
                      <a:pt x="0" y="757"/>
                      <a:pt x="0" y="1671"/>
                    </a:cubicBezTo>
                    <a:cubicBezTo>
                      <a:pt x="0" y="2584"/>
                      <a:pt x="756" y="3309"/>
                      <a:pt x="1670" y="3309"/>
                    </a:cubicBezTo>
                    <a:cubicBezTo>
                      <a:pt x="2584" y="3309"/>
                      <a:pt x="3308" y="2584"/>
                      <a:pt x="3308" y="1671"/>
                    </a:cubicBezTo>
                    <a:cubicBezTo>
                      <a:pt x="3308" y="757"/>
                      <a:pt x="2584" y="1"/>
                      <a:pt x="1670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10504;p86">
                <a:extLst>
                  <a:ext uri="{FF2B5EF4-FFF2-40B4-BE49-F238E27FC236}">
                    <a16:creationId xmlns:a16="http://schemas.microsoft.com/office/drawing/2014/main" id="{D79ACDAA-4367-D50E-27C8-20AD36E4D2B1}"/>
                  </a:ext>
                </a:extLst>
              </p:cNvPr>
              <p:cNvSpPr/>
              <p:nvPr/>
            </p:nvSpPr>
            <p:spPr>
              <a:xfrm>
                <a:off x="-61591150" y="3643150"/>
                <a:ext cx="123675" cy="51200"/>
              </a:xfrm>
              <a:custGeom>
                <a:avLst/>
                <a:gdLst/>
                <a:ahLst/>
                <a:cxnLst/>
                <a:rect l="l" t="t" r="r" b="b"/>
                <a:pathLst>
                  <a:path w="4947" h="2048" extrusionOk="0">
                    <a:moveTo>
                      <a:pt x="630" y="0"/>
                    </a:moveTo>
                    <a:cubicBezTo>
                      <a:pt x="221" y="410"/>
                      <a:pt x="0" y="1008"/>
                      <a:pt x="0" y="1638"/>
                    </a:cubicBezTo>
                    <a:cubicBezTo>
                      <a:pt x="0" y="1890"/>
                      <a:pt x="189" y="2048"/>
                      <a:pt x="378" y="2048"/>
                    </a:cubicBezTo>
                    <a:lnTo>
                      <a:pt x="4505" y="2048"/>
                    </a:lnTo>
                    <a:cubicBezTo>
                      <a:pt x="4757" y="2048"/>
                      <a:pt x="4946" y="1827"/>
                      <a:pt x="4946" y="1638"/>
                    </a:cubicBezTo>
                    <a:cubicBezTo>
                      <a:pt x="4946" y="1008"/>
                      <a:pt x="4726" y="410"/>
                      <a:pt x="4316" y="0"/>
                    </a:cubicBezTo>
                    <a:cubicBezTo>
                      <a:pt x="3844" y="536"/>
                      <a:pt x="3182" y="819"/>
                      <a:pt x="2458" y="819"/>
                    </a:cubicBezTo>
                    <a:cubicBezTo>
                      <a:pt x="1796" y="819"/>
                      <a:pt x="1134" y="536"/>
                      <a:pt x="63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Google Shape;10505;p86">
                <a:extLst>
                  <a:ext uri="{FF2B5EF4-FFF2-40B4-BE49-F238E27FC236}">
                    <a16:creationId xmlns:a16="http://schemas.microsoft.com/office/drawing/2014/main" id="{DFBF340B-6FCC-0C34-4DCB-415CF6600A52}"/>
                  </a:ext>
                </a:extLst>
              </p:cNvPr>
              <p:cNvSpPr/>
              <p:nvPr/>
            </p:nvSpPr>
            <p:spPr>
              <a:xfrm>
                <a:off x="-61570675" y="3560450"/>
                <a:ext cx="82725" cy="82725"/>
              </a:xfrm>
              <a:custGeom>
                <a:avLst/>
                <a:gdLst/>
                <a:ahLst/>
                <a:cxnLst/>
                <a:rect l="l" t="t" r="r" b="b"/>
                <a:pathLst>
                  <a:path w="3309" h="3309" extrusionOk="0">
                    <a:moveTo>
                      <a:pt x="1670" y="0"/>
                    </a:moveTo>
                    <a:cubicBezTo>
                      <a:pt x="756" y="0"/>
                      <a:pt x="0" y="725"/>
                      <a:pt x="0" y="1638"/>
                    </a:cubicBezTo>
                    <a:cubicBezTo>
                      <a:pt x="0" y="2552"/>
                      <a:pt x="756" y="3308"/>
                      <a:pt x="1670" y="3308"/>
                    </a:cubicBezTo>
                    <a:cubicBezTo>
                      <a:pt x="2552" y="3308"/>
                      <a:pt x="3308" y="2552"/>
                      <a:pt x="3308" y="1638"/>
                    </a:cubicBezTo>
                    <a:cubicBezTo>
                      <a:pt x="3308" y="725"/>
                      <a:pt x="2552" y="0"/>
                      <a:pt x="167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Google Shape;10506;p86">
                <a:extLst>
                  <a:ext uri="{FF2B5EF4-FFF2-40B4-BE49-F238E27FC236}">
                    <a16:creationId xmlns:a16="http://schemas.microsoft.com/office/drawing/2014/main" id="{30BE58B1-B378-19F4-A897-BABC2338BD10}"/>
                  </a:ext>
                </a:extLst>
              </p:cNvPr>
              <p:cNvSpPr/>
              <p:nvPr/>
            </p:nvSpPr>
            <p:spPr>
              <a:xfrm>
                <a:off x="-61784125" y="3643925"/>
                <a:ext cx="124450" cy="51225"/>
              </a:xfrm>
              <a:custGeom>
                <a:avLst/>
                <a:gdLst/>
                <a:ahLst/>
                <a:cxnLst/>
                <a:rect l="l" t="t" r="r" b="b"/>
                <a:pathLst>
                  <a:path w="4978" h="2049" extrusionOk="0">
                    <a:moveTo>
                      <a:pt x="662" y="1"/>
                    </a:moveTo>
                    <a:cubicBezTo>
                      <a:pt x="252" y="442"/>
                      <a:pt x="32" y="1009"/>
                      <a:pt x="32" y="1639"/>
                    </a:cubicBezTo>
                    <a:cubicBezTo>
                      <a:pt x="0" y="1859"/>
                      <a:pt x="189" y="2048"/>
                      <a:pt x="410" y="2048"/>
                    </a:cubicBezTo>
                    <a:lnTo>
                      <a:pt x="4569" y="2048"/>
                    </a:lnTo>
                    <a:cubicBezTo>
                      <a:pt x="4789" y="2048"/>
                      <a:pt x="4978" y="1859"/>
                      <a:pt x="4978" y="1639"/>
                    </a:cubicBezTo>
                    <a:cubicBezTo>
                      <a:pt x="4978" y="1009"/>
                      <a:pt x="4758" y="442"/>
                      <a:pt x="4348" y="1"/>
                    </a:cubicBezTo>
                    <a:cubicBezTo>
                      <a:pt x="3876" y="536"/>
                      <a:pt x="3214" y="820"/>
                      <a:pt x="2521" y="820"/>
                    </a:cubicBezTo>
                    <a:cubicBezTo>
                      <a:pt x="1828" y="820"/>
                      <a:pt x="1166" y="536"/>
                      <a:pt x="66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2" name="Google Shape;10507;p86">
                <a:extLst>
                  <a:ext uri="{FF2B5EF4-FFF2-40B4-BE49-F238E27FC236}">
                    <a16:creationId xmlns:a16="http://schemas.microsoft.com/office/drawing/2014/main" id="{4AD0D72D-128F-7CC8-399F-537862EC5EFE}"/>
                  </a:ext>
                </a:extLst>
              </p:cNvPr>
              <p:cNvSpPr/>
              <p:nvPr/>
            </p:nvSpPr>
            <p:spPr>
              <a:xfrm>
                <a:off x="-61763650" y="3560450"/>
                <a:ext cx="82725" cy="82725"/>
              </a:xfrm>
              <a:custGeom>
                <a:avLst/>
                <a:gdLst/>
                <a:ahLst/>
                <a:cxnLst/>
                <a:rect l="l" t="t" r="r" b="b"/>
                <a:pathLst>
                  <a:path w="3309" h="3309" extrusionOk="0">
                    <a:moveTo>
                      <a:pt x="1670" y="0"/>
                    </a:moveTo>
                    <a:cubicBezTo>
                      <a:pt x="757" y="0"/>
                      <a:pt x="1" y="725"/>
                      <a:pt x="1" y="1638"/>
                    </a:cubicBezTo>
                    <a:cubicBezTo>
                      <a:pt x="1" y="2552"/>
                      <a:pt x="757" y="3308"/>
                      <a:pt x="1670" y="3308"/>
                    </a:cubicBezTo>
                    <a:cubicBezTo>
                      <a:pt x="2552" y="3308"/>
                      <a:pt x="3309" y="2552"/>
                      <a:pt x="3309" y="1638"/>
                    </a:cubicBezTo>
                    <a:cubicBezTo>
                      <a:pt x="3309" y="725"/>
                      <a:pt x="2552" y="0"/>
                      <a:pt x="167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7" name="Google Shape;2806;p37">
              <a:extLst>
                <a:ext uri="{FF2B5EF4-FFF2-40B4-BE49-F238E27FC236}">
                  <a16:creationId xmlns:a16="http://schemas.microsoft.com/office/drawing/2014/main" id="{4F53CBF3-19C4-26BF-2E22-9D915D24EAA6}"/>
                </a:ext>
              </a:extLst>
            </p:cNvPr>
            <p:cNvSpPr txBox="1">
              <a:spLocks/>
            </p:cNvSpPr>
            <p:nvPr/>
          </p:nvSpPr>
          <p:spPr>
            <a:xfrm>
              <a:off x="1594621" y="1392939"/>
              <a:ext cx="3293464" cy="3733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1pPr>
              <a:lvl2pPr marL="914400" marR="0" lvl="1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2pPr>
              <a:lvl3pPr marL="1371600" marR="0" lvl="2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3pPr>
              <a:lvl4pPr marL="1828800" marR="0" lvl="3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4pPr>
              <a:lvl5pPr marL="2286000" marR="0" lvl="4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5pPr>
              <a:lvl6pPr marL="2743200" marR="0" lvl="5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6pPr>
              <a:lvl7pPr marL="3200400" marR="0" lvl="6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7pPr>
              <a:lvl8pPr marL="3657600" marR="0" lvl="7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8pPr>
              <a:lvl9pPr marL="4114800" marR="0" lvl="8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9pPr>
            </a:lstStyle>
            <a:p>
              <a:pPr marL="0" indent="0"/>
              <a:r>
                <a:rPr lang="en-US" b="1" dirty="0"/>
                <a:t>15.3 million elderly citizens (65+) today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9952458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4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4">
          <a:extLst>
            <a:ext uri="{FF2B5EF4-FFF2-40B4-BE49-F238E27FC236}">
              <a16:creationId xmlns:a16="http://schemas.microsoft.com/office/drawing/2014/main" id="{CFDD50FC-8B01-515E-B406-6B5CD8B85E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5" name="Google Shape;2805;p37">
            <a:extLst>
              <a:ext uri="{FF2B5EF4-FFF2-40B4-BE49-F238E27FC236}">
                <a16:creationId xmlns:a16="http://schemas.microsoft.com/office/drawing/2014/main" id="{FEABE74F-A232-E484-40B0-28BD6EA6754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4346" y="603531"/>
            <a:ext cx="4401600" cy="58246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dirty="0"/>
              <a:t>The Critical</a:t>
            </a:r>
            <a:r>
              <a:rPr lang="en" dirty="0"/>
              <a:t> </a:t>
            </a:r>
            <a:r>
              <a:rPr lang="en-US" dirty="0">
                <a:solidFill>
                  <a:schemeClr val="accent2"/>
                </a:solidFill>
              </a:rPr>
              <a:t>Challenge</a:t>
            </a:r>
            <a:endParaRPr dirty="0">
              <a:solidFill>
                <a:schemeClr val="accent2"/>
              </a:solidFill>
            </a:endParaRPr>
          </a:p>
        </p:txBody>
      </p:sp>
      <p:sp>
        <p:nvSpPr>
          <p:cNvPr id="2808" name="Google Shape;2808;p37">
            <a:extLst>
              <a:ext uri="{FF2B5EF4-FFF2-40B4-BE49-F238E27FC236}">
                <a16:creationId xmlns:a16="http://schemas.microsoft.com/office/drawing/2014/main" id="{EE7657E6-1907-02FF-0350-B8986D918EB4}"/>
              </a:ext>
            </a:extLst>
          </p:cNvPr>
          <p:cNvSpPr/>
          <p:nvPr/>
        </p:nvSpPr>
        <p:spPr>
          <a:xfrm>
            <a:off x="-1414555" y="4201465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9" name="Google Shape;2809;p37">
            <a:extLst>
              <a:ext uri="{FF2B5EF4-FFF2-40B4-BE49-F238E27FC236}">
                <a16:creationId xmlns:a16="http://schemas.microsoft.com/office/drawing/2014/main" id="{74498CF5-4D1D-FD29-49D2-0AED8C1B418A}"/>
              </a:ext>
            </a:extLst>
          </p:cNvPr>
          <p:cNvSpPr/>
          <p:nvPr/>
        </p:nvSpPr>
        <p:spPr>
          <a:xfrm>
            <a:off x="-1111455" y="3922165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810" name="Google Shape;2810;p37">
            <a:extLst>
              <a:ext uri="{FF2B5EF4-FFF2-40B4-BE49-F238E27FC236}">
                <a16:creationId xmlns:a16="http://schemas.microsoft.com/office/drawing/2014/main" id="{D4CE5CAB-CB66-BCAC-78A2-F41FC4EB9D23}"/>
              </a:ext>
            </a:extLst>
          </p:cNvPr>
          <p:cNvGrpSpPr/>
          <p:nvPr/>
        </p:nvGrpSpPr>
        <p:grpSpPr>
          <a:xfrm rot="10800000">
            <a:off x="7471439" y="3950127"/>
            <a:ext cx="883262" cy="242091"/>
            <a:chOff x="2300350" y="2601250"/>
            <a:chExt cx="2275275" cy="623625"/>
          </a:xfrm>
        </p:grpSpPr>
        <p:sp>
          <p:nvSpPr>
            <p:cNvPr id="2811" name="Google Shape;2811;p37">
              <a:extLst>
                <a:ext uri="{FF2B5EF4-FFF2-40B4-BE49-F238E27FC236}">
                  <a16:creationId xmlns:a16="http://schemas.microsoft.com/office/drawing/2014/main" id="{2F346013-EBD5-7B39-D3C3-143C19474372}"/>
                </a:ext>
              </a:extLst>
            </p:cNvPr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2" name="Google Shape;2812;p37">
              <a:extLst>
                <a:ext uri="{FF2B5EF4-FFF2-40B4-BE49-F238E27FC236}">
                  <a16:creationId xmlns:a16="http://schemas.microsoft.com/office/drawing/2014/main" id="{869113D3-4B33-03BD-15C4-A71DC64BF446}"/>
                </a:ext>
              </a:extLst>
            </p:cNvPr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3" name="Google Shape;2813;p37">
              <a:extLst>
                <a:ext uri="{FF2B5EF4-FFF2-40B4-BE49-F238E27FC236}">
                  <a16:creationId xmlns:a16="http://schemas.microsoft.com/office/drawing/2014/main" id="{B026A1BA-39E2-5612-A1BD-BA6F14FD7E9F}"/>
                </a:ext>
              </a:extLst>
            </p:cNvPr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4" name="Google Shape;2814;p37">
              <a:extLst>
                <a:ext uri="{FF2B5EF4-FFF2-40B4-BE49-F238E27FC236}">
                  <a16:creationId xmlns:a16="http://schemas.microsoft.com/office/drawing/2014/main" id="{B01F86F2-29D4-6B3D-ECE8-908D3C1A70C8}"/>
                </a:ext>
              </a:extLst>
            </p:cNvPr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5" name="Google Shape;2815;p37">
              <a:extLst>
                <a:ext uri="{FF2B5EF4-FFF2-40B4-BE49-F238E27FC236}">
                  <a16:creationId xmlns:a16="http://schemas.microsoft.com/office/drawing/2014/main" id="{E44DA851-F300-6275-3354-ED03955694AD}"/>
                </a:ext>
              </a:extLst>
            </p:cNvPr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6" name="Google Shape;2816;p37">
              <a:extLst>
                <a:ext uri="{FF2B5EF4-FFF2-40B4-BE49-F238E27FC236}">
                  <a16:creationId xmlns:a16="http://schemas.microsoft.com/office/drawing/2014/main" id="{FA82B407-B4A4-1DAB-0A48-DFF4B8714339}"/>
                </a:ext>
              </a:extLst>
            </p:cNvPr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17" name="Google Shape;2817;p37">
            <a:extLst>
              <a:ext uri="{FF2B5EF4-FFF2-40B4-BE49-F238E27FC236}">
                <a16:creationId xmlns:a16="http://schemas.microsoft.com/office/drawing/2014/main" id="{ABE987BF-A29F-44EE-CA40-DA97BDB00B4D}"/>
              </a:ext>
            </a:extLst>
          </p:cNvPr>
          <p:cNvGrpSpPr/>
          <p:nvPr/>
        </p:nvGrpSpPr>
        <p:grpSpPr>
          <a:xfrm rot="5400000">
            <a:off x="2345200" y="185400"/>
            <a:ext cx="98902" cy="553090"/>
            <a:chOff x="4898850" y="4820550"/>
            <a:chExt cx="98902" cy="553090"/>
          </a:xfrm>
        </p:grpSpPr>
        <p:sp>
          <p:nvSpPr>
            <p:cNvPr id="2818" name="Google Shape;2818;p37">
              <a:extLst>
                <a:ext uri="{FF2B5EF4-FFF2-40B4-BE49-F238E27FC236}">
                  <a16:creationId xmlns:a16="http://schemas.microsoft.com/office/drawing/2014/main" id="{4FCC0636-8D3E-9C21-5972-CE0C61240626}"/>
                </a:ext>
              </a:extLst>
            </p:cNvPr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9" name="Google Shape;2819;p37">
              <a:extLst>
                <a:ext uri="{FF2B5EF4-FFF2-40B4-BE49-F238E27FC236}">
                  <a16:creationId xmlns:a16="http://schemas.microsoft.com/office/drawing/2014/main" id="{4D8383BE-D31B-B315-C1F7-90564158F7C0}"/>
                </a:ext>
              </a:extLst>
            </p:cNvPr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0" name="Google Shape;2820;p37">
              <a:extLst>
                <a:ext uri="{FF2B5EF4-FFF2-40B4-BE49-F238E27FC236}">
                  <a16:creationId xmlns:a16="http://schemas.microsoft.com/office/drawing/2014/main" id="{97F1390A-831C-5E3B-7DFF-C6F09AAD259A}"/>
                </a:ext>
              </a:extLst>
            </p:cNvPr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1" name="Google Shape;2821;p37">
              <a:extLst>
                <a:ext uri="{FF2B5EF4-FFF2-40B4-BE49-F238E27FC236}">
                  <a16:creationId xmlns:a16="http://schemas.microsoft.com/office/drawing/2014/main" id="{2E0F7924-6BB0-DAF2-B88E-52E0B20BC31B}"/>
                </a:ext>
              </a:extLst>
            </p:cNvPr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2" name="Google Shape;2822;p37">
              <a:extLst>
                <a:ext uri="{FF2B5EF4-FFF2-40B4-BE49-F238E27FC236}">
                  <a16:creationId xmlns:a16="http://schemas.microsoft.com/office/drawing/2014/main" id="{9B864A03-56EF-E5FF-1721-7B65425098C0}"/>
                </a:ext>
              </a:extLst>
            </p:cNvPr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23" name="Google Shape;2823;p37">
            <a:extLst>
              <a:ext uri="{FF2B5EF4-FFF2-40B4-BE49-F238E27FC236}">
                <a16:creationId xmlns:a16="http://schemas.microsoft.com/office/drawing/2014/main" id="{1ABBAB44-56E3-76DB-A70B-7B840E09FFDA}"/>
              </a:ext>
            </a:extLst>
          </p:cNvPr>
          <p:cNvGrpSpPr/>
          <p:nvPr/>
        </p:nvGrpSpPr>
        <p:grpSpPr>
          <a:xfrm>
            <a:off x="2596239" y="4297878"/>
            <a:ext cx="883262" cy="242091"/>
            <a:chOff x="2300350" y="2601250"/>
            <a:chExt cx="2275275" cy="623625"/>
          </a:xfrm>
        </p:grpSpPr>
        <p:sp>
          <p:nvSpPr>
            <p:cNvPr id="2824" name="Google Shape;2824;p37">
              <a:extLst>
                <a:ext uri="{FF2B5EF4-FFF2-40B4-BE49-F238E27FC236}">
                  <a16:creationId xmlns:a16="http://schemas.microsoft.com/office/drawing/2014/main" id="{4A10022D-0D94-D52D-D6D7-5FEC79992C7F}"/>
                </a:ext>
              </a:extLst>
            </p:cNvPr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5" name="Google Shape;2825;p37">
              <a:extLst>
                <a:ext uri="{FF2B5EF4-FFF2-40B4-BE49-F238E27FC236}">
                  <a16:creationId xmlns:a16="http://schemas.microsoft.com/office/drawing/2014/main" id="{36B69014-1079-4916-80D3-B6427BCE8C75}"/>
                </a:ext>
              </a:extLst>
            </p:cNvPr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6" name="Google Shape;2826;p37">
              <a:extLst>
                <a:ext uri="{FF2B5EF4-FFF2-40B4-BE49-F238E27FC236}">
                  <a16:creationId xmlns:a16="http://schemas.microsoft.com/office/drawing/2014/main" id="{C2D62CD4-1837-8EDF-CB67-6008E289A3C0}"/>
                </a:ext>
              </a:extLst>
            </p:cNvPr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7" name="Google Shape;2827;p37">
              <a:extLst>
                <a:ext uri="{FF2B5EF4-FFF2-40B4-BE49-F238E27FC236}">
                  <a16:creationId xmlns:a16="http://schemas.microsoft.com/office/drawing/2014/main" id="{28F87500-B9E6-2EE3-57B7-99599A52BF30}"/>
                </a:ext>
              </a:extLst>
            </p:cNvPr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8" name="Google Shape;2828;p37">
              <a:extLst>
                <a:ext uri="{FF2B5EF4-FFF2-40B4-BE49-F238E27FC236}">
                  <a16:creationId xmlns:a16="http://schemas.microsoft.com/office/drawing/2014/main" id="{240EE225-4E78-4CB2-520E-37CD4EF19195}"/>
                </a:ext>
              </a:extLst>
            </p:cNvPr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9" name="Google Shape;2829;p37">
              <a:extLst>
                <a:ext uri="{FF2B5EF4-FFF2-40B4-BE49-F238E27FC236}">
                  <a16:creationId xmlns:a16="http://schemas.microsoft.com/office/drawing/2014/main" id="{E0B307DA-EC3A-3F41-6A2A-A3BD76F415B6}"/>
                </a:ext>
              </a:extLst>
            </p:cNvPr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30" name="Google Shape;2830;p37">
            <a:extLst>
              <a:ext uri="{FF2B5EF4-FFF2-40B4-BE49-F238E27FC236}">
                <a16:creationId xmlns:a16="http://schemas.microsoft.com/office/drawing/2014/main" id="{6D7C518A-5765-432D-5237-0FA647C637F2}"/>
              </a:ext>
            </a:extLst>
          </p:cNvPr>
          <p:cNvGrpSpPr/>
          <p:nvPr/>
        </p:nvGrpSpPr>
        <p:grpSpPr>
          <a:xfrm>
            <a:off x="4762192" y="4297866"/>
            <a:ext cx="1105976" cy="133969"/>
            <a:chOff x="8183182" y="663852"/>
            <a:chExt cx="1475028" cy="178673"/>
          </a:xfrm>
        </p:grpSpPr>
        <p:grpSp>
          <p:nvGrpSpPr>
            <p:cNvPr id="2831" name="Google Shape;2831;p37">
              <a:extLst>
                <a:ext uri="{FF2B5EF4-FFF2-40B4-BE49-F238E27FC236}">
                  <a16:creationId xmlns:a16="http://schemas.microsoft.com/office/drawing/2014/main" id="{00E5CBDE-0BEF-212F-CD89-F301CF302BAF}"/>
                </a:ext>
              </a:extLst>
            </p:cNvPr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832" name="Google Shape;2832;p37">
                <a:extLst>
                  <a:ext uri="{FF2B5EF4-FFF2-40B4-BE49-F238E27FC236}">
                    <a16:creationId xmlns:a16="http://schemas.microsoft.com/office/drawing/2014/main" id="{793EDF46-3DBE-A495-EE24-F29F8E97E666}"/>
                  </a:ext>
                </a:extLst>
              </p:cNvPr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3" name="Google Shape;2833;p37">
                <a:extLst>
                  <a:ext uri="{FF2B5EF4-FFF2-40B4-BE49-F238E27FC236}">
                    <a16:creationId xmlns:a16="http://schemas.microsoft.com/office/drawing/2014/main" id="{0A5A69B7-E809-7052-69F6-6D20C78529EC}"/>
                  </a:ext>
                </a:extLst>
              </p:cNvPr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4" name="Google Shape;2834;p37">
                <a:extLst>
                  <a:ext uri="{FF2B5EF4-FFF2-40B4-BE49-F238E27FC236}">
                    <a16:creationId xmlns:a16="http://schemas.microsoft.com/office/drawing/2014/main" id="{76B5BEF6-DCAA-4CF2-DD62-51A3B91A64FA}"/>
                  </a:ext>
                </a:extLst>
              </p:cNvPr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5" name="Google Shape;2835;p37">
                <a:extLst>
                  <a:ext uri="{FF2B5EF4-FFF2-40B4-BE49-F238E27FC236}">
                    <a16:creationId xmlns:a16="http://schemas.microsoft.com/office/drawing/2014/main" id="{5DF82F75-EE94-5B66-8966-92682698C9CA}"/>
                  </a:ext>
                </a:extLst>
              </p:cNvPr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6" name="Google Shape;2836;p37">
                <a:extLst>
                  <a:ext uri="{FF2B5EF4-FFF2-40B4-BE49-F238E27FC236}">
                    <a16:creationId xmlns:a16="http://schemas.microsoft.com/office/drawing/2014/main" id="{6401C5AB-7802-2948-B18C-6597FFADFF5B}"/>
                  </a:ext>
                </a:extLst>
              </p:cNvPr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7" name="Google Shape;2837;p37">
                <a:extLst>
                  <a:ext uri="{FF2B5EF4-FFF2-40B4-BE49-F238E27FC236}">
                    <a16:creationId xmlns:a16="http://schemas.microsoft.com/office/drawing/2014/main" id="{B857B4EB-1D98-DDFD-4F61-728C61D1DD6C}"/>
                  </a:ext>
                </a:extLst>
              </p:cNvPr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8" name="Google Shape;2838;p37">
                <a:extLst>
                  <a:ext uri="{FF2B5EF4-FFF2-40B4-BE49-F238E27FC236}">
                    <a16:creationId xmlns:a16="http://schemas.microsoft.com/office/drawing/2014/main" id="{0766B07A-4077-59C9-0786-5F207EA759BB}"/>
                  </a:ext>
                </a:extLst>
              </p:cNvPr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9" name="Google Shape;2839;p37">
                <a:extLst>
                  <a:ext uri="{FF2B5EF4-FFF2-40B4-BE49-F238E27FC236}">
                    <a16:creationId xmlns:a16="http://schemas.microsoft.com/office/drawing/2014/main" id="{3760D2D7-CC11-A288-16E0-0C6B67AA77EE}"/>
                  </a:ext>
                </a:extLst>
              </p:cNvPr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0" name="Google Shape;2840;p37">
                <a:extLst>
                  <a:ext uri="{FF2B5EF4-FFF2-40B4-BE49-F238E27FC236}">
                    <a16:creationId xmlns:a16="http://schemas.microsoft.com/office/drawing/2014/main" id="{1A84BFAA-F32A-8832-911E-E773F4B4FF86}"/>
                  </a:ext>
                </a:extLst>
              </p:cNvPr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1" name="Google Shape;2841;p37">
                <a:extLst>
                  <a:ext uri="{FF2B5EF4-FFF2-40B4-BE49-F238E27FC236}">
                    <a16:creationId xmlns:a16="http://schemas.microsoft.com/office/drawing/2014/main" id="{5658D27F-EDC3-22B9-EA5C-4F601730490A}"/>
                  </a:ext>
                </a:extLst>
              </p:cNvPr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842" name="Google Shape;2842;p37">
              <a:extLst>
                <a:ext uri="{FF2B5EF4-FFF2-40B4-BE49-F238E27FC236}">
                  <a16:creationId xmlns:a16="http://schemas.microsoft.com/office/drawing/2014/main" id="{F45336FE-D722-FEEB-F2CB-5264C3CFCC77}"/>
                </a:ext>
              </a:extLst>
            </p:cNvPr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843" name="Google Shape;2843;p37">
                <a:extLst>
                  <a:ext uri="{FF2B5EF4-FFF2-40B4-BE49-F238E27FC236}">
                    <a16:creationId xmlns:a16="http://schemas.microsoft.com/office/drawing/2014/main" id="{BA405DE5-4EAE-7A44-B40F-F521B068CC86}"/>
                  </a:ext>
                </a:extLst>
              </p:cNvPr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4" name="Google Shape;2844;p37">
                <a:extLst>
                  <a:ext uri="{FF2B5EF4-FFF2-40B4-BE49-F238E27FC236}">
                    <a16:creationId xmlns:a16="http://schemas.microsoft.com/office/drawing/2014/main" id="{142FCC97-B651-D557-940D-D8449CAC8482}"/>
                  </a:ext>
                </a:extLst>
              </p:cNvPr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5" name="Google Shape;2845;p37">
                <a:extLst>
                  <a:ext uri="{FF2B5EF4-FFF2-40B4-BE49-F238E27FC236}">
                    <a16:creationId xmlns:a16="http://schemas.microsoft.com/office/drawing/2014/main" id="{0D4D0CD9-1D63-BD84-6E71-ADA31E2646A7}"/>
                  </a:ext>
                </a:extLst>
              </p:cNvPr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6" name="Google Shape;2846;p37">
                <a:extLst>
                  <a:ext uri="{FF2B5EF4-FFF2-40B4-BE49-F238E27FC236}">
                    <a16:creationId xmlns:a16="http://schemas.microsoft.com/office/drawing/2014/main" id="{68C61D6A-8E85-7F2C-1D59-1052EBC9CCB0}"/>
                  </a:ext>
                </a:extLst>
              </p:cNvPr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7" name="Google Shape;2847;p37">
                <a:extLst>
                  <a:ext uri="{FF2B5EF4-FFF2-40B4-BE49-F238E27FC236}">
                    <a16:creationId xmlns:a16="http://schemas.microsoft.com/office/drawing/2014/main" id="{DFF9A479-9709-BB08-64E8-BB229F58078D}"/>
                  </a:ext>
                </a:extLst>
              </p:cNvPr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8" name="Google Shape;2848;p37">
                <a:extLst>
                  <a:ext uri="{FF2B5EF4-FFF2-40B4-BE49-F238E27FC236}">
                    <a16:creationId xmlns:a16="http://schemas.microsoft.com/office/drawing/2014/main" id="{584683F3-80C4-3052-5FC8-8787FDAA57F8}"/>
                  </a:ext>
                </a:extLst>
              </p:cNvPr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9" name="Google Shape;2849;p37">
                <a:extLst>
                  <a:ext uri="{FF2B5EF4-FFF2-40B4-BE49-F238E27FC236}">
                    <a16:creationId xmlns:a16="http://schemas.microsoft.com/office/drawing/2014/main" id="{903E01B8-30DE-415E-3E71-9317EBB90DEA}"/>
                  </a:ext>
                </a:extLst>
              </p:cNvPr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0" name="Google Shape;2850;p37">
                <a:extLst>
                  <a:ext uri="{FF2B5EF4-FFF2-40B4-BE49-F238E27FC236}">
                    <a16:creationId xmlns:a16="http://schemas.microsoft.com/office/drawing/2014/main" id="{306107DE-3B5C-5083-DC82-3C6C5D160186}"/>
                  </a:ext>
                </a:extLst>
              </p:cNvPr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1" name="Google Shape;2851;p37">
                <a:extLst>
                  <a:ext uri="{FF2B5EF4-FFF2-40B4-BE49-F238E27FC236}">
                    <a16:creationId xmlns:a16="http://schemas.microsoft.com/office/drawing/2014/main" id="{C46AB422-1933-6210-14DE-11F3E9535977}"/>
                  </a:ext>
                </a:extLst>
              </p:cNvPr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2" name="Google Shape;2852;p37">
                <a:extLst>
                  <a:ext uri="{FF2B5EF4-FFF2-40B4-BE49-F238E27FC236}">
                    <a16:creationId xmlns:a16="http://schemas.microsoft.com/office/drawing/2014/main" id="{38D5A660-814C-86FF-B576-6A51EC83AB7F}"/>
                  </a:ext>
                </a:extLst>
              </p:cNvPr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A9E29361-C834-8C78-B7C7-369FF087CFA2}"/>
              </a:ext>
            </a:extLst>
          </p:cNvPr>
          <p:cNvGrpSpPr/>
          <p:nvPr/>
        </p:nvGrpSpPr>
        <p:grpSpPr>
          <a:xfrm>
            <a:off x="1281579" y="1733491"/>
            <a:ext cx="3599279" cy="373395"/>
            <a:chOff x="1281579" y="1733491"/>
            <a:chExt cx="3599279" cy="373395"/>
          </a:xfrm>
        </p:grpSpPr>
        <p:sp>
          <p:nvSpPr>
            <p:cNvPr id="6" name="Google Shape;2806;p37">
              <a:extLst>
                <a:ext uri="{FF2B5EF4-FFF2-40B4-BE49-F238E27FC236}">
                  <a16:creationId xmlns:a16="http://schemas.microsoft.com/office/drawing/2014/main" id="{B3430DCD-6699-705F-03ED-6E77440C5C99}"/>
                </a:ext>
              </a:extLst>
            </p:cNvPr>
            <p:cNvSpPr txBox="1">
              <a:spLocks/>
            </p:cNvSpPr>
            <p:nvPr/>
          </p:nvSpPr>
          <p:spPr>
            <a:xfrm>
              <a:off x="1587394" y="1733491"/>
              <a:ext cx="3293464" cy="3733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1pPr>
              <a:lvl2pPr marL="914400" marR="0" lvl="1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2pPr>
              <a:lvl3pPr marL="1371600" marR="0" lvl="2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3pPr>
              <a:lvl4pPr marL="1828800" marR="0" lvl="3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4pPr>
              <a:lvl5pPr marL="2286000" marR="0" lvl="4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5pPr>
              <a:lvl6pPr marL="2743200" marR="0" lvl="5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6pPr>
              <a:lvl7pPr marL="3200400" marR="0" lvl="6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7pPr>
              <a:lvl8pPr marL="3657600" marR="0" lvl="7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8pPr>
              <a:lvl9pPr marL="4114800" marR="0" lvl="8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9pPr>
            </a:lstStyle>
            <a:p>
              <a:pPr marL="0" indent="0"/>
              <a:r>
                <a:rPr lang="en-US" b="1" dirty="0"/>
                <a:t>22% of population</a:t>
              </a:r>
              <a:r>
                <a:rPr lang="en-US" dirty="0"/>
                <a:t> will be 60+ by 2050</a:t>
              </a:r>
            </a:p>
          </p:txBody>
        </p:sp>
        <p:sp>
          <p:nvSpPr>
            <p:cNvPr id="11" name="Google Shape;9715;p84">
              <a:extLst>
                <a:ext uri="{FF2B5EF4-FFF2-40B4-BE49-F238E27FC236}">
                  <a16:creationId xmlns:a16="http://schemas.microsoft.com/office/drawing/2014/main" id="{8246A9BA-48CE-ACC5-D22F-F30063FF2788}"/>
                </a:ext>
              </a:extLst>
            </p:cNvPr>
            <p:cNvSpPr/>
            <p:nvPr/>
          </p:nvSpPr>
          <p:spPr>
            <a:xfrm>
              <a:off x="1281579" y="1791062"/>
              <a:ext cx="333673" cy="315824"/>
            </a:xfrm>
            <a:custGeom>
              <a:avLst/>
              <a:gdLst/>
              <a:ahLst/>
              <a:cxnLst/>
              <a:rect l="l" t="t" r="r" b="b"/>
              <a:pathLst>
                <a:path w="18956" h="17942" extrusionOk="0">
                  <a:moveTo>
                    <a:pt x="6270" y="9375"/>
                  </a:moveTo>
                  <a:lnTo>
                    <a:pt x="6267" y="16812"/>
                  </a:lnTo>
                  <a:lnTo>
                    <a:pt x="1130" y="16812"/>
                  </a:lnTo>
                  <a:lnTo>
                    <a:pt x="1130" y="13545"/>
                  </a:lnTo>
                  <a:lnTo>
                    <a:pt x="6270" y="9375"/>
                  </a:lnTo>
                  <a:close/>
                  <a:moveTo>
                    <a:pt x="7399" y="9116"/>
                  </a:moveTo>
                  <a:lnTo>
                    <a:pt x="12103" y="11534"/>
                  </a:lnTo>
                  <a:lnTo>
                    <a:pt x="12100" y="16812"/>
                  </a:lnTo>
                  <a:lnTo>
                    <a:pt x="7399" y="16812"/>
                  </a:lnTo>
                  <a:lnTo>
                    <a:pt x="7399" y="9116"/>
                  </a:lnTo>
                  <a:close/>
                  <a:moveTo>
                    <a:pt x="564" y="1"/>
                  </a:moveTo>
                  <a:cubicBezTo>
                    <a:pt x="251" y="1"/>
                    <a:pt x="1" y="254"/>
                    <a:pt x="1" y="564"/>
                  </a:cubicBezTo>
                  <a:lnTo>
                    <a:pt x="1" y="13274"/>
                  </a:lnTo>
                  <a:lnTo>
                    <a:pt x="1" y="17376"/>
                  </a:lnTo>
                  <a:cubicBezTo>
                    <a:pt x="1" y="17689"/>
                    <a:pt x="251" y="17942"/>
                    <a:pt x="564" y="17942"/>
                  </a:cubicBezTo>
                  <a:lnTo>
                    <a:pt x="18324" y="17942"/>
                  </a:lnTo>
                  <a:cubicBezTo>
                    <a:pt x="18637" y="17942"/>
                    <a:pt x="18890" y="17689"/>
                    <a:pt x="18890" y="17376"/>
                  </a:cubicBezTo>
                  <a:cubicBezTo>
                    <a:pt x="18890" y="17062"/>
                    <a:pt x="18637" y="16812"/>
                    <a:pt x="18324" y="16812"/>
                  </a:cubicBezTo>
                  <a:lnTo>
                    <a:pt x="13232" y="16812"/>
                  </a:lnTo>
                  <a:lnTo>
                    <a:pt x="13232" y="11425"/>
                  </a:lnTo>
                  <a:lnTo>
                    <a:pt x="16210" y="8444"/>
                  </a:lnTo>
                  <a:lnTo>
                    <a:pt x="17400" y="9634"/>
                  </a:lnTo>
                  <a:cubicBezTo>
                    <a:pt x="17514" y="9748"/>
                    <a:pt x="17656" y="9799"/>
                    <a:pt x="17796" y="9799"/>
                  </a:cubicBezTo>
                  <a:cubicBezTo>
                    <a:pt x="18059" y="9799"/>
                    <a:pt x="18314" y="9616"/>
                    <a:pt x="18357" y="9317"/>
                  </a:cubicBezTo>
                  <a:lnTo>
                    <a:pt x="18905" y="5592"/>
                  </a:lnTo>
                  <a:cubicBezTo>
                    <a:pt x="18955" y="5247"/>
                    <a:pt x="18683" y="4948"/>
                    <a:pt x="18347" y="4948"/>
                  </a:cubicBezTo>
                  <a:cubicBezTo>
                    <a:pt x="18320" y="4948"/>
                    <a:pt x="18292" y="4950"/>
                    <a:pt x="18264" y="4954"/>
                  </a:cubicBezTo>
                  <a:lnTo>
                    <a:pt x="14539" y="5502"/>
                  </a:lnTo>
                  <a:cubicBezTo>
                    <a:pt x="14078" y="5568"/>
                    <a:pt x="13895" y="6132"/>
                    <a:pt x="14223" y="6460"/>
                  </a:cubicBezTo>
                  <a:lnTo>
                    <a:pt x="15412" y="7649"/>
                  </a:lnTo>
                  <a:lnTo>
                    <a:pt x="12558" y="10501"/>
                  </a:lnTo>
                  <a:lnTo>
                    <a:pt x="7092" y="7688"/>
                  </a:lnTo>
                  <a:lnTo>
                    <a:pt x="7059" y="7673"/>
                  </a:lnTo>
                  <a:lnTo>
                    <a:pt x="7044" y="7667"/>
                  </a:lnTo>
                  <a:cubicBezTo>
                    <a:pt x="7032" y="7661"/>
                    <a:pt x="7020" y="7658"/>
                    <a:pt x="7008" y="7655"/>
                  </a:cubicBezTo>
                  <a:cubicBezTo>
                    <a:pt x="7002" y="7652"/>
                    <a:pt x="6996" y="7649"/>
                    <a:pt x="6990" y="7649"/>
                  </a:cubicBezTo>
                  <a:lnTo>
                    <a:pt x="6957" y="7640"/>
                  </a:lnTo>
                  <a:lnTo>
                    <a:pt x="6942" y="7637"/>
                  </a:lnTo>
                  <a:cubicBezTo>
                    <a:pt x="6926" y="7634"/>
                    <a:pt x="6908" y="7631"/>
                    <a:pt x="6893" y="7628"/>
                  </a:cubicBezTo>
                  <a:lnTo>
                    <a:pt x="6770" y="7628"/>
                  </a:lnTo>
                  <a:cubicBezTo>
                    <a:pt x="6758" y="7631"/>
                    <a:pt x="6743" y="7634"/>
                    <a:pt x="6728" y="7637"/>
                  </a:cubicBezTo>
                  <a:lnTo>
                    <a:pt x="6710" y="7640"/>
                  </a:lnTo>
                  <a:lnTo>
                    <a:pt x="6680" y="7649"/>
                  </a:lnTo>
                  <a:lnTo>
                    <a:pt x="6658" y="7652"/>
                  </a:lnTo>
                  <a:cubicBezTo>
                    <a:pt x="6646" y="7658"/>
                    <a:pt x="6631" y="7664"/>
                    <a:pt x="6616" y="7670"/>
                  </a:cubicBezTo>
                  <a:cubicBezTo>
                    <a:pt x="6610" y="7670"/>
                    <a:pt x="6607" y="7673"/>
                    <a:pt x="6601" y="7676"/>
                  </a:cubicBezTo>
                  <a:cubicBezTo>
                    <a:pt x="6595" y="7679"/>
                    <a:pt x="6583" y="7685"/>
                    <a:pt x="6574" y="7688"/>
                  </a:cubicBezTo>
                  <a:lnTo>
                    <a:pt x="6556" y="7700"/>
                  </a:lnTo>
                  <a:cubicBezTo>
                    <a:pt x="6547" y="7703"/>
                    <a:pt x="6538" y="7709"/>
                    <a:pt x="6529" y="7715"/>
                  </a:cubicBezTo>
                  <a:lnTo>
                    <a:pt x="6514" y="7724"/>
                  </a:lnTo>
                  <a:cubicBezTo>
                    <a:pt x="6502" y="7733"/>
                    <a:pt x="6490" y="7743"/>
                    <a:pt x="6475" y="7752"/>
                  </a:cubicBezTo>
                  <a:lnTo>
                    <a:pt x="6475" y="7755"/>
                  </a:lnTo>
                  <a:lnTo>
                    <a:pt x="1130" y="12091"/>
                  </a:lnTo>
                  <a:lnTo>
                    <a:pt x="1130" y="564"/>
                  </a:lnTo>
                  <a:cubicBezTo>
                    <a:pt x="1130" y="254"/>
                    <a:pt x="877" y="1"/>
                    <a:pt x="56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435D74"/>
                </a:solidFill>
              </a:endParaRP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54940AC1-D68D-3265-A073-4061C008927A}"/>
              </a:ext>
            </a:extLst>
          </p:cNvPr>
          <p:cNvGrpSpPr/>
          <p:nvPr/>
        </p:nvGrpSpPr>
        <p:grpSpPr>
          <a:xfrm>
            <a:off x="1279251" y="2195570"/>
            <a:ext cx="3601607" cy="373392"/>
            <a:chOff x="1279251" y="2195570"/>
            <a:chExt cx="3601607" cy="373392"/>
          </a:xfrm>
        </p:grpSpPr>
        <p:sp>
          <p:nvSpPr>
            <p:cNvPr id="7" name="Google Shape;2806;p37">
              <a:extLst>
                <a:ext uri="{FF2B5EF4-FFF2-40B4-BE49-F238E27FC236}">
                  <a16:creationId xmlns:a16="http://schemas.microsoft.com/office/drawing/2014/main" id="{5CF129E3-C620-93B8-3CA5-CE4606E4EE9C}"/>
                </a:ext>
              </a:extLst>
            </p:cNvPr>
            <p:cNvSpPr txBox="1">
              <a:spLocks/>
            </p:cNvSpPr>
            <p:nvPr/>
          </p:nvSpPr>
          <p:spPr>
            <a:xfrm>
              <a:off x="1587394" y="2195570"/>
              <a:ext cx="3293464" cy="3733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1pPr>
              <a:lvl2pPr marL="914400" marR="0" lvl="1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2pPr>
              <a:lvl3pPr marL="1371600" marR="0" lvl="2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3pPr>
              <a:lvl4pPr marL="1828800" marR="0" lvl="3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4pPr>
              <a:lvl5pPr marL="2286000" marR="0" lvl="4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5pPr>
              <a:lvl6pPr marL="2743200" marR="0" lvl="5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6pPr>
              <a:lvl7pPr marL="3200400" marR="0" lvl="6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7pPr>
              <a:lvl8pPr marL="3657600" marR="0" lvl="7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8pPr>
              <a:lvl9pPr marL="4114800" marR="0" lvl="8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9pPr>
            </a:lstStyle>
            <a:p>
              <a:pPr marL="0" indent="0"/>
              <a:r>
                <a:rPr lang="en-US" b="1" dirty="0"/>
                <a:t>95%</a:t>
              </a:r>
              <a:r>
                <a:rPr lang="en-US" dirty="0"/>
                <a:t> face health complications</a:t>
              </a:r>
            </a:p>
          </p:txBody>
        </p:sp>
        <p:grpSp>
          <p:nvGrpSpPr>
            <p:cNvPr id="12" name="Google Shape;10169;p85">
              <a:extLst>
                <a:ext uri="{FF2B5EF4-FFF2-40B4-BE49-F238E27FC236}">
                  <a16:creationId xmlns:a16="http://schemas.microsoft.com/office/drawing/2014/main" id="{3702B782-97B4-E22F-6EAF-6741DA6C2A20}"/>
                </a:ext>
              </a:extLst>
            </p:cNvPr>
            <p:cNvGrpSpPr/>
            <p:nvPr/>
          </p:nvGrpSpPr>
          <p:grpSpPr>
            <a:xfrm>
              <a:off x="1279251" y="2235923"/>
              <a:ext cx="338328" cy="320040"/>
              <a:chOff x="-28069875" y="3175300"/>
              <a:chExt cx="260725" cy="296150"/>
            </a:xfrm>
          </p:grpSpPr>
          <p:sp>
            <p:nvSpPr>
              <p:cNvPr id="13" name="Google Shape;10170;p85">
                <a:extLst>
                  <a:ext uri="{FF2B5EF4-FFF2-40B4-BE49-F238E27FC236}">
                    <a16:creationId xmlns:a16="http://schemas.microsoft.com/office/drawing/2014/main" id="{CDE6D0A5-8D06-E2E9-DA46-D1DDE4A7C6C2}"/>
                  </a:ext>
                </a:extLst>
              </p:cNvPr>
              <p:cNvSpPr/>
              <p:nvPr/>
            </p:nvSpPr>
            <p:spPr>
              <a:xfrm>
                <a:off x="-28059650" y="3192625"/>
                <a:ext cx="26025" cy="70125"/>
              </a:xfrm>
              <a:custGeom>
                <a:avLst/>
                <a:gdLst/>
                <a:ahLst/>
                <a:cxnLst/>
                <a:rect l="l" t="t" r="r" b="b"/>
                <a:pathLst>
                  <a:path w="1041" h="2805" extrusionOk="0">
                    <a:moveTo>
                      <a:pt x="536" y="0"/>
                    </a:moveTo>
                    <a:cubicBezTo>
                      <a:pt x="253" y="0"/>
                      <a:pt x="1" y="252"/>
                      <a:pt x="1" y="536"/>
                    </a:cubicBezTo>
                    <a:lnTo>
                      <a:pt x="1" y="2458"/>
                    </a:lnTo>
                    <a:cubicBezTo>
                      <a:pt x="410" y="2458"/>
                      <a:pt x="757" y="2584"/>
                      <a:pt x="1040" y="2804"/>
                    </a:cubicBezTo>
                    <a:lnTo>
                      <a:pt x="1040" y="536"/>
                    </a:lnTo>
                    <a:cubicBezTo>
                      <a:pt x="1040" y="252"/>
                      <a:pt x="788" y="0"/>
                      <a:pt x="53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14" name="Google Shape;10171;p85">
                <a:extLst>
                  <a:ext uri="{FF2B5EF4-FFF2-40B4-BE49-F238E27FC236}">
                    <a16:creationId xmlns:a16="http://schemas.microsoft.com/office/drawing/2014/main" id="{61F9AF84-257D-75E4-F476-A029A9E3CD2C}"/>
                  </a:ext>
                </a:extLst>
              </p:cNvPr>
              <p:cNvSpPr/>
              <p:nvPr/>
            </p:nvSpPr>
            <p:spPr>
              <a:xfrm>
                <a:off x="-27843050" y="3192625"/>
                <a:ext cx="26025" cy="69325"/>
              </a:xfrm>
              <a:custGeom>
                <a:avLst/>
                <a:gdLst/>
                <a:ahLst/>
                <a:cxnLst/>
                <a:rect l="l" t="t" r="r" b="b"/>
                <a:pathLst>
                  <a:path w="1041" h="2773" extrusionOk="0">
                    <a:moveTo>
                      <a:pt x="536" y="0"/>
                    </a:moveTo>
                    <a:cubicBezTo>
                      <a:pt x="253" y="0"/>
                      <a:pt x="1" y="252"/>
                      <a:pt x="1" y="536"/>
                    </a:cubicBezTo>
                    <a:lnTo>
                      <a:pt x="1" y="2773"/>
                    </a:lnTo>
                    <a:cubicBezTo>
                      <a:pt x="284" y="2584"/>
                      <a:pt x="694" y="2426"/>
                      <a:pt x="1040" y="2426"/>
                    </a:cubicBezTo>
                    <a:lnTo>
                      <a:pt x="1040" y="536"/>
                    </a:lnTo>
                    <a:cubicBezTo>
                      <a:pt x="1040" y="252"/>
                      <a:pt x="788" y="0"/>
                      <a:pt x="53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15" name="Google Shape;10172;p85">
                <a:extLst>
                  <a:ext uri="{FF2B5EF4-FFF2-40B4-BE49-F238E27FC236}">
                    <a16:creationId xmlns:a16="http://schemas.microsoft.com/office/drawing/2014/main" id="{C16A0495-EDF3-6A7F-C0A0-9F9424AD72A0}"/>
                  </a:ext>
                </a:extLst>
              </p:cNvPr>
              <p:cNvSpPr/>
              <p:nvPr/>
            </p:nvSpPr>
            <p:spPr>
              <a:xfrm>
                <a:off x="-27973000" y="3202075"/>
                <a:ext cx="26000" cy="57525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2301" extrusionOk="0">
                    <a:moveTo>
                      <a:pt x="536" y="0"/>
                    </a:moveTo>
                    <a:cubicBezTo>
                      <a:pt x="252" y="0"/>
                      <a:pt x="0" y="221"/>
                      <a:pt x="0" y="504"/>
                    </a:cubicBezTo>
                    <a:lnTo>
                      <a:pt x="0" y="1954"/>
                    </a:lnTo>
                    <a:cubicBezTo>
                      <a:pt x="410" y="1985"/>
                      <a:pt x="756" y="2080"/>
                      <a:pt x="1040" y="2300"/>
                    </a:cubicBezTo>
                    <a:lnTo>
                      <a:pt x="1040" y="504"/>
                    </a:lnTo>
                    <a:cubicBezTo>
                      <a:pt x="1040" y="221"/>
                      <a:pt x="788" y="0"/>
                      <a:pt x="53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16" name="Google Shape;10173;p85">
                <a:extLst>
                  <a:ext uri="{FF2B5EF4-FFF2-40B4-BE49-F238E27FC236}">
                    <a16:creationId xmlns:a16="http://schemas.microsoft.com/office/drawing/2014/main" id="{388178B5-0B59-2A18-71E5-AB2A705E052C}"/>
                  </a:ext>
                </a:extLst>
              </p:cNvPr>
              <p:cNvSpPr/>
              <p:nvPr/>
            </p:nvSpPr>
            <p:spPr>
              <a:xfrm>
                <a:off x="-27929675" y="3202075"/>
                <a:ext cx="26000" cy="57525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2301" extrusionOk="0">
                    <a:moveTo>
                      <a:pt x="536" y="0"/>
                    </a:moveTo>
                    <a:cubicBezTo>
                      <a:pt x="252" y="0"/>
                      <a:pt x="0" y="221"/>
                      <a:pt x="0" y="504"/>
                    </a:cubicBezTo>
                    <a:lnTo>
                      <a:pt x="0" y="2300"/>
                    </a:lnTo>
                    <a:cubicBezTo>
                      <a:pt x="315" y="2111"/>
                      <a:pt x="693" y="1985"/>
                      <a:pt x="1040" y="1954"/>
                    </a:cubicBezTo>
                    <a:lnTo>
                      <a:pt x="1040" y="504"/>
                    </a:lnTo>
                    <a:cubicBezTo>
                      <a:pt x="1040" y="221"/>
                      <a:pt x="788" y="0"/>
                      <a:pt x="53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17" name="Google Shape;10174;p85">
                <a:extLst>
                  <a:ext uri="{FF2B5EF4-FFF2-40B4-BE49-F238E27FC236}">
                    <a16:creationId xmlns:a16="http://schemas.microsoft.com/office/drawing/2014/main" id="{940D86A7-E714-D679-0B91-268934C6C6C4}"/>
                  </a:ext>
                </a:extLst>
              </p:cNvPr>
              <p:cNvSpPr/>
              <p:nvPr/>
            </p:nvSpPr>
            <p:spPr>
              <a:xfrm>
                <a:off x="-28016325" y="3175300"/>
                <a:ext cx="26025" cy="91375"/>
              </a:xfrm>
              <a:custGeom>
                <a:avLst/>
                <a:gdLst/>
                <a:ahLst/>
                <a:cxnLst/>
                <a:rect l="l" t="t" r="r" b="b"/>
                <a:pathLst>
                  <a:path w="1041" h="3655" extrusionOk="0">
                    <a:moveTo>
                      <a:pt x="536" y="0"/>
                    </a:moveTo>
                    <a:cubicBezTo>
                      <a:pt x="253" y="0"/>
                      <a:pt x="1" y="221"/>
                      <a:pt x="1" y="504"/>
                    </a:cubicBezTo>
                    <a:lnTo>
                      <a:pt x="1" y="3655"/>
                    </a:lnTo>
                    <a:cubicBezTo>
                      <a:pt x="1" y="3655"/>
                      <a:pt x="1" y="3623"/>
                      <a:pt x="64" y="3623"/>
                    </a:cubicBezTo>
                    <a:cubicBezTo>
                      <a:pt x="284" y="3371"/>
                      <a:pt x="631" y="3182"/>
                      <a:pt x="1040" y="3056"/>
                    </a:cubicBezTo>
                    <a:lnTo>
                      <a:pt x="1040" y="504"/>
                    </a:lnTo>
                    <a:cubicBezTo>
                      <a:pt x="1040" y="221"/>
                      <a:pt x="788" y="0"/>
                      <a:pt x="53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18" name="Google Shape;10175;p85">
                <a:extLst>
                  <a:ext uri="{FF2B5EF4-FFF2-40B4-BE49-F238E27FC236}">
                    <a16:creationId xmlns:a16="http://schemas.microsoft.com/office/drawing/2014/main" id="{A9E11D7A-0ECE-1A4D-61A7-F54BAB8D66D8}"/>
                  </a:ext>
                </a:extLst>
              </p:cNvPr>
              <p:cNvSpPr/>
              <p:nvPr/>
            </p:nvSpPr>
            <p:spPr>
              <a:xfrm>
                <a:off x="-27886375" y="3176075"/>
                <a:ext cx="26025" cy="91400"/>
              </a:xfrm>
              <a:custGeom>
                <a:avLst/>
                <a:gdLst/>
                <a:ahLst/>
                <a:cxnLst/>
                <a:rect l="l" t="t" r="r" b="b"/>
                <a:pathLst>
                  <a:path w="1041" h="3656" extrusionOk="0">
                    <a:moveTo>
                      <a:pt x="536" y="1"/>
                    </a:moveTo>
                    <a:cubicBezTo>
                      <a:pt x="253" y="1"/>
                      <a:pt x="1" y="221"/>
                      <a:pt x="1" y="505"/>
                    </a:cubicBezTo>
                    <a:lnTo>
                      <a:pt x="1" y="3088"/>
                    </a:lnTo>
                    <a:cubicBezTo>
                      <a:pt x="379" y="3151"/>
                      <a:pt x="726" y="3340"/>
                      <a:pt x="1041" y="3655"/>
                    </a:cubicBezTo>
                    <a:lnTo>
                      <a:pt x="1041" y="505"/>
                    </a:lnTo>
                    <a:cubicBezTo>
                      <a:pt x="1041" y="253"/>
                      <a:pt x="789" y="1"/>
                      <a:pt x="536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19" name="Google Shape;10176;p85">
                <a:extLst>
                  <a:ext uri="{FF2B5EF4-FFF2-40B4-BE49-F238E27FC236}">
                    <a16:creationId xmlns:a16="http://schemas.microsoft.com/office/drawing/2014/main" id="{5AACB976-38E1-BF88-3B6C-054710220EB3}"/>
                  </a:ext>
                </a:extLst>
              </p:cNvPr>
              <p:cNvSpPr/>
              <p:nvPr/>
            </p:nvSpPr>
            <p:spPr>
              <a:xfrm>
                <a:off x="-28017900" y="3269025"/>
                <a:ext cx="161475" cy="133125"/>
              </a:xfrm>
              <a:custGeom>
                <a:avLst/>
                <a:gdLst/>
                <a:ahLst/>
                <a:cxnLst/>
                <a:rect l="l" t="t" r="r" b="b"/>
                <a:pathLst>
                  <a:path w="6459" h="5325" extrusionOk="0">
                    <a:moveTo>
                      <a:pt x="1733" y="0"/>
                    </a:moveTo>
                    <a:cubicBezTo>
                      <a:pt x="1355" y="0"/>
                      <a:pt x="946" y="158"/>
                      <a:pt x="662" y="410"/>
                    </a:cubicBezTo>
                    <a:cubicBezTo>
                      <a:pt x="64" y="882"/>
                      <a:pt x="1" y="1639"/>
                      <a:pt x="347" y="2237"/>
                    </a:cubicBezTo>
                    <a:cubicBezTo>
                      <a:pt x="1324" y="2458"/>
                      <a:pt x="2048" y="3340"/>
                      <a:pt x="2174" y="4348"/>
                    </a:cubicBezTo>
                    <a:lnTo>
                      <a:pt x="3214" y="5325"/>
                    </a:lnTo>
                    <a:lnTo>
                      <a:pt x="4285" y="4348"/>
                    </a:lnTo>
                    <a:cubicBezTo>
                      <a:pt x="4380" y="3340"/>
                      <a:pt x="5073" y="2521"/>
                      <a:pt x="6113" y="2237"/>
                    </a:cubicBezTo>
                    <a:cubicBezTo>
                      <a:pt x="6459" y="1639"/>
                      <a:pt x="6333" y="882"/>
                      <a:pt x="5860" y="410"/>
                    </a:cubicBezTo>
                    <a:cubicBezTo>
                      <a:pt x="5577" y="158"/>
                      <a:pt x="5199" y="0"/>
                      <a:pt x="4789" y="0"/>
                    </a:cubicBezTo>
                    <a:cubicBezTo>
                      <a:pt x="4411" y="0"/>
                      <a:pt x="4002" y="158"/>
                      <a:pt x="3750" y="410"/>
                    </a:cubicBezTo>
                    <a:lnTo>
                      <a:pt x="3277" y="882"/>
                    </a:lnTo>
                    <a:lnTo>
                      <a:pt x="2805" y="410"/>
                    </a:lnTo>
                    <a:cubicBezTo>
                      <a:pt x="2521" y="158"/>
                      <a:pt x="2143" y="0"/>
                      <a:pt x="173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20" name="Google Shape;10177;p85">
                <a:extLst>
                  <a:ext uri="{FF2B5EF4-FFF2-40B4-BE49-F238E27FC236}">
                    <a16:creationId xmlns:a16="http://schemas.microsoft.com/office/drawing/2014/main" id="{89E222D9-115B-A0BB-6FD1-230C99C63FE5}"/>
                  </a:ext>
                </a:extLst>
              </p:cNvPr>
              <p:cNvSpPr/>
              <p:nvPr/>
            </p:nvSpPr>
            <p:spPr>
              <a:xfrm>
                <a:off x="-27930475" y="3269800"/>
                <a:ext cx="121325" cy="201650"/>
              </a:xfrm>
              <a:custGeom>
                <a:avLst/>
                <a:gdLst/>
                <a:ahLst/>
                <a:cxnLst/>
                <a:rect l="l" t="t" r="r" b="b"/>
                <a:pathLst>
                  <a:path w="4853" h="8066" extrusionOk="0">
                    <a:moveTo>
                      <a:pt x="4506" y="1"/>
                    </a:moveTo>
                    <a:cubicBezTo>
                      <a:pt x="3876" y="1"/>
                      <a:pt x="3403" y="505"/>
                      <a:pt x="3403" y="1198"/>
                    </a:cubicBezTo>
                    <a:lnTo>
                      <a:pt x="3403" y="2395"/>
                    </a:lnTo>
                    <a:cubicBezTo>
                      <a:pt x="3403" y="2584"/>
                      <a:pt x="3246" y="2742"/>
                      <a:pt x="3025" y="2742"/>
                    </a:cubicBezTo>
                    <a:cubicBezTo>
                      <a:pt x="2679" y="2742"/>
                      <a:pt x="2363" y="2868"/>
                      <a:pt x="2080" y="3025"/>
                    </a:cubicBezTo>
                    <a:cubicBezTo>
                      <a:pt x="1702" y="3372"/>
                      <a:pt x="1418" y="3939"/>
                      <a:pt x="1418" y="4474"/>
                    </a:cubicBezTo>
                    <a:lnTo>
                      <a:pt x="1418" y="5231"/>
                    </a:lnTo>
                    <a:cubicBezTo>
                      <a:pt x="1418" y="5420"/>
                      <a:pt x="1261" y="5577"/>
                      <a:pt x="1072" y="5577"/>
                    </a:cubicBezTo>
                    <a:cubicBezTo>
                      <a:pt x="883" y="5577"/>
                      <a:pt x="725" y="5420"/>
                      <a:pt x="725" y="5231"/>
                    </a:cubicBezTo>
                    <a:lnTo>
                      <a:pt x="1" y="5892"/>
                    </a:lnTo>
                    <a:lnTo>
                      <a:pt x="1" y="8066"/>
                    </a:lnTo>
                    <a:lnTo>
                      <a:pt x="3813" y="8066"/>
                    </a:lnTo>
                    <a:cubicBezTo>
                      <a:pt x="4033" y="8066"/>
                      <a:pt x="4191" y="7908"/>
                      <a:pt x="4191" y="7719"/>
                    </a:cubicBezTo>
                    <a:cubicBezTo>
                      <a:pt x="4191" y="7530"/>
                      <a:pt x="4033" y="7373"/>
                      <a:pt x="3813" y="7373"/>
                    </a:cubicBezTo>
                    <a:lnTo>
                      <a:pt x="3466" y="7373"/>
                    </a:lnTo>
                    <a:lnTo>
                      <a:pt x="3466" y="6270"/>
                    </a:lnTo>
                    <a:cubicBezTo>
                      <a:pt x="3466" y="6176"/>
                      <a:pt x="3498" y="6050"/>
                      <a:pt x="3592" y="6018"/>
                    </a:cubicBezTo>
                    <a:lnTo>
                      <a:pt x="4128" y="5420"/>
                    </a:lnTo>
                    <a:cubicBezTo>
                      <a:pt x="4600" y="4947"/>
                      <a:pt x="4852" y="4380"/>
                      <a:pt x="4852" y="3687"/>
                    </a:cubicBezTo>
                    <a:lnTo>
                      <a:pt x="4852" y="347"/>
                    </a:lnTo>
                    <a:cubicBezTo>
                      <a:pt x="4852" y="158"/>
                      <a:pt x="4695" y="1"/>
                      <a:pt x="4506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21" name="Google Shape;10178;p85">
                <a:extLst>
                  <a:ext uri="{FF2B5EF4-FFF2-40B4-BE49-F238E27FC236}">
                    <a16:creationId xmlns:a16="http://schemas.microsoft.com/office/drawing/2014/main" id="{A1AB2021-310D-93A1-1A10-4D1E5D761F08}"/>
                  </a:ext>
                </a:extLst>
              </p:cNvPr>
              <p:cNvSpPr/>
              <p:nvPr/>
            </p:nvSpPr>
            <p:spPr>
              <a:xfrm>
                <a:off x="-28069875" y="3271375"/>
                <a:ext cx="122875" cy="200075"/>
              </a:xfrm>
              <a:custGeom>
                <a:avLst/>
                <a:gdLst/>
                <a:ahLst/>
                <a:cxnLst/>
                <a:rect l="l" t="t" r="r" b="b"/>
                <a:pathLst>
                  <a:path w="4915" h="8003" extrusionOk="0">
                    <a:moveTo>
                      <a:pt x="347" y="1"/>
                    </a:moveTo>
                    <a:cubicBezTo>
                      <a:pt x="158" y="1"/>
                      <a:pt x="0" y="158"/>
                      <a:pt x="0" y="379"/>
                    </a:cubicBezTo>
                    <a:lnTo>
                      <a:pt x="0" y="3718"/>
                    </a:lnTo>
                    <a:cubicBezTo>
                      <a:pt x="0" y="4348"/>
                      <a:pt x="221" y="4979"/>
                      <a:pt x="693" y="5451"/>
                    </a:cubicBezTo>
                    <a:lnTo>
                      <a:pt x="1323" y="5955"/>
                    </a:lnTo>
                    <a:cubicBezTo>
                      <a:pt x="1418" y="6018"/>
                      <a:pt x="1449" y="6113"/>
                      <a:pt x="1449" y="6207"/>
                    </a:cubicBezTo>
                    <a:lnTo>
                      <a:pt x="1449" y="7310"/>
                    </a:lnTo>
                    <a:lnTo>
                      <a:pt x="1103" y="7310"/>
                    </a:lnTo>
                    <a:cubicBezTo>
                      <a:pt x="882" y="7310"/>
                      <a:pt x="725" y="7467"/>
                      <a:pt x="725" y="7656"/>
                    </a:cubicBezTo>
                    <a:cubicBezTo>
                      <a:pt x="725" y="7845"/>
                      <a:pt x="882" y="8003"/>
                      <a:pt x="1103" y="8003"/>
                    </a:cubicBezTo>
                    <a:lnTo>
                      <a:pt x="4915" y="8003"/>
                    </a:lnTo>
                    <a:lnTo>
                      <a:pt x="4915" y="5829"/>
                    </a:lnTo>
                    <a:lnTo>
                      <a:pt x="4190" y="5168"/>
                    </a:lnTo>
                    <a:cubicBezTo>
                      <a:pt x="4190" y="5357"/>
                      <a:pt x="4033" y="5514"/>
                      <a:pt x="3844" y="5514"/>
                    </a:cubicBezTo>
                    <a:cubicBezTo>
                      <a:pt x="3655" y="5514"/>
                      <a:pt x="3497" y="5357"/>
                      <a:pt x="3497" y="5168"/>
                    </a:cubicBezTo>
                    <a:lnTo>
                      <a:pt x="3497" y="4411"/>
                    </a:lnTo>
                    <a:cubicBezTo>
                      <a:pt x="3497" y="3876"/>
                      <a:pt x="3214" y="3372"/>
                      <a:pt x="2741" y="3057"/>
                    </a:cubicBezTo>
                    <a:cubicBezTo>
                      <a:pt x="2458" y="2899"/>
                      <a:pt x="2143" y="2773"/>
                      <a:pt x="1796" y="2773"/>
                    </a:cubicBezTo>
                    <a:cubicBezTo>
                      <a:pt x="1607" y="2773"/>
                      <a:pt x="1449" y="2616"/>
                      <a:pt x="1449" y="2427"/>
                    </a:cubicBezTo>
                    <a:lnTo>
                      <a:pt x="1449" y="1229"/>
                    </a:lnTo>
                    <a:cubicBezTo>
                      <a:pt x="1449" y="473"/>
                      <a:pt x="945" y="1"/>
                      <a:pt x="34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>
                  <a:solidFill>
                    <a:srgbClr val="435D74"/>
                  </a:solidFill>
                </a:endParaRPr>
              </a:p>
            </p:txBody>
          </p:sp>
        </p:grp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45DC1BF5-6AAC-9890-A3BD-319E20FABB7B}"/>
              </a:ext>
            </a:extLst>
          </p:cNvPr>
          <p:cNvGrpSpPr/>
          <p:nvPr/>
        </p:nvGrpSpPr>
        <p:grpSpPr>
          <a:xfrm>
            <a:off x="1279251" y="2607521"/>
            <a:ext cx="3713495" cy="397519"/>
            <a:chOff x="1279251" y="2607521"/>
            <a:chExt cx="3713495" cy="397519"/>
          </a:xfrm>
        </p:grpSpPr>
        <p:sp>
          <p:nvSpPr>
            <p:cNvPr id="8" name="Google Shape;2806;p37">
              <a:extLst>
                <a:ext uri="{FF2B5EF4-FFF2-40B4-BE49-F238E27FC236}">
                  <a16:creationId xmlns:a16="http://schemas.microsoft.com/office/drawing/2014/main" id="{2C0FEE6B-7A9E-130B-22B9-FCCCB8178058}"/>
                </a:ext>
              </a:extLst>
            </p:cNvPr>
            <p:cNvSpPr txBox="1">
              <a:spLocks/>
            </p:cNvSpPr>
            <p:nvPr/>
          </p:nvSpPr>
          <p:spPr>
            <a:xfrm>
              <a:off x="1587394" y="2607521"/>
              <a:ext cx="3405352" cy="3733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1pPr>
              <a:lvl2pPr marL="914400" marR="0" lvl="1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2pPr>
              <a:lvl3pPr marL="1371600" marR="0" lvl="2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3pPr>
              <a:lvl4pPr marL="1828800" marR="0" lvl="3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4pPr>
              <a:lvl5pPr marL="2286000" marR="0" lvl="4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5pPr>
              <a:lvl6pPr marL="2743200" marR="0" lvl="5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6pPr>
              <a:lvl7pPr marL="3200400" marR="0" lvl="6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7pPr>
              <a:lvl8pPr marL="3657600" marR="0" lvl="7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8pPr>
              <a:lvl9pPr marL="4114800" marR="0" lvl="8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9pPr>
            </a:lstStyle>
            <a:p>
              <a:pPr marL="0" indent="0"/>
              <a:r>
                <a:rPr lang="en-US" b="1" dirty="0"/>
                <a:t>55.5%</a:t>
              </a:r>
              <a:r>
                <a:rPr lang="en-US" dirty="0"/>
                <a:t> of Bangladesh remains offline</a:t>
              </a:r>
            </a:p>
          </p:txBody>
        </p:sp>
        <p:grpSp>
          <p:nvGrpSpPr>
            <p:cNvPr id="22" name="Google Shape;10996;p87">
              <a:extLst>
                <a:ext uri="{FF2B5EF4-FFF2-40B4-BE49-F238E27FC236}">
                  <a16:creationId xmlns:a16="http://schemas.microsoft.com/office/drawing/2014/main" id="{AD2BCADE-E2A3-4C15-D6D1-65E0B1CB4CC8}"/>
                </a:ext>
              </a:extLst>
            </p:cNvPr>
            <p:cNvGrpSpPr/>
            <p:nvPr/>
          </p:nvGrpSpPr>
          <p:grpSpPr>
            <a:xfrm>
              <a:off x="1279251" y="2685000"/>
              <a:ext cx="338328" cy="320040"/>
              <a:chOff x="-34755225" y="3202075"/>
              <a:chExt cx="274100" cy="291450"/>
            </a:xfrm>
          </p:grpSpPr>
          <p:sp>
            <p:nvSpPr>
              <p:cNvPr id="23" name="Google Shape;10997;p87">
                <a:extLst>
                  <a:ext uri="{FF2B5EF4-FFF2-40B4-BE49-F238E27FC236}">
                    <a16:creationId xmlns:a16="http://schemas.microsoft.com/office/drawing/2014/main" id="{D45CE868-F4D5-7691-1713-7BC7DD13D76D}"/>
                  </a:ext>
                </a:extLst>
              </p:cNvPr>
              <p:cNvSpPr/>
              <p:nvPr/>
            </p:nvSpPr>
            <p:spPr>
              <a:xfrm>
                <a:off x="-34703250" y="3389525"/>
                <a:ext cx="84300" cy="34675"/>
              </a:xfrm>
              <a:custGeom>
                <a:avLst/>
                <a:gdLst/>
                <a:ahLst/>
                <a:cxnLst/>
                <a:rect l="l" t="t" r="r" b="b"/>
                <a:pathLst>
                  <a:path w="3372" h="1387" extrusionOk="0">
                    <a:moveTo>
                      <a:pt x="1670" y="1"/>
                    </a:moveTo>
                    <a:cubicBezTo>
                      <a:pt x="883" y="1"/>
                      <a:pt x="158" y="599"/>
                      <a:pt x="0" y="1387"/>
                    </a:cubicBezTo>
                    <a:lnTo>
                      <a:pt x="3371" y="1387"/>
                    </a:lnTo>
                    <a:cubicBezTo>
                      <a:pt x="3214" y="599"/>
                      <a:pt x="2489" y="1"/>
                      <a:pt x="167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24" name="Google Shape;10998;p87">
                <a:extLst>
                  <a:ext uri="{FF2B5EF4-FFF2-40B4-BE49-F238E27FC236}">
                    <a16:creationId xmlns:a16="http://schemas.microsoft.com/office/drawing/2014/main" id="{06A9B9E6-2B98-A23F-817F-5F6349998D6A}"/>
                  </a:ext>
                </a:extLst>
              </p:cNvPr>
              <p:cNvSpPr/>
              <p:nvPr/>
            </p:nvSpPr>
            <p:spPr>
              <a:xfrm>
                <a:off x="-34636300" y="3348575"/>
                <a:ext cx="69325" cy="75625"/>
              </a:xfrm>
              <a:custGeom>
                <a:avLst/>
                <a:gdLst/>
                <a:ahLst/>
                <a:cxnLst/>
                <a:rect l="l" t="t" r="r" b="b"/>
                <a:pathLst>
                  <a:path w="2773" h="3025" extrusionOk="0">
                    <a:moveTo>
                      <a:pt x="2111" y="0"/>
                    </a:moveTo>
                    <a:lnTo>
                      <a:pt x="1387" y="221"/>
                    </a:lnTo>
                    <a:cubicBezTo>
                      <a:pt x="1298" y="265"/>
                      <a:pt x="1179" y="290"/>
                      <a:pt x="1049" y="290"/>
                    </a:cubicBezTo>
                    <a:cubicBezTo>
                      <a:pt x="808" y="290"/>
                      <a:pt x="531" y="205"/>
                      <a:pt x="347" y="0"/>
                    </a:cubicBezTo>
                    <a:lnTo>
                      <a:pt x="347" y="0"/>
                    </a:lnTo>
                    <a:cubicBezTo>
                      <a:pt x="378" y="63"/>
                      <a:pt x="378" y="189"/>
                      <a:pt x="378" y="315"/>
                    </a:cubicBezTo>
                    <a:cubicBezTo>
                      <a:pt x="378" y="662"/>
                      <a:pt x="221" y="977"/>
                      <a:pt x="0" y="1229"/>
                    </a:cubicBezTo>
                    <a:cubicBezTo>
                      <a:pt x="725" y="1575"/>
                      <a:pt x="1229" y="2237"/>
                      <a:pt x="1355" y="3025"/>
                    </a:cubicBezTo>
                    <a:lnTo>
                      <a:pt x="2773" y="3025"/>
                    </a:lnTo>
                    <a:lnTo>
                      <a:pt x="2773" y="221"/>
                    </a:lnTo>
                    <a:cubicBezTo>
                      <a:pt x="2521" y="189"/>
                      <a:pt x="2300" y="126"/>
                      <a:pt x="211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25" name="Google Shape;10999;p87">
                <a:extLst>
                  <a:ext uri="{FF2B5EF4-FFF2-40B4-BE49-F238E27FC236}">
                    <a16:creationId xmlns:a16="http://schemas.microsoft.com/office/drawing/2014/main" id="{E940CE67-6EEC-9A81-6427-EB6FA42A048E}"/>
                  </a:ext>
                </a:extLst>
              </p:cNvPr>
              <p:cNvSpPr/>
              <p:nvPr/>
            </p:nvSpPr>
            <p:spPr>
              <a:xfrm>
                <a:off x="-34752875" y="3253275"/>
                <a:ext cx="126050" cy="170925"/>
              </a:xfrm>
              <a:custGeom>
                <a:avLst/>
                <a:gdLst/>
                <a:ahLst/>
                <a:cxnLst/>
                <a:rect l="l" t="t" r="r" b="b"/>
                <a:pathLst>
                  <a:path w="5042" h="6837" extrusionOk="0">
                    <a:moveTo>
                      <a:pt x="1" y="0"/>
                    </a:moveTo>
                    <a:lnTo>
                      <a:pt x="1" y="6837"/>
                    </a:lnTo>
                    <a:lnTo>
                      <a:pt x="1418" y="6837"/>
                    </a:lnTo>
                    <a:cubicBezTo>
                      <a:pt x="1450" y="6018"/>
                      <a:pt x="1954" y="5356"/>
                      <a:pt x="2679" y="4978"/>
                    </a:cubicBezTo>
                    <a:cubicBezTo>
                      <a:pt x="2427" y="4757"/>
                      <a:pt x="2301" y="4442"/>
                      <a:pt x="2301" y="4064"/>
                    </a:cubicBezTo>
                    <a:cubicBezTo>
                      <a:pt x="2301" y="3340"/>
                      <a:pt x="2931" y="2710"/>
                      <a:pt x="3687" y="2710"/>
                    </a:cubicBezTo>
                    <a:cubicBezTo>
                      <a:pt x="4128" y="2710"/>
                      <a:pt x="4474" y="2899"/>
                      <a:pt x="4758" y="3214"/>
                    </a:cubicBezTo>
                    <a:cubicBezTo>
                      <a:pt x="4726" y="3056"/>
                      <a:pt x="4758" y="2899"/>
                      <a:pt x="4789" y="2741"/>
                    </a:cubicBezTo>
                    <a:lnTo>
                      <a:pt x="5041" y="2016"/>
                    </a:lnTo>
                    <a:cubicBezTo>
                      <a:pt x="4821" y="1607"/>
                      <a:pt x="4758" y="1134"/>
                      <a:pt x="4758" y="662"/>
                    </a:cubicBezTo>
                    <a:cubicBezTo>
                      <a:pt x="4758" y="410"/>
                      <a:pt x="4789" y="189"/>
                      <a:pt x="482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26" name="Google Shape;11000;p87">
                <a:extLst>
                  <a:ext uri="{FF2B5EF4-FFF2-40B4-BE49-F238E27FC236}">
                    <a16:creationId xmlns:a16="http://schemas.microsoft.com/office/drawing/2014/main" id="{80C2C420-67BF-ADB1-3EB6-474F8CA50D39}"/>
                  </a:ext>
                </a:extLst>
              </p:cNvPr>
              <p:cNvSpPr/>
              <p:nvPr/>
            </p:nvSpPr>
            <p:spPr>
              <a:xfrm>
                <a:off x="-34677250" y="3338325"/>
                <a:ext cx="33875" cy="33900"/>
              </a:xfrm>
              <a:custGeom>
                <a:avLst/>
                <a:gdLst/>
                <a:ahLst/>
                <a:cxnLst/>
                <a:rect l="l" t="t" r="r" b="b"/>
                <a:pathLst>
                  <a:path w="1355" h="1356" extrusionOk="0">
                    <a:moveTo>
                      <a:pt x="662" y="1"/>
                    </a:moveTo>
                    <a:cubicBezTo>
                      <a:pt x="315" y="1"/>
                      <a:pt x="0" y="316"/>
                      <a:pt x="0" y="694"/>
                    </a:cubicBezTo>
                    <a:cubicBezTo>
                      <a:pt x="0" y="1040"/>
                      <a:pt x="315" y="1355"/>
                      <a:pt x="662" y="1355"/>
                    </a:cubicBezTo>
                    <a:cubicBezTo>
                      <a:pt x="1040" y="1355"/>
                      <a:pt x="1355" y="1040"/>
                      <a:pt x="1355" y="694"/>
                    </a:cubicBezTo>
                    <a:cubicBezTo>
                      <a:pt x="1355" y="316"/>
                      <a:pt x="1040" y="1"/>
                      <a:pt x="66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27" name="Google Shape;11001;p87">
                <a:extLst>
                  <a:ext uri="{FF2B5EF4-FFF2-40B4-BE49-F238E27FC236}">
                    <a16:creationId xmlns:a16="http://schemas.microsoft.com/office/drawing/2014/main" id="{BF1F3EF9-E083-902B-A374-E6065A4383C8}"/>
                  </a:ext>
                </a:extLst>
              </p:cNvPr>
              <p:cNvSpPr/>
              <p:nvPr/>
            </p:nvSpPr>
            <p:spPr>
              <a:xfrm>
                <a:off x="-34618200" y="3202500"/>
                <a:ext cx="137075" cy="135850"/>
              </a:xfrm>
              <a:custGeom>
                <a:avLst/>
                <a:gdLst/>
                <a:ahLst/>
                <a:cxnLst/>
                <a:rect l="l" t="t" r="r" b="b"/>
                <a:pathLst>
                  <a:path w="5483" h="5434" extrusionOk="0">
                    <a:moveTo>
                      <a:pt x="2710" y="992"/>
                    </a:moveTo>
                    <a:cubicBezTo>
                      <a:pt x="2899" y="992"/>
                      <a:pt x="3057" y="1149"/>
                      <a:pt x="3057" y="1338"/>
                    </a:cubicBezTo>
                    <a:cubicBezTo>
                      <a:pt x="3057" y="1559"/>
                      <a:pt x="2899" y="1716"/>
                      <a:pt x="2710" y="1716"/>
                    </a:cubicBezTo>
                    <a:cubicBezTo>
                      <a:pt x="2521" y="1716"/>
                      <a:pt x="2364" y="1559"/>
                      <a:pt x="2364" y="1338"/>
                    </a:cubicBezTo>
                    <a:cubicBezTo>
                      <a:pt x="2395" y="1149"/>
                      <a:pt x="2553" y="992"/>
                      <a:pt x="2710" y="992"/>
                    </a:cubicBezTo>
                    <a:close/>
                    <a:moveTo>
                      <a:pt x="2742" y="2346"/>
                    </a:moveTo>
                    <a:cubicBezTo>
                      <a:pt x="2962" y="2346"/>
                      <a:pt x="3120" y="2504"/>
                      <a:pt x="3120" y="2693"/>
                    </a:cubicBezTo>
                    <a:lnTo>
                      <a:pt x="3120" y="4079"/>
                    </a:lnTo>
                    <a:cubicBezTo>
                      <a:pt x="3120" y="4268"/>
                      <a:pt x="2962" y="4426"/>
                      <a:pt x="2742" y="4426"/>
                    </a:cubicBezTo>
                    <a:cubicBezTo>
                      <a:pt x="2553" y="4426"/>
                      <a:pt x="2395" y="4268"/>
                      <a:pt x="2395" y="4079"/>
                    </a:cubicBezTo>
                    <a:lnTo>
                      <a:pt x="2395" y="2693"/>
                    </a:lnTo>
                    <a:cubicBezTo>
                      <a:pt x="2395" y="2504"/>
                      <a:pt x="2553" y="2346"/>
                      <a:pt x="2742" y="2346"/>
                    </a:cubicBezTo>
                    <a:close/>
                    <a:moveTo>
                      <a:pt x="2646" y="0"/>
                    </a:moveTo>
                    <a:cubicBezTo>
                      <a:pt x="1359" y="0"/>
                      <a:pt x="1" y="1099"/>
                      <a:pt x="1" y="2724"/>
                    </a:cubicBezTo>
                    <a:cubicBezTo>
                      <a:pt x="1" y="3197"/>
                      <a:pt x="127" y="3638"/>
                      <a:pt x="348" y="4016"/>
                    </a:cubicBezTo>
                    <a:lnTo>
                      <a:pt x="33" y="4961"/>
                    </a:lnTo>
                    <a:cubicBezTo>
                      <a:pt x="1" y="5087"/>
                      <a:pt x="33" y="5245"/>
                      <a:pt x="127" y="5339"/>
                    </a:cubicBezTo>
                    <a:cubicBezTo>
                      <a:pt x="167" y="5399"/>
                      <a:pt x="245" y="5421"/>
                      <a:pt x="329" y="5421"/>
                    </a:cubicBezTo>
                    <a:cubicBezTo>
                      <a:pt x="377" y="5421"/>
                      <a:pt x="427" y="5414"/>
                      <a:pt x="474" y="5402"/>
                    </a:cubicBezTo>
                    <a:lnTo>
                      <a:pt x="1419" y="5087"/>
                    </a:lnTo>
                    <a:cubicBezTo>
                      <a:pt x="1797" y="5339"/>
                      <a:pt x="2238" y="5434"/>
                      <a:pt x="2742" y="5434"/>
                    </a:cubicBezTo>
                    <a:cubicBezTo>
                      <a:pt x="4254" y="5434"/>
                      <a:pt x="5483" y="4237"/>
                      <a:pt x="5483" y="2724"/>
                    </a:cubicBezTo>
                    <a:cubicBezTo>
                      <a:pt x="5483" y="1275"/>
                      <a:pt x="4317" y="78"/>
                      <a:pt x="2899" y="15"/>
                    </a:cubicBezTo>
                    <a:cubicBezTo>
                      <a:pt x="2815" y="5"/>
                      <a:pt x="2731" y="0"/>
                      <a:pt x="264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28" name="Google Shape;11002;p87">
                <a:extLst>
                  <a:ext uri="{FF2B5EF4-FFF2-40B4-BE49-F238E27FC236}">
                    <a16:creationId xmlns:a16="http://schemas.microsoft.com/office/drawing/2014/main" id="{7729C1E2-9DB1-034F-7562-292EF981CA40}"/>
                  </a:ext>
                </a:extLst>
              </p:cNvPr>
              <p:cNvSpPr/>
              <p:nvPr/>
            </p:nvSpPr>
            <p:spPr>
              <a:xfrm>
                <a:off x="-34755225" y="3440725"/>
                <a:ext cx="188250" cy="52800"/>
              </a:xfrm>
              <a:custGeom>
                <a:avLst/>
                <a:gdLst/>
                <a:ahLst/>
                <a:cxnLst/>
                <a:rect l="l" t="t" r="r" b="b"/>
                <a:pathLst>
                  <a:path w="7530" h="2112" extrusionOk="0">
                    <a:moveTo>
                      <a:pt x="0" y="0"/>
                    </a:moveTo>
                    <a:lnTo>
                      <a:pt x="0" y="1071"/>
                    </a:lnTo>
                    <a:cubicBezTo>
                      <a:pt x="0" y="1670"/>
                      <a:pt x="473" y="2111"/>
                      <a:pt x="1040" y="2111"/>
                    </a:cubicBezTo>
                    <a:lnTo>
                      <a:pt x="6490" y="2111"/>
                    </a:lnTo>
                    <a:cubicBezTo>
                      <a:pt x="7057" y="2111"/>
                      <a:pt x="7530" y="1639"/>
                      <a:pt x="7530" y="1071"/>
                    </a:cubicBezTo>
                    <a:lnTo>
                      <a:pt x="753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29" name="Google Shape;11003;p87">
                <a:extLst>
                  <a:ext uri="{FF2B5EF4-FFF2-40B4-BE49-F238E27FC236}">
                    <a16:creationId xmlns:a16="http://schemas.microsoft.com/office/drawing/2014/main" id="{46FD16D8-055F-BCDF-EC18-627774C936BC}"/>
                  </a:ext>
                </a:extLst>
              </p:cNvPr>
              <p:cNvSpPr/>
              <p:nvPr/>
            </p:nvSpPr>
            <p:spPr>
              <a:xfrm>
                <a:off x="-34754450" y="3202075"/>
                <a:ext cx="153600" cy="33900"/>
              </a:xfrm>
              <a:custGeom>
                <a:avLst/>
                <a:gdLst/>
                <a:ahLst/>
                <a:cxnLst/>
                <a:rect l="l" t="t" r="r" b="b"/>
                <a:pathLst>
                  <a:path w="6144" h="1356" extrusionOk="0">
                    <a:moveTo>
                      <a:pt x="1040" y="0"/>
                    </a:moveTo>
                    <a:cubicBezTo>
                      <a:pt x="473" y="0"/>
                      <a:pt x="1" y="473"/>
                      <a:pt x="1" y="1009"/>
                    </a:cubicBezTo>
                    <a:lnTo>
                      <a:pt x="1" y="1355"/>
                    </a:lnTo>
                    <a:lnTo>
                      <a:pt x="5104" y="1355"/>
                    </a:lnTo>
                    <a:cubicBezTo>
                      <a:pt x="5293" y="819"/>
                      <a:pt x="5672" y="347"/>
                      <a:pt x="614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>
                  <a:solidFill>
                    <a:srgbClr val="435D74"/>
                  </a:solidFill>
                </a:endParaRPr>
              </a:p>
            </p:txBody>
          </p:sp>
        </p:grp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563C372C-FFAA-A8CF-DFEE-70812D54E8B3}"/>
              </a:ext>
            </a:extLst>
          </p:cNvPr>
          <p:cNvGrpSpPr/>
          <p:nvPr/>
        </p:nvGrpSpPr>
        <p:grpSpPr>
          <a:xfrm>
            <a:off x="1279251" y="3085467"/>
            <a:ext cx="3778206" cy="373392"/>
            <a:chOff x="1279251" y="3085467"/>
            <a:chExt cx="3778206" cy="373392"/>
          </a:xfrm>
        </p:grpSpPr>
        <p:sp>
          <p:nvSpPr>
            <p:cNvPr id="9" name="Google Shape;2806;p37">
              <a:extLst>
                <a:ext uri="{FF2B5EF4-FFF2-40B4-BE49-F238E27FC236}">
                  <a16:creationId xmlns:a16="http://schemas.microsoft.com/office/drawing/2014/main" id="{45905F39-F002-9BFC-5A48-6518C656F640}"/>
                </a:ext>
              </a:extLst>
            </p:cNvPr>
            <p:cNvSpPr txBox="1">
              <a:spLocks/>
            </p:cNvSpPr>
            <p:nvPr/>
          </p:nvSpPr>
          <p:spPr>
            <a:xfrm>
              <a:off x="1587394" y="3085467"/>
              <a:ext cx="3470063" cy="3733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1pPr>
              <a:lvl2pPr marL="914400" marR="0" lvl="1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2pPr>
              <a:lvl3pPr marL="1371600" marR="0" lvl="2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3pPr>
              <a:lvl4pPr marL="1828800" marR="0" lvl="3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4pPr>
              <a:lvl5pPr marL="2286000" marR="0" lvl="4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5pPr>
              <a:lvl6pPr marL="2743200" marR="0" lvl="5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6pPr>
              <a:lvl7pPr marL="3200400" marR="0" lvl="6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7pPr>
              <a:lvl8pPr marL="3657600" marR="0" lvl="7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8pPr>
              <a:lvl9pPr marL="4114800" marR="0" lvl="8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9pPr>
            </a:lstStyle>
            <a:p>
              <a:pPr marL="0" indent="0"/>
              <a:r>
                <a:rPr lang="en-US" b="1" dirty="0"/>
                <a:t>41%</a:t>
              </a:r>
              <a:r>
                <a:rPr lang="en-US" dirty="0"/>
                <a:t> report fragmented care coordination</a:t>
              </a:r>
            </a:p>
          </p:txBody>
        </p:sp>
        <p:grpSp>
          <p:nvGrpSpPr>
            <p:cNvPr id="30" name="Google Shape;12429;p90">
              <a:extLst>
                <a:ext uri="{FF2B5EF4-FFF2-40B4-BE49-F238E27FC236}">
                  <a16:creationId xmlns:a16="http://schemas.microsoft.com/office/drawing/2014/main" id="{E872F43D-B0B7-DD1B-3DAE-A989C85BA2EF}"/>
                </a:ext>
              </a:extLst>
            </p:cNvPr>
            <p:cNvGrpSpPr/>
            <p:nvPr/>
          </p:nvGrpSpPr>
          <p:grpSpPr>
            <a:xfrm>
              <a:off x="1279251" y="3134077"/>
              <a:ext cx="338328" cy="320040"/>
              <a:chOff x="-6329875" y="3992050"/>
              <a:chExt cx="291425" cy="291450"/>
            </a:xfrm>
          </p:grpSpPr>
          <p:sp>
            <p:nvSpPr>
              <p:cNvPr id="31" name="Google Shape;12430;p90">
                <a:extLst>
                  <a:ext uri="{FF2B5EF4-FFF2-40B4-BE49-F238E27FC236}">
                    <a16:creationId xmlns:a16="http://schemas.microsoft.com/office/drawing/2014/main" id="{9DE29AC9-4257-458F-1D30-48628A6BD81E}"/>
                  </a:ext>
                </a:extLst>
              </p:cNvPr>
              <p:cNvSpPr/>
              <p:nvPr/>
            </p:nvSpPr>
            <p:spPr>
              <a:xfrm>
                <a:off x="-6090450" y="4077900"/>
                <a:ext cx="52000" cy="34675"/>
              </a:xfrm>
              <a:custGeom>
                <a:avLst/>
                <a:gdLst/>
                <a:ahLst/>
                <a:cxnLst/>
                <a:rect l="l" t="t" r="r" b="b"/>
                <a:pathLst>
                  <a:path w="2080" h="1387" extrusionOk="0">
                    <a:moveTo>
                      <a:pt x="1" y="1"/>
                    </a:moveTo>
                    <a:lnTo>
                      <a:pt x="1" y="1387"/>
                    </a:lnTo>
                    <a:lnTo>
                      <a:pt x="2080" y="1387"/>
                    </a:lnTo>
                    <a:lnTo>
                      <a:pt x="2080" y="1040"/>
                    </a:lnTo>
                    <a:cubicBezTo>
                      <a:pt x="2080" y="473"/>
                      <a:pt x="1607" y="1"/>
                      <a:pt x="107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32" name="Google Shape;12431;p90">
                <a:extLst>
                  <a:ext uri="{FF2B5EF4-FFF2-40B4-BE49-F238E27FC236}">
                    <a16:creationId xmlns:a16="http://schemas.microsoft.com/office/drawing/2014/main" id="{A10368DA-BFBD-C4E7-178C-C105A80265DC}"/>
                  </a:ext>
                </a:extLst>
              </p:cNvPr>
              <p:cNvSpPr/>
              <p:nvPr/>
            </p:nvSpPr>
            <p:spPr>
              <a:xfrm>
                <a:off x="-6262925" y="3992050"/>
                <a:ext cx="154400" cy="155200"/>
              </a:xfrm>
              <a:custGeom>
                <a:avLst/>
                <a:gdLst/>
                <a:ahLst/>
                <a:cxnLst/>
                <a:rect l="l" t="t" r="r" b="b"/>
                <a:pathLst>
                  <a:path w="6176" h="6208" extrusionOk="0">
                    <a:moveTo>
                      <a:pt x="5167" y="1387"/>
                    </a:moveTo>
                    <a:cubicBezTo>
                      <a:pt x="5608" y="1387"/>
                      <a:pt x="5639" y="2048"/>
                      <a:pt x="5167" y="2048"/>
                    </a:cubicBezTo>
                    <a:lnTo>
                      <a:pt x="1071" y="2048"/>
                    </a:lnTo>
                    <a:cubicBezTo>
                      <a:pt x="1053" y="2051"/>
                      <a:pt x="1035" y="2052"/>
                      <a:pt x="1018" y="2052"/>
                    </a:cubicBezTo>
                    <a:cubicBezTo>
                      <a:pt x="628" y="2052"/>
                      <a:pt x="618" y="1387"/>
                      <a:pt x="1071" y="1387"/>
                    </a:cubicBezTo>
                    <a:close/>
                    <a:moveTo>
                      <a:pt x="5167" y="2773"/>
                    </a:moveTo>
                    <a:cubicBezTo>
                      <a:pt x="5608" y="2773"/>
                      <a:pt x="5639" y="3435"/>
                      <a:pt x="5167" y="3435"/>
                    </a:cubicBezTo>
                    <a:lnTo>
                      <a:pt x="1071" y="3435"/>
                    </a:lnTo>
                    <a:cubicBezTo>
                      <a:pt x="630" y="3435"/>
                      <a:pt x="599" y="2773"/>
                      <a:pt x="1071" y="2773"/>
                    </a:cubicBezTo>
                    <a:close/>
                    <a:moveTo>
                      <a:pt x="5167" y="4159"/>
                    </a:moveTo>
                    <a:cubicBezTo>
                      <a:pt x="5608" y="4159"/>
                      <a:pt x="5639" y="4821"/>
                      <a:pt x="5167" y="4821"/>
                    </a:cubicBezTo>
                    <a:lnTo>
                      <a:pt x="1071" y="4821"/>
                    </a:lnTo>
                    <a:cubicBezTo>
                      <a:pt x="630" y="4821"/>
                      <a:pt x="599" y="4159"/>
                      <a:pt x="1071" y="4159"/>
                    </a:cubicBezTo>
                    <a:close/>
                    <a:moveTo>
                      <a:pt x="347" y="1"/>
                    </a:moveTo>
                    <a:cubicBezTo>
                      <a:pt x="158" y="1"/>
                      <a:pt x="0" y="158"/>
                      <a:pt x="0" y="379"/>
                    </a:cubicBezTo>
                    <a:lnTo>
                      <a:pt x="0" y="6207"/>
                    </a:lnTo>
                    <a:lnTo>
                      <a:pt x="4726" y="6207"/>
                    </a:lnTo>
                    <a:cubicBezTo>
                      <a:pt x="5041" y="6207"/>
                      <a:pt x="5198" y="5672"/>
                      <a:pt x="5356" y="5420"/>
                    </a:cubicBezTo>
                    <a:cubicBezTo>
                      <a:pt x="5513" y="5104"/>
                      <a:pt x="5828" y="4884"/>
                      <a:pt x="6175" y="4852"/>
                    </a:cubicBezTo>
                    <a:lnTo>
                      <a:pt x="6175" y="379"/>
                    </a:lnTo>
                    <a:cubicBezTo>
                      <a:pt x="6175" y="158"/>
                      <a:pt x="6018" y="1"/>
                      <a:pt x="582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33" name="Google Shape;12432;p90">
                <a:extLst>
                  <a:ext uri="{FF2B5EF4-FFF2-40B4-BE49-F238E27FC236}">
                    <a16:creationId xmlns:a16="http://schemas.microsoft.com/office/drawing/2014/main" id="{77728E1C-217B-F16F-1211-FC9EF01CB7A8}"/>
                  </a:ext>
                </a:extLst>
              </p:cNvPr>
              <p:cNvSpPr/>
              <p:nvPr/>
            </p:nvSpPr>
            <p:spPr>
              <a:xfrm>
                <a:off x="-6329875" y="4044825"/>
                <a:ext cx="51200" cy="102425"/>
              </a:xfrm>
              <a:custGeom>
                <a:avLst/>
                <a:gdLst/>
                <a:ahLst/>
                <a:cxnLst/>
                <a:rect l="l" t="t" r="r" b="b"/>
                <a:pathLst>
                  <a:path w="2048" h="4097" extrusionOk="0">
                    <a:moveTo>
                      <a:pt x="1040" y="0"/>
                    </a:moveTo>
                    <a:cubicBezTo>
                      <a:pt x="473" y="0"/>
                      <a:pt x="0" y="473"/>
                      <a:pt x="0" y="1009"/>
                    </a:cubicBezTo>
                    <a:lnTo>
                      <a:pt x="0" y="4096"/>
                    </a:lnTo>
                    <a:lnTo>
                      <a:pt x="2048" y="4096"/>
                    </a:lnTo>
                    <a:lnTo>
                      <a:pt x="2048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34" name="Google Shape;12433;p90">
                <a:extLst>
                  <a:ext uri="{FF2B5EF4-FFF2-40B4-BE49-F238E27FC236}">
                    <a16:creationId xmlns:a16="http://schemas.microsoft.com/office/drawing/2014/main" id="{AEB4D27C-16EB-0A65-8744-4E12EB39B4A2}"/>
                  </a:ext>
                </a:extLst>
              </p:cNvPr>
              <p:cNvSpPr/>
              <p:nvPr/>
            </p:nvSpPr>
            <p:spPr>
              <a:xfrm>
                <a:off x="-6329875" y="4129900"/>
                <a:ext cx="291425" cy="153600"/>
              </a:xfrm>
              <a:custGeom>
                <a:avLst/>
                <a:gdLst/>
                <a:ahLst/>
                <a:cxnLst/>
                <a:rect l="l" t="t" r="r" b="b"/>
                <a:pathLst>
                  <a:path w="11657" h="6144" extrusionOk="0">
                    <a:moveTo>
                      <a:pt x="8948" y="0"/>
                    </a:moveTo>
                    <a:cubicBezTo>
                      <a:pt x="8664" y="0"/>
                      <a:pt x="8506" y="473"/>
                      <a:pt x="8349" y="788"/>
                    </a:cubicBezTo>
                    <a:cubicBezTo>
                      <a:pt x="8191" y="1166"/>
                      <a:pt x="7845" y="1355"/>
                      <a:pt x="7467" y="1355"/>
                    </a:cubicBezTo>
                    <a:lnTo>
                      <a:pt x="0" y="1355"/>
                    </a:lnTo>
                    <a:lnTo>
                      <a:pt x="0" y="5135"/>
                    </a:lnTo>
                    <a:cubicBezTo>
                      <a:pt x="0" y="5671"/>
                      <a:pt x="473" y="6143"/>
                      <a:pt x="1040" y="6143"/>
                    </a:cubicBezTo>
                    <a:lnTo>
                      <a:pt x="10649" y="6143"/>
                    </a:lnTo>
                    <a:cubicBezTo>
                      <a:pt x="11184" y="6143"/>
                      <a:pt x="11657" y="5671"/>
                      <a:pt x="11657" y="5135"/>
                    </a:cubicBezTo>
                    <a:lnTo>
                      <a:pt x="1165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>
                  <a:solidFill>
                    <a:srgbClr val="435D74"/>
                  </a:solidFill>
                </a:endParaRPr>
              </a:p>
            </p:txBody>
          </p:sp>
        </p:grp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32D07EEF-88E5-9D27-B98A-44C4D7D3DCB5}"/>
              </a:ext>
            </a:extLst>
          </p:cNvPr>
          <p:cNvGrpSpPr/>
          <p:nvPr/>
        </p:nvGrpSpPr>
        <p:grpSpPr>
          <a:xfrm>
            <a:off x="1279251" y="3526699"/>
            <a:ext cx="3601607" cy="376494"/>
            <a:chOff x="1279251" y="3526699"/>
            <a:chExt cx="3601607" cy="376494"/>
          </a:xfrm>
        </p:grpSpPr>
        <p:sp>
          <p:nvSpPr>
            <p:cNvPr id="10" name="Google Shape;2806;p37">
              <a:extLst>
                <a:ext uri="{FF2B5EF4-FFF2-40B4-BE49-F238E27FC236}">
                  <a16:creationId xmlns:a16="http://schemas.microsoft.com/office/drawing/2014/main" id="{AC881C2A-FC3D-0664-F381-E75496F0BD24}"/>
                </a:ext>
              </a:extLst>
            </p:cNvPr>
            <p:cNvSpPr txBox="1">
              <a:spLocks/>
            </p:cNvSpPr>
            <p:nvPr/>
          </p:nvSpPr>
          <p:spPr>
            <a:xfrm>
              <a:off x="1587394" y="3526699"/>
              <a:ext cx="3293464" cy="3733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1pPr>
              <a:lvl2pPr marL="914400" marR="0" lvl="1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2pPr>
              <a:lvl3pPr marL="1371600" marR="0" lvl="2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3pPr>
              <a:lvl4pPr marL="1828800" marR="0" lvl="3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4pPr>
              <a:lvl5pPr marL="2286000" marR="0" lvl="4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5pPr>
              <a:lvl6pPr marL="2743200" marR="0" lvl="5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6pPr>
              <a:lvl7pPr marL="3200400" marR="0" lvl="6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7pPr>
              <a:lvl8pPr marL="3657600" marR="0" lvl="7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8pPr>
              <a:lvl9pPr marL="4114800" marR="0" lvl="8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9pPr>
            </a:lstStyle>
            <a:p>
              <a:pPr marL="0" indent="0"/>
              <a:r>
                <a:rPr lang="en-US" dirty="0"/>
                <a:t>Only </a:t>
              </a:r>
              <a:r>
                <a:rPr lang="en-US" b="1" dirty="0"/>
                <a:t>27.3%</a:t>
              </a:r>
              <a:r>
                <a:rPr lang="en-US" dirty="0"/>
                <a:t> receive old age allowance</a:t>
              </a:r>
            </a:p>
          </p:txBody>
        </p:sp>
        <p:grpSp>
          <p:nvGrpSpPr>
            <p:cNvPr id="35" name="Google Shape;10514;p86">
              <a:extLst>
                <a:ext uri="{FF2B5EF4-FFF2-40B4-BE49-F238E27FC236}">
                  <a16:creationId xmlns:a16="http://schemas.microsoft.com/office/drawing/2014/main" id="{3565729D-8D6C-9DD6-0816-AAF7772B49B3}"/>
                </a:ext>
              </a:extLst>
            </p:cNvPr>
            <p:cNvGrpSpPr/>
            <p:nvPr/>
          </p:nvGrpSpPr>
          <p:grpSpPr>
            <a:xfrm>
              <a:off x="1279251" y="3583153"/>
              <a:ext cx="338328" cy="320040"/>
              <a:chOff x="-59869425" y="4102225"/>
              <a:chExt cx="319025" cy="315175"/>
            </a:xfrm>
          </p:grpSpPr>
          <p:sp>
            <p:nvSpPr>
              <p:cNvPr id="36" name="Google Shape;10515;p86">
                <a:extLst>
                  <a:ext uri="{FF2B5EF4-FFF2-40B4-BE49-F238E27FC236}">
                    <a16:creationId xmlns:a16="http://schemas.microsoft.com/office/drawing/2014/main" id="{437ADCDE-CA1B-050C-CD3E-43A235162525}"/>
                  </a:ext>
                </a:extLst>
              </p:cNvPr>
              <p:cNvSpPr/>
              <p:nvPr/>
            </p:nvSpPr>
            <p:spPr>
              <a:xfrm>
                <a:off x="-59869425" y="4102225"/>
                <a:ext cx="149675" cy="256825"/>
              </a:xfrm>
              <a:custGeom>
                <a:avLst/>
                <a:gdLst/>
                <a:ahLst/>
                <a:cxnLst/>
                <a:rect l="l" t="t" r="r" b="b"/>
                <a:pathLst>
                  <a:path w="5987" h="10273" extrusionOk="0">
                    <a:moveTo>
                      <a:pt x="5532" y="1"/>
                    </a:moveTo>
                    <a:cubicBezTo>
                      <a:pt x="5515" y="1"/>
                      <a:pt x="5499" y="2"/>
                      <a:pt x="5483" y="4"/>
                    </a:cubicBezTo>
                    <a:cubicBezTo>
                      <a:pt x="2364" y="445"/>
                      <a:pt x="1" y="3123"/>
                      <a:pt x="1" y="6274"/>
                    </a:cubicBezTo>
                    <a:cubicBezTo>
                      <a:pt x="1" y="7692"/>
                      <a:pt x="442" y="8983"/>
                      <a:pt x="1293" y="10086"/>
                    </a:cubicBezTo>
                    <a:cubicBezTo>
                      <a:pt x="1381" y="10209"/>
                      <a:pt x="1507" y="10273"/>
                      <a:pt x="1635" y="10273"/>
                    </a:cubicBezTo>
                    <a:cubicBezTo>
                      <a:pt x="1737" y="10273"/>
                      <a:pt x="1839" y="10233"/>
                      <a:pt x="1923" y="10149"/>
                    </a:cubicBezTo>
                    <a:lnTo>
                      <a:pt x="3719" y="8353"/>
                    </a:lnTo>
                    <a:cubicBezTo>
                      <a:pt x="3813" y="8259"/>
                      <a:pt x="3845" y="8007"/>
                      <a:pt x="3782" y="7849"/>
                    </a:cubicBezTo>
                    <a:cubicBezTo>
                      <a:pt x="3498" y="7376"/>
                      <a:pt x="3341" y="6809"/>
                      <a:pt x="3341" y="6274"/>
                    </a:cubicBezTo>
                    <a:cubicBezTo>
                      <a:pt x="3341" y="4888"/>
                      <a:pt x="4286" y="3659"/>
                      <a:pt x="5672" y="3312"/>
                    </a:cubicBezTo>
                    <a:cubicBezTo>
                      <a:pt x="5861" y="3281"/>
                      <a:pt x="5987" y="3123"/>
                      <a:pt x="5987" y="2934"/>
                    </a:cubicBezTo>
                    <a:lnTo>
                      <a:pt x="5987" y="414"/>
                    </a:lnTo>
                    <a:cubicBezTo>
                      <a:pt x="5958" y="180"/>
                      <a:pt x="5739" y="1"/>
                      <a:pt x="553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37" name="Google Shape;10516;p86">
                <a:extLst>
                  <a:ext uri="{FF2B5EF4-FFF2-40B4-BE49-F238E27FC236}">
                    <a16:creationId xmlns:a16="http://schemas.microsoft.com/office/drawing/2014/main" id="{61AF0A62-188D-7AE4-DE8A-3A4C0A99AF00}"/>
                  </a:ext>
                </a:extLst>
              </p:cNvPr>
              <p:cNvSpPr/>
              <p:nvPr/>
            </p:nvSpPr>
            <p:spPr>
              <a:xfrm>
                <a:off x="-59811125" y="4322075"/>
                <a:ext cx="201650" cy="95325"/>
              </a:xfrm>
              <a:custGeom>
                <a:avLst/>
                <a:gdLst/>
                <a:ahLst/>
                <a:cxnLst/>
                <a:rect l="l" t="t" r="r" b="b"/>
                <a:pathLst>
                  <a:path w="8066" h="3813" extrusionOk="0">
                    <a:moveTo>
                      <a:pt x="5758" y="0"/>
                    </a:moveTo>
                    <a:cubicBezTo>
                      <a:pt x="5692" y="0"/>
                      <a:pt x="5629" y="11"/>
                      <a:pt x="5577" y="32"/>
                    </a:cubicBezTo>
                    <a:cubicBezTo>
                      <a:pt x="5091" y="339"/>
                      <a:pt x="4530" y="489"/>
                      <a:pt x="3972" y="489"/>
                    </a:cubicBezTo>
                    <a:cubicBezTo>
                      <a:pt x="3444" y="489"/>
                      <a:pt x="2917" y="355"/>
                      <a:pt x="2458" y="95"/>
                    </a:cubicBezTo>
                    <a:cubicBezTo>
                      <a:pt x="2389" y="53"/>
                      <a:pt x="2314" y="30"/>
                      <a:pt x="2239" y="30"/>
                    </a:cubicBezTo>
                    <a:cubicBezTo>
                      <a:pt x="2141" y="30"/>
                      <a:pt x="2042" y="69"/>
                      <a:pt x="1954" y="158"/>
                    </a:cubicBezTo>
                    <a:lnTo>
                      <a:pt x="189" y="1922"/>
                    </a:lnTo>
                    <a:cubicBezTo>
                      <a:pt x="0" y="2143"/>
                      <a:pt x="32" y="2395"/>
                      <a:pt x="221" y="2552"/>
                    </a:cubicBezTo>
                    <a:cubicBezTo>
                      <a:pt x="1324" y="3403"/>
                      <a:pt x="2615" y="3812"/>
                      <a:pt x="4001" y="3812"/>
                    </a:cubicBezTo>
                    <a:cubicBezTo>
                      <a:pt x="5388" y="3812"/>
                      <a:pt x="6711" y="3403"/>
                      <a:pt x="7814" y="2521"/>
                    </a:cubicBezTo>
                    <a:cubicBezTo>
                      <a:pt x="8034" y="2363"/>
                      <a:pt x="8066" y="2080"/>
                      <a:pt x="7877" y="1890"/>
                    </a:cubicBezTo>
                    <a:lnTo>
                      <a:pt x="6112" y="126"/>
                    </a:lnTo>
                    <a:cubicBezTo>
                      <a:pt x="6028" y="42"/>
                      <a:pt x="5888" y="0"/>
                      <a:pt x="575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38" name="Google Shape;10517;p86">
                <a:extLst>
                  <a:ext uri="{FF2B5EF4-FFF2-40B4-BE49-F238E27FC236}">
                    <a16:creationId xmlns:a16="http://schemas.microsoft.com/office/drawing/2014/main" id="{33DB0216-B872-8FA9-5DA2-AEB7C797D0D6}"/>
                  </a:ext>
                </a:extLst>
              </p:cNvPr>
              <p:cNvSpPr/>
              <p:nvPr/>
            </p:nvSpPr>
            <p:spPr>
              <a:xfrm>
                <a:off x="-59700075" y="4102225"/>
                <a:ext cx="149675" cy="256525"/>
              </a:xfrm>
              <a:custGeom>
                <a:avLst/>
                <a:gdLst/>
                <a:ahLst/>
                <a:cxnLst/>
                <a:rect l="l" t="t" r="r" b="b"/>
                <a:pathLst>
                  <a:path w="5987" h="10261" extrusionOk="0">
                    <a:moveTo>
                      <a:pt x="418" y="1"/>
                    </a:moveTo>
                    <a:cubicBezTo>
                      <a:pt x="190" y="1"/>
                      <a:pt x="1" y="180"/>
                      <a:pt x="1" y="414"/>
                    </a:cubicBezTo>
                    <a:lnTo>
                      <a:pt x="1" y="2934"/>
                    </a:lnTo>
                    <a:cubicBezTo>
                      <a:pt x="1" y="3123"/>
                      <a:pt x="127" y="3281"/>
                      <a:pt x="316" y="3312"/>
                    </a:cubicBezTo>
                    <a:cubicBezTo>
                      <a:pt x="1639" y="3659"/>
                      <a:pt x="2647" y="4856"/>
                      <a:pt x="2647" y="6274"/>
                    </a:cubicBezTo>
                    <a:cubicBezTo>
                      <a:pt x="2647" y="6809"/>
                      <a:pt x="2489" y="7376"/>
                      <a:pt x="2206" y="7849"/>
                    </a:cubicBezTo>
                    <a:cubicBezTo>
                      <a:pt x="2080" y="8007"/>
                      <a:pt x="2111" y="8196"/>
                      <a:pt x="2269" y="8353"/>
                    </a:cubicBezTo>
                    <a:lnTo>
                      <a:pt x="4065" y="10149"/>
                    </a:lnTo>
                    <a:cubicBezTo>
                      <a:pt x="4137" y="10221"/>
                      <a:pt x="4242" y="10260"/>
                      <a:pt x="4350" y="10260"/>
                    </a:cubicBezTo>
                    <a:cubicBezTo>
                      <a:pt x="4478" y="10260"/>
                      <a:pt x="4609" y="10205"/>
                      <a:pt x="4695" y="10086"/>
                    </a:cubicBezTo>
                    <a:cubicBezTo>
                      <a:pt x="5514" y="8983"/>
                      <a:pt x="5987" y="7660"/>
                      <a:pt x="5987" y="6274"/>
                    </a:cubicBezTo>
                    <a:cubicBezTo>
                      <a:pt x="5892" y="3123"/>
                      <a:pt x="3592" y="445"/>
                      <a:pt x="473" y="4"/>
                    </a:cubicBezTo>
                    <a:cubicBezTo>
                      <a:pt x="455" y="2"/>
                      <a:pt x="436" y="1"/>
                      <a:pt x="41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39" name="Google Shape;10518;p86">
                <a:extLst>
                  <a:ext uri="{FF2B5EF4-FFF2-40B4-BE49-F238E27FC236}">
                    <a16:creationId xmlns:a16="http://schemas.microsoft.com/office/drawing/2014/main" id="{B04E91EC-B965-F1E7-5E91-573EF27AE3FA}"/>
                  </a:ext>
                </a:extLst>
              </p:cNvPr>
              <p:cNvSpPr/>
              <p:nvPr/>
            </p:nvSpPr>
            <p:spPr>
              <a:xfrm>
                <a:off x="-59742600" y="4187375"/>
                <a:ext cx="63025" cy="144950"/>
              </a:xfrm>
              <a:custGeom>
                <a:avLst/>
                <a:gdLst/>
                <a:ahLst/>
                <a:cxnLst/>
                <a:rect l="l" t="t" r="r" b="b"/>
                <a:pathLst>
                  <a:path w="2521" h="5798" extrusionOk="0">
                    <a:moveTo>
                      <a:pt x="1260" y="1"/>
                    </a:moveTo>
                    <a:cubicBezTo>
                      <a:pt x="1040" y="1"/>
                      <a:pt x="819" y="190"/>
                      <a:pt x="819" y="379"/>
                    </a:cubicBezTo>
                    <a:lnTo>
                      <a:pt x="819" y="662"/>
                    </a:lnTo>
                    <a:cubicBezTo>
                      <a:pt x="347" y="820"/>
                      <a:pt x="0" y="1293"/>
                      <a:pt x="0" y="1860"/>
                    </a:cubicBezTo>
                    <a:cubicBezTo>
                      <a:pt x="0" y="2521"/>
                      <a:pt x="567" y="2899"/>
                      <a:pt x="977" y="3214"/>
                    </a:cubicBezTo>
                    <a:cubicBezTo>
                      <a:pt x="1292" y="3466"/>
                      <a:pt x="1670" y="3687"/>
                      <a:pt x="1670" y="3939"/>
                    </a:cubicBezTo>
                    <a:cubicBezTo>
                      <a:pt x="1670" y="4160"/>
                      <a:pt x="1450" y="4380"/>
                      <a:pt x="1260" y="4380"/>
                    </a:cubicBezTo>
                    <a:cubicBezTo>
                      <a:pt x="1071" y="4380"/>
                      <a:pt x="819" y="4160"/>
                      <a:pt x="819" y="3939"/>
                    </a:cubicBezTo>
                    <a:cubicBezTo>
                      <a:pt x="819" y="3687"/>
                      <a:pt x="630" y="3529"/>
                      <a:pt x="441" y="3529"/>
                    </a:cubicBezTo>
                    <a:cubicBezTo>
                      <a:pt x="252" y="3529"/>
                      <a:pt x="32" y="3750"/>
                      <a:pt x="32" y="3939"/>
                    </a:cubicBezTo>
                    <a:cubicBezTo>
                      <a:pt x="32" y="4475"/>
                      <a:pt x="410" y="4916"/>
                      <a:pt x="882" y="5105"/>
                    </a:cubicBezTo>
                    <a:lnTo>
                      <a:pt x="882" y="5388"/>
                    </a:lnTo>
                    <a:cubicBezTo>
                      <a:pt x="882" y="5640"/>
                      <a:pt x="1071" y="5798"/>
                      <a:pt x="1292" y="5798"/>
                    </a:cubicBezTo>
                    <a:cubicBezTo>
                      <a:pt x="1544" y="5798"/>
                      <a:pt x="1702" y="5577"/>
                      <a:pt x="1702" y="5388"/>
                    </a:cubicBezTo>
                    <a:lnTo>
                      <a:pt x="1702" y="5073"/>
                    </a:lnTo>
                    <a:cubicBezTo>
                      <a:pt x="2174" y="4916"/>
                      <a:pt x="2521" y="4443"/>
                      <a:pt x="2521" y="3907"/>
                    </a:cubicBezTo>
                    <a:cubicBezTo>
                      <a:pt x="2521" y="3214"/>
                      <a:pt x="1985" y="2836"/>
                      <a:pt x="1544" y="2521"/>
                    </a:cubicBezTo>
                    <a:cubicBezTo>
                      <a:pt x="1229" y="2269"/>
                      <a:pt x="882" y="2049"/>
                      <a:pt x="882" y="1797"/>
                    </a:cubicBezTo>
                    <a:cubicBezTo>
                      <a:pt x="882" y="1576"/>
                      <a:pt x="1071" y="1419"/>
                      <a:pt x="1292" y="1419"/>
                    </a:cubicBezTo>
                    <a:cubicBezTo>
                      <a:pt x="1544" y="1419"/>
                      <a:pt x="1702" y="1608"/>
                      <a:pt x="1702" y="1797"/>
                    </a:cubicBezTo>
                    <a:cubicBezTo>
                      <a:pt x="1702" y="2049"/>
                      <a:pt x="1891" y="2238"/>
                      <a:pt x="2143" y="2238"/>
                    </a:cubicBezTo>
                    <a:cubicBezTo>
                      <a:pt x="2363" y="2238"/>
                      <a:pt x="2521" y="2049"/>
                      <a:pt x="2521" y="1797"/>
                    </a:cubicBezTo>
                    <a:cubicBezTo>
                      <a:pt x="2521" y="1261"/>
                      <a:pt x="2174" y="820"/>
                      <a:pt x="1702" y="631"/>
                    </a:cubicBezTo>
                    <a:lnTo>
                      <a:pt x="1702" y="347"/>
                    </a:lnTo>
                    <a:cubicBezTo>
                      <a:pt x="1702" y="158"/>
                      <a:pt x="1513" y="1"/>
                      <a:pt x="126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>
                  <a:solidFill>
                    <a:srgbClr val="435D74"/>
                  </a:solidFill>
                </a:endParaRPr>
              </a:p>
            </p:txBody>
          </p:sp>
        </p:grpSp>
      </p:grpSp>
      <p:pic>
        <p:nvPicPr>
          <p:cNvPr id="2" name="Picture 2">
            <a:extLst>
              <a:ext uri="{FF2B5EF4-FFF2-40B4-BE49-F238E27FC236}">
                <a16:creationId xmlns:a16="http://schemas.microsoft.com/office/drawing/2014/main" id="{F79319A9-1297-BC99-22A9-E99726A62E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1036" y="184965"/>
            <a:ext cx="2544545" cy="107922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C91F1B32-5B2D-B0C2-46F9-851B76BC81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77545" y="242784"/>
            <a:ext cx="1811642" cy="107899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EDD58BF6-8A03-4726-E64B-7CD3108CC2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6771" y="315621"/>
            <a:ext cx="1548799" cy="107899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42E84416-917B-D797-2861-891B1FE5BD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7457" y="1434954"/>
            <a:ext cx="3931920" cy="228182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grpSp>
        <p:nvGrpSpPr>
          <p:cNvPr id="54" name="Group 53">
            <a:extLst>
              <a:ext uri="{FF2B5EF4-FFF2-40B4-BE49-F238E27FC236}">
                <a16:creationId xmlns:a16="http://schemas.microsoft.com/office/drawing/2014/main" id="{C9B56D20-77B1-8B82-BF11-AC27D35441D0}"/>
              </a:ext>
            </a:extLst>
          </p:cNvPr>
          <p:cNvGrpSpPr/>
          <p:nvPr/>
        </p:nvGrpSpPr>
        <p:grpSpPr>
          <a:xfrm>
            <a:off x="1254556" y="1377474"/>
            <a:ext cx="3633529" cy="388857"/>
            <a:chOff x="1254556" y="1377474"/>
            <a:chExt cx="3633529" cy="388857"/>
          </a:xfrm>
        </p:grpSpPr>
        <p:grpSp>
          <p:nvGrpSpPr>
            <p:cNvPr id="56" name="Google Shape;10500;p86">
              <a:extLst>
                <a:ext uri="{FF2B5EF4-FFF2-40B4-BE49-F238E27FC236}">
                  <a16:creationId xmlns:a16="http://schemas.microsoft.com/office/drawing/2014/main" id="{18EE5F61-4BA4-227A-2DCD-B0059B5B31B5}"/>
                </a:ext>
              </a:extLst>
            </p:cNvPr>
            <p:cNvGrpSpPr/>
            <p:nvPr/>
          </p:nvGrpSpPr>
          <p:grpSpPr>
            <a:xfrm>
              <a:off x="1254556" y="1377474"/>
              <a:ext cx="366364" cy="367290"/>
              <a:chOff x="-61784125" y="3377700"/>
              <a:chExt cx="316650" cy="317450"/>
            </a:xfrm>
            <a:solidFill>
              <a:schemeClr val="accent2"/>
            </a:solidFill>
          </p:grpSpPr>
          <p:sp>
            <p:nvSpPr>
              <p:cNvPr id="58" name="Google Shape;10501;p86">
                <a:extLst>
                  <a:ext uri="{FF2B5EF4-FFF2-40B4-BE49-F238E27FC236}">
                    <a16:creationId xmlns:a16="http://schemas.microsoft.com/office/drawing/2014/main" id="{82189C0B-EF5B-9960-CDF3-96341954AE74}"/>
                  </a:ext>
                </a:extLst>
              </p:cNvPr>
              <p:cNvSpPr/>
              <p:nvPr/>
            </p:nvSpPr>
            <p:spPr>
              <a:xfrm>
                <a:off x="-61688025" y="3460400"/>
                <a:ext cx="124450" cy="51225"/>
              </a:xfrm>
              <a:custGeom>
                <a:avLst/>
                <a:gdLst/>
                <a:ahLst/>
                <a:cxnLst/>
                <a:rect l="l" t="t" r="r" b="b"/>
                <a:pathLst>
                  <a:path w="4978" h="2049" extrusionOk="0">
                    <a:moveTo>
                      <a:pt x="630" y="1"/>
                    </a:moveTo>
                    <a:cubicBezTo>
                      <a:pt x="252" y="442"/>
                      <a:pt x="0" y="1041"/>
                      <a:pt x="0" y="1671"/>
                    </a:cubicBezTo>
                    <a:cubicBezTo>
                      <a:pt x="0" y="1891"/>
                      <a:pt x="189" y="2049"/>
                      <a:pt x="441" y="2049"/>
                    </a:cubicBezTo>
                    <a:lnTo>
                      <a:pt x="4568" y="2049"/>
                    </a:lnTo>
                    <a:cubicBezTo>
                      <a:pt x="4820" y="2049"/>
                      <a:pt x="4978" y="1860"/>
                      <a:pt x="4978" y="1671"/>
                    </a:cubicBezTo>
                    <a:cubicBezTo>
                      <a:pt x="4978" y="1041"/>
                      <a:pt x="4726" y="442"/>
                      <a:pt x="4348" y="1"/>
                    </a:cubicBezTo>
                    <a:cubicBezTo>
                      <a:pt x="3875" y="568"/>
                      <a:pt x="3182" y="852"/>
                      <a:pt x="2489" y="852"/>
                    </a:cubicBezTo>
                    <a:cubicBezTo>
                      <a:pt x="1827" y="852"/>
                      <a:pt x="1134" y="568"/>
                      <a:pt x="630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Google Shape;10502;p86">
                <a:extLst>
                  <a:ext uri="{FF2B5EF4-FFF2-40B4-BE49-F238E27FC236}">
                    <a16:creationId xmlns:a16="http://schemas.microsoft.com/office/drawing/2014/main" id="{6E9907A3-4CB5-8FB4-A84A-4B4A7319D98E}"/>
                  </a:ext>
                </a:extLst>
              </p:cNvPr>
              <p:cNvSpPr/>
              <p:nvPr/>
            </p:nvSpPr>
            <p:spPr>
              <a:xfrm>
                <a:off x="-61677800" y="3518900"/>
                <a:ext cx="104775" cy="61850"/>
              </a:xfrm>
              <a:custGeom>
                <a:avLst/>
                <a:gdLst/>
                <a:ahLst/>
                <a:cxnLst/>
                <a:rect l="l" t="t" r="r" b="b"/>
                <a:pathLst>
                  <a:path w="4191" h="2474" extrusionOk="0">
                    <a:moveTo>
                      <a:pt x="2096" y="0"/>
                    </a:moveTo>
                    <a:cubicBezTo>
                      <a:pt x="1985" y="0"/>
                      <a:pt x="1875" y="40"/>
                      <a:pt x="1796" y="118"/>
                    </a:cubicBezTo>
                    <a:lnTo>
                      <a:pt x="158" y="1757"/>
                    </a:lnTo>
                    <a:cubicBezTo>
                      <a:pt x="1" y="1914"/>
                      <a:pt x="1" y="2198"/>
                      <a:pt x="158" y="2355"/>
                    </a:cubicBezTo>
                    <a:cubicBezTo>
                      <a:pt x="237" y="2434"/>
                      <a:pt x="339" y="2473"/>
                      <a:pt x="442" y="2473"/>
                    </a:cubicBezTo>
                    <a:cubicBezTo>
                      <a:pt x="544" y="2473"/>
                      <a:pt x="646" y="2434"/>
                      <a:pt x="725" y="2355"/>
                    </a:cubicBezTo>
                    <a:lnTo>
                      <a:pt x="2111" y="969"/>
                    </a:lnTo>
                    <a:lnTo>
                      <a:pt x="3498" y="2355"/>
                    </a:lnTo>
                    <a:cubicBezTo>
                      <a:pt x="3576" y="2434"/>
                      <a:pt x="3687" y="2473"/>
                      <a:pt x="3797" y="2473"/>
                    </a:cubicBezTo>
                    <a:cubicBezTo>
                      <a:pt x="3907" y="2473"/>
                      <a:pt x="4017" y="2434"/>
                      <a:pt x="4096" y="2355"/>
                    </a:cubicBezTo>
                    <a:cubicBezTo>
                      <a:pt x="4191" y="2198"/>
                      <a:pt x="4191" y="1914"/>
                      <a:pt x="4033" y="1757"/>
                    </a:cubicBezTo>
                    <a:lnTo>
                      <a:pt x="2395" y="118"/>
                    </a:lnTo>
                    <a:cubicBezTo>
                      <a:pt x="2316" y="40"/>
                      <a:pt x="2206" y="0"/>
                      <a:pt x="209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Google Shape;10503;p86">
                <a:extLst>
                  <a:ext uri="{FF2B5EF4-FFF2-40B4-BE49-F238E27FC236}">
                    <a16:creationId xmlns:a16="http://schemas.microsoft.com/office/drawing/2014/main" id="{CB8CCEB5-28A5-B8F9-5572-3E608FEDB677}"/>
                  </a:ext>
                </a:extLst>
              </p:cNvPr>
              <p:cNvSpPr/>
              <p:nvPr/>
            </p:nvSpPr>
            <p:spPr>
              <a:xfrm>
                <a:off x="-61667550" y="3377700"/>
                <a:ext cx="82700" cy="82725"/>
              </a:xfrm>
              <a:custGeom>
                <a:avLst/>
                <a:gdLst/>
                <a:ahLst/>
                <a:cxnLst/>
                <a:rect l="l" t="t" r="r" b="b"/>
                <a:pathLst>
                  <a:path w="3308" h="3309" extrusionOk="0">
                    <a:moveTo>
                      <a:pt x="1670" y="1"/>
                    </a:moveTo>
                    <a:cubicBezTo>
                      <a:pt x="756" y="1"/>
                      <a:pt x="0" y="757"/>
                      <a:pt x="0" y="1671"/>
                    </a:cubicBezTo>
                    <a:cubicBezTo>
                      <a:pt x="0" y="2584"/>
                      <a:pt x="756" y="3309"/>
                      <a:pt x="1670" y="3309"/>
                    </a:cubicBezTo>
                    <a:cubicBezTo>
                      <a:pt x="2584" y="3309"/>
                      <a:pt x="3308" y="2584"/>
                      <a:pt x="3308" y="1671"/>
                    </a:cubicBezTo>
                    <a:cubicBezTo>
                      <a:pt x="3308" y="757"/>
                      <a:pt x="2584" y="1"/>
                      <a:pt x="1670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10504;p86">
                <a:extLst>
                  <a:ext uri="{FF2B5EF4-FFF2-40B4-BE49-F238E27FC236}">
                    <a16:creationId xmlns:a16="http://schemas.microsoft.com/office/drawing/2014/main" id="{87AD1BC7-A4DE-28FA-4EA4-36444EA47DAD}"/>
                  </a:ext>
                </a:extLst>
              </p:cNvPr>
              <p:cNvSpPr/>
              <p:nvPr/>
            </p:nvSpPr>
            <p:spPr>
              <a:xfrm>
                <a:off x="-61591150" y="3643150"/>
                <a:ext cx="123675" cy="51200"/>
              </a:xfrm>
              <a:custGeom>
                <a:avLst/>
                <a:gdLst/>
                <a:ahLst/>
                <a:cxnLst/>
                <a:rect l="l" t="t" r="r" b="b"/>
                <a:pathLst>
                  <a:path w="4947" h="2048" extrusionOk="0">
                    <a:moveTo>
                      <a:pt x="630" y="0"/>
                    </a:moveTo>
                    <a:cubicBezTo>
                      <a:pt x="221" y="410"/>
                      <a:pt x="0" y="1008"/>
                      <a:pt x="0" y="1638"/>
                    </a:cubicBezTo>
                    <a:cubicBezTo>
                      <a:pt x="0" y="1890"/>
                      <a:pt x="189" y="2048"/>
                      <a:pt x="378" y="2048"/>
                    </a:cubicBezTo>
                    <a:lnTo>
                      <a:pt x="4505" y="2048"/>
                    </a:lnTo>
                    <a:cubicBezTo>
                      <a:pt x="4757" y="2048"/>
                      <a:pt x="4946" y="1827"/>
                      <a:pt x="4946" y="1638"/>
                    </a:cubicBezTo>
                    <a:cubicBezTo>
                      <a:pt x="4946" y="1008"/>
                      <a:pt x="4726" y="410"/>
                      <a:pt x="4316" y="0"/>
                    </a:cubicBezTo>
                    <a:cubicBezTo>
                      <a:pt x="3844" y="536"/>
                      <a:pt x="3182" y="819"/>
                      <a:pt x="2458" y="819"/>
                    </a:cubicBezTo>
                    <a:cubicBezTo>
                      <a:pt x="1796" y="819"/>
                      <a:pt x="1134" y="536"/>
                      <a:pt x="63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Google Shape;10505;p86">
                <a:extLst>
                  <a:ext uri="{FF2B5EF4-FFF2-40B4-BE49-F238E27FC236}">
                    <a16:creationId xmlns:a16="http://schemas.microsoft.com/office/drawing/2014/main" id="{EF71D967-4326-E24D-6908-C78F8206C11E}"/>
                  </a:ext>
                </a:extLst>
              </p:cNvPr>
              <p:cNvSpPr/>
              <p:nvPr/>
            </p:nvSpPr>
            <p:spPr>
              <a:xfrm>
                <a:off x="-61570675" y="3560450"/>
                <a:ext cx="82725" cy="82725"/>
              </a:xfrm>
              <a:custGeom>
                <a:avLst/>
                <a:gdLst/>
                <a:ahLst/>
                <a:cxnLst/>
                <a:rect l="l" t="t" r="r" b="b"/>
                <a:pathLst>
                  <a:path w="3309" h="3309" extrusionOk="0">
                    <a:moveTo>
                      <a:pt x="1670" y="0"/>
                    </a:moveTo>
                    <a:cubicBezTo>
                      <a:pt x="756" y="0"/>
                      <a:pt x="0" y="725"/>
                      <a:pt x="0" y="1638"/>
                    </a:cubicBezTo>
                    <a:cubicBezTo>
                      <a:pt x="0" y="2552"/>
                      <a:pt x="756" y="3308"/>
                      <a:pt x="1670" y="3308"/>
                    </a:cubicBezTo>
                    <a:cubicBezTo>
                      <a:pt x="2552" y="3308"/>
                      <a:pt x="3308" y="2552"/>
                      <a:pt x="3308" y="1638"/>
                    </a:cubicBezTo>
                    <a:cubicBezTo>
                      <a:pt x="3308" y="725"/>
                      <a:pt x="2552" y="0"/>
                      <a:pt x="167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Google Shape;10506;p86">
                <a:extLst>
                  <a:ext uri="{FF2B5EF4-FFF2-40B4-BE49-F238E27FC236}">
                    <a16:creationId xmlns:a16="http://schemas.microsoft.com/office/drawing/2014/main" id="{519528E9-4C0D-D533-7238-911B9FA1571B}"/>
                  </a:ext>
                </a:extLst>
              </p:cNvPr>
              <p:cNvSpPr/>
              <p:nvPr/>
            </p:nvSpPr>
            <p:spPr>
              <a:xfrm>
                <a:off x="-61784125" y="3643925"/>
                <a:ext cx="124450" cy="51225"/>
              </a:xfrm>
              <a:custGeom>
                <a:avLst/>
                <a:gdLst/>
                <a:ahLst/>
                <a:cxnLst/>
                <a:rect l="l" t="t" r="r" b="b"/>
                <a:pathLst>
                  <a:path w="4978" h="2049" extrusionOk="0">
                    <a:moveTo>
                      <a:pt x="662" y="1"/>
                    </a:moveTo>
                    <a:cubicBezTo>
                      <a:pt x="252" y="442"/>
                      <a:pt x="32" y="1009"/>
                      <a:pt x="32" y="1639"/>
                    </a:cubicBezTo>
                    <a:cubicBezTo>
                      <a:pt x="0" y="1859"/>
                      <a:pt x="189" y="2048"/>
                      <a:pt x="410" y="2048"/>
                    </a:cubicBezTo>
                    <a:lnTo>
                      <a:pt x="4569" y="2048"/>
                    </a:lnTo>
                    <a:cubicBezTo>
                      <a:pt x="4789" y="2048"/>
                      <a:pt x="4978" y="1859"/>
                      <a:pt x="4978" y="1639"/>
                    </a:cubicBezTo>
                    <a:cubicBezTo>
                      <a:pt x="4978" y="1009"/>
                      <a:pt x="4758" y="442"/>
                      <a:pt x="4348" y="1"/>
                    </a:cubicBezTo>
                    <a:cubicBezTo>
                      <a:pt x="3876" y="536"/>
                      <a:pt x="3214" y="820"/>
                      <a:pt x="2521" y="820"/>
                    </a:cubicBezTo>
                    <a:cubicBezTo>
                      <a:pt x="1828" y="820"/>
                      <a:pt x="1166" y="536"/>
                      <a:pt x="66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2" name="Google Shape;10507;p86">
                <a:extLst>
                  <a:ext uri="{FF2B5EF4-FFF2-40B4-BE49-F238E27FC236}">
                    <a16:creationId xmlns:a16="http://schemas.microsoft.com/office/drawing/2014/main" id="{7E16E3D9-3AA5-5AE1-576E-C3E6E6E25AAD}"/>
                  </a:ext>
                </a:extLst>
              </p:cNvPr>
              <p:cNvSpPr/>
              <p:nvPr/>
            </p:nvSpPr>
            <p:spPr>
              <a:xfrm>
                <a:off x="-61763650" y="3560450"/>
                <a:ext cx="82725" cy="82725"/>
              </a:xfrm>
              <a:custGeom>
                <a:avLst/>
                <a:gdLst/>
                <a:ahLst/>
                <a:cxnLst/>
                <a:rect l="l" t="t" r="r" b="b"/>
                <a:pathLst>
                  <a:path w="3309" h="3309" extrusionOk="0">
                    <a:moveTo>
                      <a:pt x="1670" y="0"/>
                    </a:moveTo>
                    <a:cubicBezTo>
                      <a:pt x="757" y="0"/>
                      <a:pt x="1" y="725"/>
                      <a:pt x="1" y="1638"/>
                    </a:cubicBezTo>
                    <a:cubicBezTo>
                      <a:pt x="1" y="2552"/>
                      <a:pt x="757" y="3308"/>
                      <a:pt x="1670" y="3308"/>
                    </a:cubicBezTo>
                    <a:cubicBezTo>
                      <a:pt x="2552" y="3308"/>
                      <a:pt x="3309" y="2552"/>
                      <a:pt x="3309" y="1638"/>
                    </a:cubicBezTo>
                    <a:cubicBezTo>
                      <a:pt x="3309" y="725"/>
                      <a:pt x="2552" y="0"/>
                      <a:pt x="167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7" name="Google Shape;2806;p37">
              <a:extLst>
                <a:ext uri="{FF2B5EF4-FFF2-40B4-BE49-F238E27FC236}">
                  <a16:creationId xmlns:a16="http://schemas.microsoft.com/office/drawing/2014/main" id="{ADF78737-B041-533A-5A51-21135DD01C9B}"/>
                </a:ext>
              </a:extLst>
            </p:cNvPr>
            <p:cNvSpPr txBox="1">
              <a:spLocks/>
            </p:cNvSpPr>
            <p:nvPr/>
          </p:nvSpPr>
          <p:spPr>
            <a:xfrm>
              <a:off x="1594621" y="1392939"/>
              <a:ext cx="3293464" cy="3733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1pPr>
              <a:lvl2pPr marL="914400" marR="0" lvl="1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2pPr>
              <a:lvl3pPr marL="1371600" marR="0" lvl="2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3pPr>
              <a:lvl4pPr marL="1828800" marR="0" lvl="3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4pPr>
              <a:lvl5pPr marL="2286000" marR="0" lvl="4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5pPr>
              <a:lvl6pPr marL="2743200" marR="0" lvl="5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6pPr>
              <a:lvl7pPr marL="3200400" marR="0" lvl="6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7pPr>
              <a:lvl8pPr marL="3657600" marR="0" lvl="7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8pPr>
              <a:lvl9pPr marL="4114800" marR="0" lvl="8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9pPr>
            </a:lstStyle>
            <a:p>
              <a:pPr marL="0" indent="0"/>
              <a:r>
                <a:rPr lang="en-US" b="1" dirty="0"/>
                <a:t>15.3 million elderly citizens (65+) today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3461208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4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 tmFilter="0, 0; .2, .5; .8, .5; 1, 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" dur="250" autoRev="1" fill="hold"/>
                                        <p:tgtEl>
                                          <p:spTgt spid="4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 tmFilter="0, 0; .2, .5; .8, .5; 1, 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1" dur="250" autoRev="1" fill="hold"/>
                                        <p:tgtEl>
                                          <p:spTgt spid="4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 tmFilter="0, 0; .2, .5; .8, .5; 1, 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5" dur="250" autoRev="1" fill="hold"/>
                                        <p:tgtEl>
                                          <p:spTgt spid="4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95">
          <a:extLst>
            <a:ext uri="{FF2B5EF4-FFF2-40B4-BE49-F238E27FC236}">
              <a16:creationId xmlns:a16="http://schemas.microsoft.com/office/drawing/2014/main" id="{EF0B8DB6-BAD7-2301-F98B-D03F87243F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6" name="Google Shape;3596;p52">
            <a:extLst>
              <a:ext uri="{FF2B5EF4-FFF2-40B4-BE49-F238E27FC236}">
                <a16:creationId xmlns:a16="http://schemas.microsoft.com/office/drawing/2014/main" id="{A3CA6B35-C5FB-5AB6-2DA1-360719999D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US" dirty="0">
                <a:solidFill>
                  <a:schemeClr val="accent2"/>
                </a:solidFill>
              </a:rPr>
              <a:t>The Pain Points &amp; </a:t>
            </a:r>
            <a:r>
              <a:rPr lang="en-US" dirty="0">
                <a:solidFill>
                  <a:schemeClr val="bg1"/>
                </a:solidFill>
              </a:rPr>
              <a:t>Our Solution</a:t>
            </a:r>
            <a:endParaRPr dirty="0">
              <a:solidFill>
                <a:schemeClr val="accent2"/>
              </a:solidFill>
            </a:endParaRPr>
          </a:p>
        </p:txBody>
      </p:sp>
      <p:sp>
        <p:nvSpPr>
          <p:cNvPr id="3598" name="Google Shape;3598;p52">
            <a:extLst>
              <a:ext uri="{FF2B5EF4-FFF2-40B4-BE49-F238E27FC236}">
                <a16:creationId xmlns:a16="http://schemas.microsoft.com/office/drawing/2014/main" id="{EC57A217-A098-C64C-E069-09C111739129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399148" y="1782947"/>
            <a:ext cx="2473322" cy="46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-US" b="1" dirty="0"/>
              <a:t>Multiple disconnected apps</a:t>
            </a:r>
            <a:endParaRPr dirty="0"/>
          </a:p>
        </p:txBody>
      </p:sp>
      <p:sp>
        <p:nvSpPr>
          <p:cNvPr id="3601" name="Google Shape;3601;p52">
            <a:extLst>
              <a:ext uri="{FF2B5EF4-FFF2-40B4-BE49-F238E27FC236}">
                <a16:creationId xmlns:a16="http://schemas.microsoft.com/office/drawing/2014/main" id="{191B611D-74B4-F6C8-C7A6-92998E5F24F0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1562709" y="2238267"/>
            <a:ext cx="2146200" cy="46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-US" b="1" dirty="0"/>
              <a:t>No family oversight</a:t>
            </a:r>
            <a:endParaRPr dirty="0"/>
          </a:p>
        </p:txBody>
      </p:sp>
      <p:sp>
        <p:nvSpPr>
          <p:cNvPr id="3606" name="Google Shape;3606;p52">
            <a:extLst>
              <a:ext uri="{FF2B5EF4-FFF2-40B4-BE49-F238E27FC236}">
                <a16:creationId xmlns:a16="http://schemas.microsoft.com/office/drawing/2014/main" id="{79C40E36-2B37-AA11-41D6-A0AD9BD7AB97}"/>
              </a:ext>
            </a:extLst>
          </p:cNvPr>
          <p:cNvSpPr txBox="1">
            <a:spLocks noGrp="1"/>
          </p:cNvSpPr>
          <p:nvPr>
            <p:ph type="subTitle" idx="13"/>
          </p:nvPr>
        </p:nvSpPr>
        <p:spPr>
          <a:xfrm>
            <a:off x="1562709" y="2693587"/>
            <a:ext cx="2146200" cy="46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-US" b="1" dirty="0"/>
              <a:t>Not Bangladesh-ready</a:t>
            </a:r>
            <a:endParaRPr b="1" dirty="0"/>
          </a:p>
        </p:txBody>
      </p:sp>
      <p:grpSp>
        <p:nvGrpSpPr>
          <p:cNvPr id="3637" name="Google Shape;3637;p52">
            <a:extLst>
              <a:ext uri="{FF2B5EF4-FFF2-40B4-BE49-F238E27FC236}">
                <a16:creationId xmlns:a16="http://schemas.microsoft.com/office/drawing/2014/main" id="{C4CBEBD0-619D-6D95-CB7A-DD4582A13757}"/>
              </a:ext>
            </a:extLst>
          </p:cNvPr>
          <p:cNvGrpSpPr/>
          <p:nvPr/>
        </p:nvGrpSpPr>
        <p:grpSpPr>
          <a:xfrm rot="5400000">
            <a:off x="8227473" y="2334240"/>
            <a:ext cx="883262" cy="242091"/>
            <a:chOff x="2300350" y="2601250"/>
            <a:chExt cx="2275275" cy="623625"/>
          </a:xfrm>
        </p:grpSpPr>
        <p:sp>
          <p:nvSpPr>
            <p:cNvPr id="3638" name="Google Shape;3638;p52">
              <a:extLst>
                <a:ext uri="{FF2B5EF4-FFF2-40B4-BE49-F238E27FC236}">
                  <a16:creationId xmlns:a16="http://schemas.microsoft.com/office/drawing/2014/main" id="{3D50FCD8-94F1-FF2D-4940-64AA341F2753}"/>
                </a:ext>
              </a:extLst>
            </p:cNvPr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9" name="Google Shape;3639;p52">
              <a:extLst>
                <a:ext uri="{FF2B5EF4-FFF2-40B4-BE49-F238E27FC236}">
                  <a16:creationId xmlns:a16="http://schemas.microsoft.com/office/drawing/2014/main" id="{E7DA58BB-2F0A-2765-7E36-02017CAB725E}"/>
                </a:ext>
              </a:extLst>
            </p:cNvPr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0" name="Google Shape;3640;p52">
              <a:extLst>
                <a:ext uri="{FF2B5EF4-FFF2-40B4-BE49-F238E27FC236}">
                  <a16:creationId xmlns:a16="http://schemas.microsoft.com/office/drawing/2014/main" id="{644D77D1-39A9-1B31-DDDC-100972EAF31B}"/>
                </a:ext>
              </a:extLst>
            </p:cNvPr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1" name="Google Shape;3641;p52">
              <a:extLst>
                <a:ext uri="{FF2B5EF4-FFF2-40B4-BE49-F238E27FC236}">
                  <a16:creationId xmlns:a16="http://schemas.microsoft.com/office/drawing/2014/main" id="{4E0F4968-BD5C-0B28-0FE9-85320E7BCC4C}"/>
                </a:ext>
              </a:extLst>
            </p:cNvPr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2" name="Google Shape;3642;p52">
              <a:extLst>
                <a:ext uri="{FF2B5EF4-FFF2-40B4-BE49-F238E27FC236}">
                  <a16:creationId xmlns:a16="http://schemas.microsoft.com/office/drawing/2014/main" id="{35202935-D04C-06C3-4052-99FEAA0ACFD9}"/>
                </a:ext>
              </a:extLst>
            </p:cNvPr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3" name="Google Shape;3643;p52">
              <a:extLst>
                <a:ext uri="{FF2B5EF4-FFF2-40B4-BE49-F238E27FC236}">
                  <a16:creationId xmlns:a16="http://schemas.microsoft.com/office/drawing/2014/main" id="{6665234C-C588-FD38-D17F-2AD33775839B}"/>
                </a:ext>
              </a:extLst>
            </p:cNvPr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Google Shape;3597;p52">
            <a:extLst>
              <a:ext uri="{FF2B5EF4-FFF2-40B4-BE49-F238E27FC236}">
                <a16:creationId xmlns:a16="http://schemas.microsoft.com/office/drawing/2014/main" id="{C17EB4EF-E52D-B8F1-C4AA-54248C34DD6A}"/>
              </a:ext>
            </a:extLst>
          </p:cNvPr>
          <p:cNvSpPr txBox="1">
            <a:spLocks/>
          </p:cNvSpPr>
          <p:nvPr/>
        </p:nvSpPr>
        <p:spPr>
          <a:xfrm>
            <a:off x="713100" y="1496776"/>
            <a:ext cx="3369593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1126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Exo"/>
              <a:buNone/>
              <a:defRPr sz="1800" b="1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Exo"/>
              <a:buNone/>
              <a:defRPr sz="20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Exo"/>
              <a:buNone/>
              <a:defRPr sz="20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Exo"/>
              <a:buNone/>
              <a:defRPr sz="20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Exo"/>
              <a:buNone/>
              <a:defRPr sz="20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Exo"/>
              <a:buNone/>
              <a:defRPr sz="20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Exo"/>
              <a:buNone/>
              <a:defRPr sz="20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Exo"/>
              <a:buNone/>
              <a:defRPr sz="20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Exo"/>
              <a:buNone/>
              <a:defRPr sz="20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9pPr>
          </a:lstStyle>
          <a:p>
            <a:r>
              <a:rPr lang="en-US" dirty="0"/>
              <a:t>The Fragmentation Problem</a:t>
            </a:r>
          </a:p>
        </p:txBody>
      </p:sp>
      <p:sp>
        <p:nvSpPr>
          <p:cNvPr id="9" name="Google Shape;3606;p52">
            <a:extLst>
              <a:ext uri="{FF2B5EF4-FFF2-40B4-BE49-F238E27FC236}">
                <a16:creationId xmlns:a16="http://schemas.microsoft.com/office/drawing/2014/main" id="{7A995719-BD93-3684-EC60-61839870B8A7}"/>
              </a:ext>
            </a:extLst>
          </p:cNvPr>
          <p:cNvSpPr txBox="1">
            <a:spLocks/>
          </p:cNvSpPr>
          <p:nvPr/>
        </p:nvSpPr>
        <p:spPr>
          <a:xfrm>
            <a:off x="1562709" y="3148906"/>
            <a:ext cx="2146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pPr marL="0" indent="0"/>
            <a:r>
              <a:rPr lang="en-US" b="1" dirty="0"/>
              <a:t>Higher mortality risk</a:t>
            </a:r>
          </a:p>
        </p:txBody>
      </p:sp>
      <p:grpSp>
        <p:nvGrpSpPr>
          <p:cNvPr id="29" name="Google Shape;11537;p88">
            <a:extLst>
              <a:ext uri="{FF2B5EF4-FFF2-40B4-BE49-F238E27FC236}">
                <a16:creationId xmlns:a16="http://schemas.microsoft.com/office/drawing/2014/main" id="{FBA3BA93-1E9A-27FD-7341-C3316E65E237}"/>
              </a:ext>
            </a:extLst>
          </p:cNvPr>
          <p:cNvGrpSpPr/>
          <p:nvPr/>
        </p:nvGrpSpPr>
        <p:grpSpPr>
          <a:xfrm>
            <a:off x="1116467" y="1836538"/>
            <a:ext cx="298377" cy="354519"/>
            <a:chOff x="-48233050" y="3569725"/>
            <a:chExt cx="252050" cy="299475"/>
          </a:xfrm>
          <a:solidFill>
            <a:schemeClr val="accent2"/>
          </a:solidFill>
        </p:grpSpPr>
        <p:sp>
          <p:nvSpPr>
            <p:cNvPr id="30" name="Google Shape;11538;p88">
              <a:extLst>
                <a:ext uri="{FF2B5EF4-FFF2-40B4-BE49-F238E27FC236}">
                  <a16:creationId xmlns:a16="http://schemas.microsoft.com/office/drawing/2014/main" id="{78237431-D468-94C7-0C56-DBDC682FCAAC}"/>
                </a:ext>
              </a:extLst>
            </p:cNvPr>
            <p:cNvSpPr/>
            <p:nvPr/>
          </p:nvSpPr>
          <p:spPr>
            <a:xfrm>
              <a:off x="-48233050" y="3569725"/>
              <a:ext cx="252050" cy="299475"/>
            </a:xfrm>
            <a:custGeom>
              <a:avLst/>
              <a:gdLst/>
              <a:ahLst/>
              <a:cxnLst/>
              <a:rect l="l" t="t" r="r" b="b"/>
              <a:pathLst>
                <a:path w="10082" h="11979" extrusionOk="0">
                  <a:moveTo>
                    <a:pt x="5230" y="1393"/>
                  </a:moveTo>
                  <a:cubicBezTo>
                    <a:pt x="5419" y="1393"/>
                    <a:pt x="5577" y="1551"/>
                    <a:pt x="5577" y="1740"/>
                  </a:cubicBezTo>
                  <a:lnTo>
                    <a:pt x="5577" y="1960"/>
                  </a:lnTo>
                  <a:cubicBezTo>
                    <a:pt x="5703" y="2023"/>
                    <a:pt x="5829" y="2086"/>
                    <a:pt x="5923" y="2181"/>
                  </a:cubicBezTo>
                  <a:lnTo>
                    <a:pt x="6144" y="2055"/>
                  </a:lnTo>
                  <a:cubicBezTo>
                    <a:pt x="6194" y="2025"/>
                    <a:pt x="6251" y="2011"/>
                    <a:pt x="6308" y="2011"/>
                  </a:cubicBezTo>
                  <a:cubicBezTo>
                    <a:pt x="6430" y="2011"/>
                    <a:pt x="6552" y="2074"/>
                    <a:pt x="6616" y="2181"/>
                  </a:cubicBezTo>
                  <a:lnTo>
                    <a:pt x="7309" y="3410"/>
                  </a:lnTo>
                  <a:cubicBezTo>
                    <a:pt x="7467" y="3725"/>
                    <a:pt x="7246" y="3819"/>
                    <a:pt x="6963" y="3977"/>
                  </a:cubicBezTo>
                  <a:lnTo>
                    <a:pt x="6963" y="4386"/>
                  </a:lnTo>
                  <a:cubicBezTo>
                    <a:pt x="7246" y="4544"/>
                    <a:pt x="7467" y="4670"/>
                    <a:pt x="7309" y="4985"/>
                  </a:cubicBezTo>
                  <a:lnTo>
                    <a:pt x="6616" y="6182"/>
                  </a:lnTo>
                  <a:cubicBezTo>
                    <a:pt x="6531" y="6289"/>
                    <a:pt x="6417" y="6366"/>
                    <a:pt x="6303" y="6366"/>
                  </a:cubicBezTo>
                  <a:cubicBezTo>
                    <a:pt x="6249" y="6366"/>
                    <a:pt x="6195" y="6349"/>
                    <a:pt x="6144" y="6308"/>
                  </a:cubicBezTo>
                  <a:lnTo>
                    <a:pt x="5923" y="6182"/>
                  </a:lnTo>
                  <a:cubicBezTo>
                    <a:pt x="5829" y="6277"/>
                    <a:pt x="5703" y="6340"/>
                    <a:pt x="5577" y="6403"/>
                  </a:cubicBezTo>
                  <a:lnTo>
                    <a:pt x="5577" y="6623"/>
                  </a:lnTo>
                  <a:cubicBezTo>
                    <a:pt x="5577" y="6812"/>
                    <a:pt x="5419" y="6970"/>
                    <a:pt x="5230" y="6970"/>
                  </a:cubicBezTo>
                  <a:lnTo>
                    <a:pt x="3812" y="6970"/>
                  </a:lnTo>
                  <a:cubicBezTo>
                    <a:pt x="3623" y="6970"/>
                    <a:pt x="3466" y="6812"/>
                    <a:pt x="3466" y="6623"/>
                  </a:cubicBezTo>
                  <a:lnTo>
                    <a:pt x="3466" y="6403"/>
                  </a:lnTo>
                  <a:cubicBezTo>
                    <a:pt x="3340" y="6340"/>
                    <a:pt x="3214" y="6277"/>
                    <a:pt x="3119" y="6182"/>
                  </a:cubicBezTo>
                  <a:lnTo>
                    <a:pt x="2899" y="6308"/>
                  </a:lnTo>
                  <a:cubicBezTo>
                    <a:pt x="2848" y="6338"/>
                    <a:pt x="2791" y="6352"/>
                    <a:pt x="2734" y="6352"/>
                  </a:cubicBezTo>
                  <a:cubicBezTo>
                    <a:pt x="2613" y="6352"/>
                    <a:pt x="2490" y="6289"/>
                    <a:pt x="2426" y="6182"/>
                  </a:cubicBezTo>
                  <a:lnTo>
                    <a:pt x="1733" y="4985"/>
                  </a:lnTo>
                  <a:cubicBezTo>
                    <a:pt x="1638" y="4827"/>
                    <a:pt x="1670" y="4575"/>
                    <a:pt x="1859" y="4512"/>
                  </a:cubicBezTo>
                  <a:lnTo>
                    <a:pt x="2048" y="4386"/>
                  </a:lnTo>
                  <a:lnTo>
                    <a:pt x="2048" y="3977"/>
                  </a:lnTo>
                  <a:lnTo>
                    <a:pt x="1859" y="3882"/>
                  </a:lnTo>
                  <a:cubicBezTo>
                    <a:pt x="1702" y="3788"/>
                    <a:pt x="1607" y="3536"/>
                    <a:pt x="1733" y="3410"/>
                  </a:cubicBezTo>
                  <a:lnTo>
                    <a:pt x="2426" y="2181"/>
                  </a:lnTo>
                  <a:cubicBezTo>
                    <a:pt x="2490" y="2074"/>
                    <a:pt x="2612" y="1997"/>
                    <a:pt x="2733" y="1997"/>
                  </a:cubicBezTo>
                  <a:cubicBezTo>
                    <a:pt x="2790" y="1997"/>
                    <a:pt x="2848" y="2014"/>
                    <a:pt x="2899" y="2055"/>
                  </a:cubicBezTo>
                  <a:lnTo>
                    <a:pt x="3119" y="2181"/>
                  </a:lnTo>
                  <a:cubicBezTo>
                    <a:pt x="3214" y="2086"/>
                    <a:pt x="3340" y="2023"/>
                    <a:pt x="3466" y="1960"/>
                  </a:cubicBezTo>
                  <a:lnTo>
                    <a:pt x="3466" y="1740"/>
                  </a:lnTo>
                  <a:cubicBezTo>
                    <a:pt x="3466" y="1551"/>
                    <a:pt x="3623" y="1393"/>
                    <a:pt x="3812" y="1393"/>
                  </a:cubicBezTo>
                  <a:close/>
                  <a:moveTo>
                    <a:pt x="4547" y="0"/>
                  </a:moveTo>
                  <a:cubicBezTo>
                    <a:pt x="3499" y="0"/>
                    <a:pt x="2484" y="337"/>
                    <a:pt x="1670" y="984"/>
                  </a:cubicBezTo>
                  <a:cubicBezTo>
                    <a:pt x="630" y="1866"/>
                    <a:pt x="0" y="3158"/>
                    <a:pt x="0" y="4544"/>
                  </a:cubicBezTo>
                  <a:cubicBezTo>
                    <a:pt x="0" y="5804"/>
                    <a:pt x="504" y="6970"/>
                    <a:pt x="1418" y="7852"/>
                  </a:cubicBezTo>
                  <a:lnTo>
                    <a:pt x="1418" y="11632"/>
                  </a:lnTo>
                  <a:cubicBezTo>
                    <a:pt x="1418" y="11821"/>
                    <a:pt x="1575" y="11979"/>
                    <a:pt x="1765" y="11979"/>
                  </a:cubicBezTo>
                  <a:lnTo>
                    <a:pt x="5986" y="11979"/>
                  </a:lnTo>
                  <a:cubicBezTo>
                    <a:pt x="6175" y="11979"/>
                    <a:pt x="6333" y="11821"/>
                    <a:pt x="6333" y="11632"/>
                  </a:cubicBezTo>
                  <a:lnTo>
                    <a:pt x="6333" y="10530"/>
                  </a:lnTo>
                  <a:lnTo>
                    <a:pt x="8097" y="10530"/>
                  </a:lnTo>
                  <a:cubicBezTo>
                    <a:pt x="8286" y="10530"/>
                    <a:pt x="8444" y="10372"/>
                    <a:pt x="8444" y="10183"/>
                  </a:cubicBezTo>
                  <a:lnTo>
                    <a:pt x="8444" y="8387"/>
                  </a:lnTo>
                  <a:lnTo>
                    <a:pt x="9042" y="8387"/>
                  </a:lnTo>
                  <a:cubicBezTo>
                    <a:pt x="9389" y="8387"/>
                    <a:pt x="9767" y="8198"/>
                    <a:pt x="9956" y="7883"/>
                  </a:cubicBezTo>
                  <a:cubicBezTo>
                    <a:pt x="10082" y="7568"/>
                    <a:pt x="10082" y="7190"/>
                    <a:pt x="9924" y="6875"/>
                  </a:cubicBezTo>
                  <a:lnTo>
                    <a:pt x="9042" y="5237"/>
                  </a:lnTo>
                  <a:cubicBezTo>
                    <a:pt x="9137" y="4701"/>
                    <a:pt x="9137" y="4134"/>
                    <a:pt x="9011" y="3599"/>
                  </a:cubicBezTo>
                  <a:cubicBezTo>
                    <a:pt x="8664" y="1866"/>
                    <a:pt x="7246" y="480"/>
                    <a:pt x="5545" y="102"/>
                  </a:cubicBezTo>
                  <a:cubicBezTo>
                    <a:pt x="5213" y="34"/>
                    <a:pt x="4878" y="0"/>
                    <a:pt x="45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11539;p88">
              <a:extLst>
                <a:ext uri="{FF2B5EF4-FFF2-40B4-BE49-F238E27FC236}">
                  <a16:creationId xmlns:a16="http://schemas.microsoft.com/office/drawing/2014/main" id="{6E3CEC87-1961-7233-B70D-932CF6EC1867}"/>
                </a:ext>
              </a:extLst>
            </p:cNvPr>
            <p:cNvSpPr/>
            <p:nvPr/>
          </p:nvSpPr>
          <p:spPr>
            <a:xfrm>
              <a:off x="-48170050" y="3622650"/>
              <a:ext cx="100050" cy="103225"/>
            </a:xfrm>
            <a:custGeom>
              <a:avLst/>
              <a:gdLst/>
              <a:ahLst/>
              <a:cxnLst/>
              <a:rect l="l" t="t" r="r" b="b"/>
              <a:pathLst>
                <a:path w="4002" h="4129" extrusionOk="0">
                  <a:moveTo>
                    <a:pt x="1985" y="1009"/>
                  </a:moveTo>
                  <a:cubicBezTo>
                    <a:pt x="2584" y="1009"/>
                    <a:pt x="3057" y="1482"/>
                    <a:pt x="3057" y="2080"/>
                  </a:cubicBezTo>
                  <a:cubicBezTo>
                    <a:pt x="3057" y="2647"/>
                    <a:pt x="2584" y="3120"/>
                    <a:pt x="1985" y="3120"/>
                  </a:cubicBezTo>
                  <a:cubicBezTo>
                    <a:pt x="1418" y="3120"/>
                    <a:pt x="946" y="2647"/>
                    <a:pt x="946" y="2080"/>
                  </a:cubicBezTo>
                  <a:cubicBezTo>
                    <a:pt x="946" y="1482"/>
                    <a:pt x="1418" y="1009"/>
                    <a:pt x="1985" y="1009"/>
                  </a:cubicBezTo>
                  <a:close/>
                  <a:moveTo>
                    <a:pt x="1639" y="1"/>
                  </a:moveTo>
                  <a:lnTo>
                    <a:pt x="1639" y="127"/>
                  </a:lnTo>
                  <a:cubicBezTo>
                    <a:pt x="1639" y="284"/>
                    <a:pt x="1576" y="410"/>
                    <a:pt x="1418" y="442"/>
                  </a:cubicBezTo>
                  <a:cubicBezTo>
                    <a:pt x="1198" y="537"/>
                    <a:pt x="1009" y="631"/>
                    <a:pt x="851" y="757"/>
                  </a:cubicBezTo>
                  <a:cubicBezTo>
                    <a:pt x="770" y="818"/>
                    <a:pt x="689" y="853"/>
                    <a:pt x="607" y="853"/>
                  </a:cubicBezTo>
                  <a:cubicBezTo>
                    <a:pt x="562" y="853"/>
                    <a:pt x="518" y="842"/>
                    <a:pt x="473" y="820"/>
                  </a:cubicBezTo>
                  <a:lnTo>
                    <a:pt x="347" y="726"/>
                  </a:lnTo>
                  <a:lnTo>
                    <a:pt x="1" y="1324"/>
                  </a:lnTo>
                  <a:lnTo>
                    <a:pt x="127" y="1387"/>
                  </a:lnTo>
                  <a:cubicBezTo>
                    <a:pt x="221" y="1482"/>
                    <a:pt x="316" y="1639"/>
                    <a:pt x="253" y="1765"/>
                  </a:cubicBezTo>
                  <a:cubicBezTo>
                    <a:pt x="221" y="1986"/>
                    <a:pt x="221" y="2143"/>
                    <a:pt x="253" y="2395"/>
                  </a:cubicBezTo>
                  <a:cubicBezTo>
                    <a:pt x="316" y="2553"/>
                    <a:pt x="221" y="2647"/>
                    <a:pt x="127" y="2742"/>
                  </a:cubicBezTo>
                  <a:lnTo>
                    <a:pt x="1" y="2805"/>
                  </a:lnTo>
                  <a:lnTo>
                    <a:pt x="347" y="3403"/>
                  </a:lnTo>
                  <a:lnTo>
                    <a:pt x="473" y="3340"/>
                  </a:lnTo>
                  <a:cubicBezTo>
                    <a:pt x="532" y="3297"/>
                    <a:pt x="590" y="3273"/>
                    <a:pt x="649" y="3273"/>
                  </a:cubicBezTo>
                  <a:cubicBezTo>
                    <a:pt x="716" y="3273"/>
                    <a:pt x="784" y="3304"/>
                    <a:pt x="851" y="3372"/>
                  </a:cubicBezTo>
                  <a:cubicBezTo>
                    <a:pt x="1009" y="3529"/>
                    <a:pt x="1198" y="3592"/>
                    <a:pt x="1418" y="3687"/>
                  </a:cubicBezTo>
                  <a:cubicBezTo>
                    <a:pt x="1576" y="3718"/>
                    <a:pt x="1639" y="3876"/>
                    <a:pt x="1639" y="4002"/>
                  </a:cubicBezTo>
                  <a:lnTo>
                    <a:pt x="1639" y="4128"/>
                  </a:lnTo>
                  <a:lnTo>
                    <a:pt x="2364" y="4128"/>
                  </a:lnTo>
                  <a:lnTo>
                    <a:pt x="2364" y="4002"/>
                  </a:lnTo>
                  <a:cubicBezTo>
                    <a:pt x="2364" y="3845"/>
                    <a:pt x="2427" y="3718"/>
                    <a:pt x="2584" y="3687"/>
                  </a:cubicBezTo>
                  <a:cubicBezTo>
                    <a:pt x="2805" y="3592"/>
                    <a:pt x="2994" y="3498"/>
                    <a:pt x="3151" y="3372"/>
                  </a:cubicBezTo>
                  <a:cubicBezTo>
                    <a:pt x="3224" y="3317"/>
                    <a:pt x="3298" y="3283"/>
                    <a:pt x="3371" y="3283"/>
                  </a:cubicBezTo>
                  <a:cubicBezTo>
                    <a:pt x="3424" y="3283"/>
                    <a:pt x="3476" y="3301"/>
                    <a:pt x="3529" y="3340"/>
                  </a:cubicBezTo>
                  <a:lnTo>
                    <a:pt x="3655" y="3403"/>
                  </a:lnTo>
                  <a:lnTo>
                    <a:pt x="4002" y="2805"/>
                  </a:lnTo>
                  <a:lnTo>
                    <a:pt x="3876" y="2742"/>
                  </a:lnTo>
                  <a:cubicBezTo>
                    <a:pt x="3781" y="2647"/>
                    <a:pt x="3687" y="2490"/>
                    <a:pt x="3750" y="2395"/>
                  </a:cubicBezTo>
                  <a:cubicBezTo>
                    <a:pt x="3781" y="2143"/>
                    <a:pt x="3781" y="1986"/>
                    <a:pt x="3750" y="1765"/>
                  </a:cubicBezTo>
                  <a:cubicBezTo>
                    <a:pt x="3687" y="1608"/>
                    <a:pt x="3781" y="1482"/>
                    <a:pt x="3876" y="1387"/>
                  </a:cubicBezTo>
                  <a:lnTo>
                    <a:pt x="4002" y="1324"/>
                  </a:lnTo>
                  <a:lnTo>
                    <a:pt x="3655" y="726"/>
                  </a:lnTo>
                  <a:lnTo>
                    <a:pt x="3529" y="820"/>
                  </a:lnTo>
                  <a:cubicBezTo>
                    <a:pt x="3477" y="846"/>
                    <a:pt x="3425" y="861"/>
                    <a:pt x="3373" y="861"/>
                  </a:cubicBezTo>
                  <a:cubicBezTo>
                    <a:pt x="3299" y="861"/>
                    <a:pt x="3225" y="831"/>
                    <a:pt x="3151" y="757"/>
                  </a:cubicBezTo>
                  <a:cubicBezTo>
                    <a:pt x="2994" y="600"/>
                    <a:pt x="2805" y="537"/>
                    <a:pt x="2584" y="442"/>
                  </a:cubicBezTo>
                  <a:cubicBezTo>
                    <a:pt x="2427" y="410"/>
                    <a:pt x="2364" y="253"/>
                    <a:pt x="2364" y="127"/>
                  </a:cubicBezTo>
                  <a:lnTo>
                    <a:pt x="236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11540;p88">
              <a:extLst>
                <a:ext uri="{FF2B5EF4-FFF2-40B4-BE49-F238E27FC236}">
                  <a16:creationId xmlns:a16="http://schemas.microsoft.com/office/drawing/2014/main" id="{049E89E4-7830-93F5-E137-945FAAC20ACB}"/>
                </a:ext>
              </a:extLst>
            </p:cNvPr>
            <p:cNvSpPr/>
            <p:nvPr/>
          </p:nvSpPr>
          <p:spPr>
            <a:xfrm>
              <a:off x="-48129100" y="3665200"/>
              <a:ext cx="18150" cy="18125"/>
            </a:xfrm>
            <a:custGeom>
              <a:avLst/>
              <a:gdLst/>
              <a:ahLst/>
              <a:cxnLst/>
              <a:rect l="l" t="t" r="r" b="b"/>
              <a:pathLst>
                <a:path w="726" h="725" extrusionOk="0">
                  <a:moveTo>
                    <a:pt x="347" y="0"/>
                  </a:moveTo>
                  <a:cubicBezTo>
                    <a:pt x="158" y="0"/>
                    <a:pt x="1" y="158"/>
                    <a:pt x="1" y="378"/>
                  </a:cubicBezTo>
                  <a:cubicBezTo>
                    <a:pt x="1" y="567"/>
                    <a:pt x="158" y="725"/>
                    <a:pt x="347" y="725"/>
                  </a:cubicBezTo>
                  <a:cubicBezTo>
                    <a:pt x="568" y="725"/>
                    <a:pt x="726" y="567"/>
                    <a:pt x="726" y="378"/>
                  </a:cubicBezTo>
                  <a:cubicBezTo>
                    <a:pt x="726" y="158"/>
                    <a:pt x="568" y="0"/>
                    <a:pt x="3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" name="Google Shape;11263;p87">
            <a:extLst>
              <a:ext uri="{FF2B5EF4-FFF2-40B4-BE49-F238E27FC236}">
                <a16:creationId xmlns:a16="http://schemas.microsoft.com/office/drawing/2014/main" id="{6E70CC0A-CF50-E36E-7A0C-75BF1FEE4C71}"/>
              </a:ext>
            </a:extLst>
          </p:cNvPr>
          <p:cNvGrpSpPr/>
          <p:nvPr/>
        </p:nvGrpSpPr>
        <p:grpSpPr>
          <a:xfrm>
            <a:off x="1092934" y="2289618"/>
            <a:ext cx="314662" cy="358999"/>
            <a:chOff x="-53224225" y="3976300"/>
            <a:chExt cx="279625" cy="319025"/>
          </a:xfrm>
          <a:solidFill>
            <a:schemeClr val="accent2"/>
          </a:solidFill>
        </p:grpSpPr>
        <p:sp>
          <p:nvSpPr>
            <p:cNvPr id="34" name="Google Shape;11264;p87">
              <a:extLst>
                <a:ext uri="{FF2B5EF4-FFF2-40B4-BE49-F238E27FC236}">
                  <a16:creationId xmlns:a16="http://schemas.microsoft.com/office/drawing/2014/main" id="{1FD4F6A1-5C16-AF02-C928-878FD8D57946}"/>
                </a:ext>
              </a:extLst>
            </p:cNvPr>
            <p:cNvSpPr/>
            <p:nvPr/>
          </p:nvSpPr>
          <p:spPr>
            <a:xfrm>
              <a:off x="-53224225" y="4132250"/>
              <a:ext cx="18925" cy="63825"/>
            </a:xfrm>
            <a:custGeom>
              <a:avLst/>
              <a:gdLst/>
              <a:ahLst/>
              <a:cxnLst/>
              <a:rect l="l" t="t" r="r" b="b"/>
              <a:pathLst>
                <a:path w="757" h="2553" extrusionOk="0">
                  <a:moveTo>
                    <a:pt x="756" y="1"/>
                  </a:moveTo>
                  <a:cubicBezTo>
                    <a:pt x="315" y="284"/>
                    <a:pt x="0" y="757"/>
                    <a:pt x="0" y="1292"/>
                  </a:cubicBezTo>
                  <a:cubicBezTo>
                    <a:pt x="0" y="1796"/>
                    <a:pt x="315" y="2269"/>
                    <a:pt x="756" y="2552"/>
                  </a:cubicBezTo>
                  <a:lnTo>
                    <a:pt x="756" y="2395"/>
                  </a:lnTo>
                  <a:lnTo>
                    <a:pt x="75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11265;p87">
              <a:extLst>
                <a:ext uri="{FF2B5EF4-FFF2-40B4-BE49-F238E27FC236}">
                  <a16:creationId xmlns:a16="http://schemas.microsoft.com/office/drawing/2014/main" id="{2470921A-35C5-B049-7915-C1EE12AD0F78}"/>
                </a:ext>
              </a:extLst>
            </p:cNvPr>
            <p:cNvSpPr/>
            <p:nvPr/>
          </p:nvSpPr>
          <p:spPr>
            <a:xfrm>
              <a:off x="-53185625" y="4014900"/>
              <a:ext cx="204800" cy="117375"/>
            </a:xfrm>
            <a:custGeom>
              <a:avLst/>
              <a:gdLst/>
              <a:ahLst/>
              <a:cxnLst/>
              <a:rect l="l" t="t" r="r" b="b"/>
              <a:pathLst>
                <a:path w="8192" h="4695" extrusionOk="0">
                  <a:moveTo>
                    <a:pt x="4096" y="0"/>
                  </a:moveTo>
                  <a:cubicBezTo>
                    <a:pt x="1859" y="0"/>
                    <a:pt x="0" y="1859"/>
                    <a:pt x="0" y="4096"/>
                  </a:cubicBezTo>
                  <a:lnTo>
                    <a:pt x="0" y="4695"/>
                  </a:lnTo>
                  <a:lnTo>
                    <a:pt x="1638" y="3088"/>
                  </a:lnTo>
                  <a:cubicBezTo>
                    <a:pt x="1675" y="3014"/>
                    <a:pt x="1755" y="2983"/>
                    <a:pt x="1847" y="2983"/>
                  </a:cubicBezTo>
                  <a:cubicBezTo>
                    <a:pt x="1912" y="2983"/>
                    <a:pt x="1983" y="2999"/>
                    <a:pt x="2048" y="3025"/>
                  </a:cubicBezTo>
                  <a:cubicBezTo>
                    <a:pt x="2662" y="3450"/>
                    <a:pt x="3371" y="3663"/>
                    <a:pt x="4080" y="3663"/>
                  </a:cubicBezTo>
                  <a:cubicBezTo>
                    <a:pt x="4789" y="3663"/>
                    <a:pt x="5498" y="3450"/>
                    <a:pt x="6112" y="3025"/>
                  </a:cubicBezTo>
                  <a:cubicBezTo>
                    <a:pt x="6174" y="2987"/>
                    <a:pt x="6241" y="2970"/>
                    <a:pt x="6307" y="2970"/>
                  </a:cubicBezTo>
                  <a:cubicBezTo>
                    <a:pt x="6409" y="2970"/>
                    <a:pt x="6508" y="3011"/>
                    <a:pt x="6585" y="3088"/>
                  </a:cubicBezTo>
                  <a:lnTo>
                    <a:pt x="8191" y="4695"/>
                  </a:lnTo>
                  <a:lnTo>
                    <a:pt x="8191" y="4096"/>
                  </a:lnTo>
                  <a:cubicBezTo>
                    <a:pt x="8191" y="1859"/>
                    <a:pt x="6333" y="0"/>
                    <a:pt x="409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11266;p87">
              <a:extLst>
                <a:ext uri="{FF2B5EF4-FFF2-40B4-BE49-F238E27FC236}">
                  <a16:creationId xmlns:a16="http://schemas.microsoft.com/office/drawing/2014/main" id="{F6CBBFF9-3A42-FA01-647D-200FB6D672CB}"/>
                </a:ext>
              </a:extLst>
            </p:cNvPr>
            <p:cNvSpPr/>
            <p:nvPr/>
          </p:nvSpPr>
          <p:spPr>
            <a:xfrm>
              <a:off x="-53187200" y="4110200"/>
              <a:ext cx="205575" cy="185125"/>
            </a:xfrm>
            <a:custGeom>
              <a:avLst/>
              <a:gdLst/>
              <a:ahLst/>
              <a:cxnLst/>
              <a:rect l="l" t="t" r="r" b="b"/>
              <a:pathLst>
                <a:path w="8223" h="7405" extrusionOk="0">
                  <a:moveTo>
                    <a:pt x="2615" y="1418"/>
                  </a:moveTo>
                  <a:cubicBezTo>
                    <a:pt x="2836" y="1418"/>
                    <a:pt x="2993" y="1576"/>
                    <a:pt x="2993" y="1796"/>
                  </a:cubicBezTo>
                  <a:cubicBezTo>
                    <a:pt x="2993" y="1985"/>
                    <a:pt x="2836" y="2143"/>
                    <a:pt x="2615" y="2143"/>
                  </a:cubicBezTo>
                  <a:cubicBezTo>
                    <a:pt x="2426" y="2143"/>
                    <a:pt x="2268" y="1985"/>
                    <a:pt x="2268" y="1796"/>
                  </a:cubicBezTo>
                  <a:cubicBezTo>
                    <a:pt x="2268" y="1576"/>
                    <a:pt x="2426" y="1418"/>
                    <a:pt x="2615" y="1418"/>
                  </a:cubicBezTo>
                  <a:close/>
                  <a:moveTo>
                    <a:pt x="5608" y="1418"/>
                  </a:moveTo>
                  <a:cubicBezTo>
                    <a:pt x="5829" y="1418"/>
                    <a:pt x="5986" y="1576"/>
                    <a:pt x="5986" y="1796"/>
                  </a:cubicBezTo>
                  <a:cubicBezTo>
                    <a:pt x="5986" y="1985"/>
                    <a:pt x="5829" y="2143"/>
                    <a:pt x="5608" y="2143"/>
                  </a:cubicBezTo>
                  <a:cubicBezTo>
                    <a:pt x="5419" y="2143"/>
                    <a:pt x="5261" y="1985"/>
                    <a:pt x="5261" y="1796"/>
                  </a:cubicBezTo>
                  <a:cubicBezTo>
                    <a:pt x="5261" y="1576"/>
                    <a:pt x="5419" y="1418"/>
                    <a:pt x="5608" y="1418"/>
                  </a:cubicBezTo>
                  <a:close/>
                  <a:moveTo>
                    <a:pt x="5179" y="3978"/>
                  </a:moveTo>
                  <a:cubicBezTo>
                    <a:pt x="5269" y="3978"/>
                    <a:pt x="5356" y="4017"/>
                    <a:pt x="5419" y="4096"/>
                  </a:cubicBezTo>
                  <a:cubicBezTo>
                    <a:pt x="5576" y="4222"/>
                    <a:pt x="5576" y="4474"/>
                    <a:pt x="5450" y="4632"/>
                  </a:cubicBezTo>
                  <a:cubicBezTo>
                    <a:pt x="5104" y="4978"/>
                    <a:pt x="4631" y="5167"/>
                    <a:pt x="4159" y="5167"/>
                  </a:cubicBezTo>
                  <a:cubicBezTo>
                    <a:pt x="3655" y="5167"/>
                    <a:pt x="3182" y="4978"/>
                    <a:pt x="2836" y="4632"/>
                  </a:cubicBezTo>
                  <a:cubicBezTo>
                    <a:pt x="2678" y="4474"/>
                    <a:pt x="2678" y="4222"/>
                    <a:pt x="2836" y="4096"/>
                  </a:cubicBezTo>
                  <a:cubicBezTo>
                    <a:pt x="2914" y="4017"/>
                    <a:pt x="3009" y="3978"/>
                    <a:pt x="3099" y="3978"/>
                  </a:cubicBezTo>
                  <a:cubicBezTo>
                    <a:pt x="3190" y="3978"/>
                    <a:pt x="3277" y="4017"/>
                    <a:pt x="3340" y="4096"/>
                  </a:cubicBezTo>
                  <a:cubicBezTo>
                    <a:pt x="3560" y="4317"/>
                    <a:pt x="3844" y="4427"/>
                    <a:pt x="4127" y="4427"/>
                  </a:cubicBezTo>
                  <a:cubicBezTo>
                    <a:pt x="4411" y="4427"/>
                    <a:pt x="4694" y="4317"/>
                    <a:pt x="4915" y="4096"/>
                  </a:cubicBezTo>
                  <a:cubicBezTo>
                    <a:pt x="4994" y="4017"/>
                    <a:pt x="5088" y="3978"/>
                    <a:pt x="5179" y="3978"/>
                  </a:cubicBezTo>
                  <a:close/>
                  <a:moveTo>
                    <a:pt x="1922" y="0"/>
                  </a:moveTo>
                  <a:lnTo>
                    <a:pt x="0" y="1954"/>
                  </a:lnTo>
                  <a:lnTo>
                    <a:pt x="0" y="3277"/>
                  </a:lnTo>
                  <a:cubicBezTo>
                    <a:pt x="0" y="5514"/>
                    <a:pt x="1827" y="7404"/>
                    <a:pt x="4096" y="7404"/>
                  </a:cubicBezTo>
                  <a:cubicBezTo>
                    <a:pt x="6396" y="7404"/>
                    <a:pt x="8223" y="5514"/>
                    <a:pt x="8223" y="3277"/>
                  </a:cubicBezTo>
                  <a:lnTo>
                    <a:pt x="8223" y="1954"/>
                  </a:lnTo>
                  <a:lnTo>
                    <a:pt x="6301" y="0"/>
                  </a:lnTo>
                  <a:cubicBezTo>
                    <a:pt x="5624" y="394"/>
                    <a:pt x="4875" y="591"/>
                    <a:pt x="4123" y="591"/>
                  </a:cubicBezTo>
                  <a:cubicBezTo>
                    <a:pt x="3371" y="591"/>
                    <a:pt x="2615" y="394"/>
                    <a:pt x="19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11267;p87">
              <a:extLst>
                <a:ext uri="{FF2B5EF4-FFF2-40B4-BE49-F238E27FC236}">
                  <a16:creationId xmlns:a16="http://schemas.microsoft.com/office/drawing/2014/main" id="{677460A4-D076-431C-ACAB-968BEBA27386}"/>
                </a:ext>
              </a:extLst>
            </p:cNvPr>
            <p:cNvSpPr/>
            <p:nvPr/>
          </p:nvSpPr>
          <p:spPr>
            <a:xfrm>
              <a:off x="-53020225" y="4211800"/>
              <a:ext cx="74825" cy="83525"/>
            </a:xfrm>
            <a:custGeom>
              <a:avLst/>
              <a:gdLst/>
              <a:ahLst/>
              <a:cxnLst/>
              <a:rect l="l" t="t" r="r" b="b"/>
              <a:pathLst>
                <a:path w="2993" h="3341" extrusionOk="0">
                  <a:moveTo>
                    <a:pt x="2174" y="1"/>
                  </a:moveTo>
                  <a:cubicBezTo>
                    <a:pt x="2016" y="1387"/>
                    <a:pt x="1197" y="2615"/>
                    <a:pt x="0" y="3340"/>
                  </a:cubicBezTo>
                  <a:lnTo>
                    <a:pt x="2647" y="3340"/>
                  </a:lnTo>
                  <a:cubicBezTo>
                    <a:pt x="2836" y="3340"/>
                    <a:pt x="2993" y="3183"/>
                    <a:pt x="2993" y="2993"/>
                  </a:cubicBezTo>
                  <a:lnTo>
                    <a:pt x="2993" y="2867"/>
                  </a:lnTo>
                  <a:cubicBezTo>
                    <a:pt x="2993" y="1859"/>
                    <a:pt x="2710" y="883"/>
                    <a:pt x="21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11268;p87">
              <a:extLst>
                <a:ext uri="{FF2B5EF4-FFF2-40B4-BE49-F238E27FC236}">
                  <a16:creationId xmlns:a16="http://schemas.microsoft.com/office/drawing/2014/main" id="{38CC17F5-7AA8-FBF0-9FB1-40BCD9D9E547}"/>
                </a:ext>
              </a:extLst>
            </p:cNvPr>
            <p:cNvSpPr/>
            <p:nvPr/>
          </p:nvSpPr>
          <p:spPr>
            <a:xfrm>
              <a:off x="-53224225" y="4211025"/>
              <a:ext cx="74850" cy="83500"/>
            </a:xfrm>
            <a:custGeom>
              <a:avLst/>
              <a:gdLst/>
              <a:ahLst/>
              <a:cxnLst/>
              <a:rect l="l" t="t" r="r" b="b"/>
              <a:pathLst>
                <a:path w="2994" h="3340" extrusionOk="0">
                  <a:moveTo>
                    <a:pt x="851" y="0"/>
                  </a:moveTo>
                  <a:cubicBezTo>
                    <a:pt x="315" y="851"/>
                    <a:pt x="0" y="1796"/>
                    <a:pt x="0" y="2867"/>
                  </a:cubicBezTo>
                  <a:lnTo>
                    <a:pt x="0" y="2993"/>
                  </a:lnTo>
                  <a:cubicBezTo>
                    <a:pt x="0" y="3182"/>
                    <a:pt x="158" y="3340"/>
                    <a:pt x="378" y="3340"/>
                  </a:cubicBezTo>
                  <a:lnTo>
                    <a:pt x="2993" y="3340"/>
                  </a:lnTo>
                  <a:cubicBezTo>
                    <a:pt x="1859" y="2646"/>
                    <a:pt x="1040" y="1418"/>
                    <a:pt x="8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11269;p87">
              <a:extLst>
                <a:ext uri="{FF2B5EF4-FFF2-40B4-BE49-F238E27FC236}">
                  <a16:creationId xmlns:a16="http://schemas.microsoft.com/office/drawing/2014/main" id="{5846B28B-587E-1C27-D11E-A702753C7A7D}"/>
                </a:ext>
              </a:extLst>
            </p:cNvPr>
            <p:cNvSpPr/>
            <p:nvPr/>
          </p:nvSpPr>
          <p:spPr>
            <a:xfrm>
              <a:off x="-52962725" y="4131475"/>
              <a:ext cx="18125" cy="63800"/>
            </a:xfrm>
            <a:custGeom>
              <a:avLst/>
              <a:gdLst/>
              <a:ahLst/>
              <a:cxnLst/>
              <a:rect l="l" t="t" r="r" b="b"/>
              <a:pathLst>
                <a:path w="725" h="2552" extrusionOk="0">
                  <a:moveTo>
                    <a:pt x="0" y="0"/>
                  </a:moveTo>
                  <a:lnTo>
                    <a:pt x="0" y="2394"/>
                  </a:lnTo>
                  <a:lnTo>
                    <a:pt x="0" y="2552"/>
                  </a:lnTo>
                  <a:cubicBezTo>
                    <a:pt x="410" y="2300"/>
                    <a:pt x="725" y="1827"/>
                    <a:pt x="725" y="1292"/>
                  </a:cubicBezTo>
                  <a:cubicBezTo>
                    <a:pt x="725" y="725"/>
                    <a:pt x="410" y="252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11270;p87">
              <a:extLst>
                <a:ext uri="{FF2B5EF4-FFF2-40B4-BE49-F238E27FC236}">
                  <a16:creationId xmlns:a16="http://schemas.microsoft.com/office/drawing/2014/main" id="{5512B765-EB7F-E2F2-5204-26121B29063C}"/>
                </a:ext>
              </a:extLst>
            </p:cNvPr>
            <p:cNvSpPr/>
            <p:nvPr/>
          </p:nvSpPr>
          <p:spPr>
            <a:xfrm>
              <a:off x="-53125775" y="3976300"/>
              <a:ext cx="82725" cy="26800"/>
            </a:xfrm>
            <a:custGeom>
              <a:avLst/>
              <a:gdLst/>
              <a:ahLst/>
              <a:cxnLst/>
              <a:rect l="l" t="t" r="r" b="b"/>
              <a:pathLst>
                <a:path w="3309" h="1072" extrusionOk="0">
                  <a:moveTo>
                    <a:pt x="1670" y="1"/>
                  </a:moveTo>
                  <a:cubicBezTo>
                    <a:pt x="914" y="1"/>
                    <a:pt x="284" y="442"/>
                    <a:pt x="0" y="1072"/>
                  </a:cubicBezTo>
                  <a:cubicBezTo>
                    <a:pt x="536" y="883"/>
                    <a:pt x="1072" y="757"/>
                    <a:pt x="1670" y="757"/>
                  </a:cubicBezTo>
                  <a:cubicBezTo>
                    <a:pt x="2269" y="757"/>
                    <a:pt x="2804" y="883"/>
                    <a:pt x="3308" y="1072"/>
                  </a:cubicBezTo>
                  <a:cubicBezTo>
                    <a:pt x="2993" y="442"/>
                    <a:pt x="2363" y="1"/>
                    <a:pt x="167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1" name="Google Shape;10912;p87">
            <a:extLst>
              <a:ext uri="{FF2B5EF4-FFF2-40B4-BE49-F238E27FC236}">
                <a16:creationId xmlns:a16="http://schemas.microsoft.com/office/drawing/2014/main" id="{E993F195-AAF3-67FE-30FB-A5CD3C039DFE}"/>
              </a:ext>
            </a:extLst>
          </p:cNvPr>
          <p:cNvGrpSpPr/>
          <p:nvPr/>
        </p:nvGrpSpPr>
        <p:grpSpPr>
          <a:xfrm>
            <a:off x="1068049" y="2746659"/>
            <a:ext cx="354586" cy="355557"/>
            <a:chOff x="-33645475" y="3944800"/>
            <a:chExt cx="292225" cy="293025"/>
          </a:xfrm>
          <a:solidFill>
            <a:schemeClr val="accent2"/>
          </a:solidFill>
        </p:grpSpPr>
        <p:sp>
          <p:nvSpPr>
            <p:cNvPr id="42" name="Google Shape;10913;p87">
              <a:extLst>
                <a:ext uri="{FF2B5EF4-FFF2-40B4-BE49-F238E27FC236}">
                  <a16:creationId xmlns:a16="http://schemas.microsoft.com/office/drawing/2014/main" id="{FB42DF00-281A-1531-3D57-902FE61605D8}"/>
                </a:ext>
              </a:extLst>
            </p:cNvPr>
            <p:cNvSpPr/>
            <p:nvPr/>
          </p:nvSpPr>
          <p:spPr>
            <a:xfrm>
              <a:off x="-33549375" y="3944800"/>
              <a:ext cx="98475" cy="70900"/>
            </a:xfrm>
            <a:custGeom>
              <a:avLst/>
              <a:gdLst/>
              <a:ahLst/>
              <a:cxnLst/>
              <a:rect l="l" t="t" r="r" b="b"/>
              <a:pathLst>
                <a:path w="3939" h="2836" extrusionOk="0">
                  <a:moveTo>
                    <a:pt x="1985" y="0"/>
                  </a:moveTo>
                  <a:cubicBezTo>
                    <a:pt x="1260" y="0"/>
                    <a:pt x="473" y="946"/>
                    <a:pt x="0" y="2521"/>
                  </a:cubicBezTo>
                  <a:cubicBezTo>
                    <a:pt x="158" y="2615"/>
                    <a:pt x="284" y="2710"/>
                    <a:pt x="410" y="2836"/>
                  </a:cubicBezTo>
                  <a:cubicBezTo>
                    <a:pt x="914" y="2773"/>
                    <a:pt x="1481" y="2773"/>
                    <a:pt x="1985" y="2773"/>
                  </a:cubicBezTo>
                  <a:cubicBezTo>
                    <a:pt x="2489" y="2773"/>
                    <a:pt x="3056" y="2804"/>
                    <a:pt x="3560" y="2836"/>
                  </a:cubicBezTo>
                  <a:cubicBezTo>
                    <a:pt x="3623" y="2678"/>
                    <a:pt x="3781" y="2584"/>
                    <a:pt x="3938" y="2521"/>
                  </a:cubicBezTo>
                  <a:cubicBezTo>
                    <a:pt x="3529" y="946"/>
                    <a:pt x="2741" y="0"/>
                    <a:pt x="19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10914;p87">
              <a:extLst>
                <a:ext uri="{FF2B5EF4-FFF2-40B4-BE49-F238E27FC236}">
                  <a16:creationId xmlns:a16="http://schemas.microsoft.com/office/drawing/2014/main" id="{0704D0C8-9500-3BD6-3145-E8430B1F03E4}"/>
                </a:ext>
              </a:extLst>
            </p:cNvPr>
            <p:cNvSpPr/>
            <p:nvPr/>
          </p:nvSpPr>
          <p:spPr>
            <a:xfrm>
              <a:off x="-33645475" y="4041675"/>
              <a:ext cx="70900" cy="98475"/>
            </a:xfrm>
            <a:custGeom>
              <a:avLst/>
              <a:gdLst/>
              <a:ahLst/>
              <a:cxnLst/>
              <a:rect l="l" t="t" r="r" b="b"/>
              <a:pathLst>
                <a:path w="2836" h="3939" extrusionOk="0">
                  <a:moveTo>
                    <a:pt x="2521" y="0"/>
                  </a:moveTo>
                  <a:cubicBezTo>
                    <a:pt x="946" y="473"/>
                    <a:pt x="32" y="1229"/>
                    <a:pt x="32" y="1954"/>
                  </a:cubicBezTo>
                  <a:cubicBezTo>
                    <a:pt x="1" y="2710"/>
                    <a:pt x="946" y="3466"/>
                    <a:pt x="2521" y="3939"/>
                  </a:cubicBezTo>
                  <a:cubicBezTo>
                    <a:pt x="2584" y="3781"/>
                    <a:pt x="2710" y="3655"/>
                    <a:pt x="2836" y="3529"/>
                  </a:cubicBezTo>
                  <a:cubicBezTo>
                    <a:pt x="2773" y="3025"/>
                    <a:pt x="2773" y="2521"/>
                    <a:pt x="2773" y="1954"/>
                  </a:cubicBezTo>
                  <a:cubicBezTo>
                    <a:pt x="2773" y="1418"/>
                    <a:pt x="2805" y="914"/>
                    <a:pt x="2836" y="379"/>
                  </a:cubicBezTo>
                  <a:cubicBezTo>
                    <a:pt x="2679" y="316"/>
                    <a:pt x="2553" y="158"/>
                    <a:pt x="252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10915;p87">
              <a:extLst>
                <a:ext uri="{FF2B5EF4-FFF2-40B4-BE49-F238E27FC236}">
                  <a16:creationId xmlns:a16="http://schemas.microsoft.com/office/drawing/2014/main" id="{9E073547-BD9A-57DB-AAE2-B1B4229D0ED4}"/>
                </a:ext>
              </a:extLst>
            </p:cNvPr>
            <p:cNvSpPr/>
            <p:nvPr/>
          </p:nvSpPr>
          <p:spPr>
            <a:xfrm>
              <a:off x="-33424150" y="4042450"/>
              <a:ext cx="70900" cy="52025"/>
            </a:xfrm>
            <a:custGeom>
              <a:avLst/>
              <a:gdLst/>
              <a:ahLst/>
              <a:cxnLst/>
              <a:rect l="l" t="t" r="r" b="b"/>
              <a:pathLst>
                <a:path w="2836" h="2081" extrusionOk="0">
                  <a:moveTo>
                    <a:pt x="316" y="1"/>
                  </a:moveTo>
                  <a:cubicBezTo>
                    <a:pt x="253" y="159"/>
                    <a:pt x="127" y="285"/>
                    <a:pt x="1" y="379"/>
                  </a:cubicBezTo>
                  <a:cubicBezTo>
                    <a:pt x="32" y="600"/>
                    <a:pt x="32" y="789"/>
                    <a:pt x="32" y="978"/>
                  </a:cubicBezTo>
                  <a:cubicBezTo>
                    <a:pt x="158" y="978"/>
                    <a:pt x="284" y="946"/>
                    <a:pt x="442" y="946"/>
                  </a:cubicBezTo>
                  <a:cubicBezTo>
                    <a:pt x="1387" y="946"/>
                    <a:pt x="2237" y="1387"/>
                    <a:pt x="2804" y="2080"/>
                  </a:cubicBezTo>
                  <a:lnTo>
                    <a:pt x="2804" y="1954"/>
                  </a:lnTo>
                  <a:cubicBezTo>
                    <a:pt x="2836" y="1230"/>
                    <a:pt x="1891" y="474"/>
                    <a:pt x="31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10916;p87">
              <a:extLst>
                <a:ext uri="{FF2B5EF4-FFF2-40B4-BE49-F238E27FC236}">
                  <a16:creationId xmlns:a16="http://schemas.microsoft.com/office/drawing/2014/main" id="{0FD0885D-08EA-CB41-D484-D0E0BDC1398C}"/>
                </a:ext>
              </a:extLst>
            </p:cNvPr>
            <p:cNvSpPr/>
            <p:nvPr/>
          </p:nvSpPr>
          <p:spPr>
            <a:xfrm>
              <a:off x="-33549375" y="4165325"/>
              <a:ext cx="86650" cy="70925"/>
            </a:xfrm>
            <a:custGeom>
              <a:avLst/>
              <a:gdLst/>
              <a:ahLst/>
              <a:cxnLst/>
              <a:rect l="l" t="t" r="r" b="b"/>
              <a:pathLst>
                <a:path w="3466" h="2837" extrusionOk="0">
                  <a:moveTo>
                    <a:pt x="410" y="1"/>
                  </a:moveTo>
                  <a:cubicBezTo>
                    <a:pt x="315" y="158"/>
                    <a:pt x="158" y="284"/>
                    <a:pt x="0" y="316"/>
                  </a:cubicBezTo>
                  <a:cubicBezTo>
                    <a:pt x="473" y="1891"/>
                    <a:pt x="1260" y="2836"/>
                    <a:pt x="1985" y="2836"/>
                  </a:cubicBezTo>
                  <a:cubicBezTo>
                    <a:pt x="2489" y="2836"/>
                    <a:pt x="3056" y="2364"/>
                    <a:pt x="3466" y="1544"/>
                  </a:cubicBezTo>
                  <a:lnTo>
                    <a:pt x="3119" y="1072"/>
                  </a:lnTo>
                  <a:cubicBezTo>
                    <a:pt x="2836" y="851"/>
                    <a:pt x="2678" y="473"/>
                    <a:pt x="2521" y="95"/>
                  </a:cubicBezTo>
                  <a:lnTo>
                    <a:pt x="1985" y="95"/>
                  </a:lnTo>
                  <a:cubicBezTo>
                    <a:pt x="1418" y="95"/>
                    <a:pt x="882" y="64"/>
                    <a:pt x="41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10917;p87">
              <a:extLst>
                <a:ext uri="{FF2B5EF4-FFF2-40B4-BE49-F238E27FC236}">
                  <a16:creationId xmlns:a16="http://schemas.microsoft.com/office/drawing/2014/main" id="{F6F92B77-9327-50AD-F450-00D33769F2CA}"/>
                </a:ext>
              </a:extLst>
            </p:cNvPr>
            <p:cNvSpPr/>
            <p:nvPr/>
          </p:nvSpPr>
          <p:spPr>
            <a:xfrm>
              <a:off x="-33558825" y="4030650"/>
              <a:ext cx="118950" cy="120525"/>
            </a:xfrm>
            <a:custGeom>
              <a:avLst/>
              <a:gdLst/>
              <a:ahLst/>
              <a:cxnLst/>
              <a:rect l="l" t="t" r="r" b="b"/>
              <a:pathLst>
                <a:path w="4758" h="4821" extrusionOk="0">
                  <a:moveTo>
                    <a:pt x="2395" y="0"/>
                  </a:moveTo>
                  <a:cubicBezTo>
                    <a:pt x="1922" y="0"/>
                    <a:pt x="1418" y="32"/>
                    <a:pt x="1008" y="95"/>
                  </a:cubicBezTo>
                  <a:cubicBezTo>
                    <a:pt x="977" y="599"/>
                    <a:pt x="599" y="977"/>
                    <a:pt x="63" y="1040"/>
                  </a:cubicBezTo>
                  <a:cubicBezTo>
                    <a:pt x="32" y="1450"/>
                    <a:pt x="0" y="1922"/>
                    <a:pt x="0" y="2395"/>
                  </a:cubicBezTo>
                  <a:cubicBezTo>
                    <a:pt x="0" y="2867"/>
                    <a:pt x="32" y="3340"/>
                    <a:pt x="63" y="3781"/>
                  </a:cubicBezTo>
                  <a:cubicBezTo>
                    <a:pt x="599" y="3812"/>
                    <a:pt x="977" y="4222"/>
                    <a:pt x="1008" y="4726"/>
                  </a:cubicBezTo>
                  <a:cubicBezTo>
                    <a:pt x="1449" y="4758"/>
                    <a:pt x="1922" y="4821"/>
                    <a:pt x="2395" y="4821"/>
                  </a:cubicBezTo>
                  <a:lnTo>
                    <a:pt x="2804" y="4821"/>
                  </a:lnTo>
                  <a:cubicBezTo>
                    <a:pt x="2804" y="4695"/>
                    <a:pt x="2741" y="4569"/>
                    <a:pt x="2741" y="4506"/>
                  </a:cubicBezTo>
                  <a:cubicBezTo>
                    <a:pt x="2741" y="3151"/>
                    <a:pt x="3592" y="2017"/>
                    <a:pt x="4757" y="1576"/>
                  </a:cubicBezTo>
                  <a:cubicBezTo>
                    <a:pt x="4757" y="1387"/>
                    <a:pt x="4726" y="1229"/>
                    <a:pt x="4726" y="1040"/>
                  </a:cubicBezTo>
                  <a:cubicBezTo>
                    <a:pt x="4222" y="977"/>
                    <a:pt x="3812" y="599"/>
                    <a:pt x="3781" y="95"/>
                  </a:cubicBezTo>
                  <a:cubicBezTo>
                    <a:pt x="3340" y="32"/>
                    <a:pt x="2867" y="0"/>
                    <a:pt x="239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10918;p87">
              <a:extLst>
                <a:ext uri="{FF2B5EF4-FFF2-40B4-BE49-F238E27FC236}">
                  <a16:creationId xmlns:a16="http://schemas.microsoft.com/office/drawing/2014/main" id="{F4393702-8E39-3A05-CC10-DF319B8113FC}"/>
                </a:ext>
              </a:extLst>
            </p:cNvPr>
            <p:cNvSpPr/>
            <p:nvPr/>
          </p:nvSpPr>
          <p:spPr>
            <a:xfrm>
              <a:off x="-33639950" y="4129900"/>
              <a:ext cx="100825" cy="100825"/>
            </a:xfrm>
            <a:custGeom>
              <a:avLst/>
              <a:gdLst/>
              <a:ahLst/>
              <a:cxnLst/>
              <a:rect l="l" t="t" r="r" b="b"/>
              <a:pathLst>
                <a:path w="4033" h="4033" extrusionOk="0">
                  <a:moveTo>
                    <a:pt x="0" y="0"/>
                  </a:moveTo>
                  <a:lnTo>
                    <a:pt x="0" y="0"/>
                  </a:lnTo>
                  <a:cubicBezTo>
                    <a:pt x="567" y="1953"/>
                    <a:pt x="2111" y="3466"/>
                    <a:pt x="4033" y="4033"/>
                  </a:cubicBezTo>
                  <a:cubicBezTo>
                    <a:pt x="3592" y="3466"/>
                    <a:pt x="3245" y="2741"/>
                    <a:pt x="2962" y="1827"/>
                  </a:cubicBezTo>
                  <a:cubicBezTo>
                    <a:pt x="2584" y="1733"/>
                    <a:pt x="2300" y="1481"/>
                    <a:pt x="2206" y="1071"/>
                  </a:cubicBezTo>
                  <a:cubicBezTo>
                    <a:pt x="1323" y="851"/>
                    <a:pt x="567" y="441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10919;p87">
              <a:extLst>
                <a:ext uri="{FF2B5EF4-FFF2-40B4-BE49-F238E27FC236}">
                  <a16:creationId xmlns:a16="http://schemas.microsoft.com/office/drawing/2014/main" id="{B004FF75-B251-57F0-ACA0-B984E67581FC}"/>
                </a:ext>
              </a:extLst>
            </p:cNvPr>
            <p:cNvSpPr/>
            <p:nvPr/>
          </p:nvSpPr>
          <p:spPr>
            <a:xfrm>
              <a:off x="-33459600" y="3951875"/>
              <a:ext cx="100850" cy="100075"/>
            </a:xfrm>
            <a:custGeom>
              <a:avLst/>
              <a:gdLst/>
              <a:ahLst/>
              <a:cxnLst/>
              <a:rect l="l" t="t" r="r" b="b"/>
              <a:pathLst>
                <a:path w="4034" h="4003" extrusionOk="0">
                  <a:moveTo>
                    <a:pt x="1" y="1"/>
                  </a:moveTo>
                  <a:lnTo>
                    <a:pt x="1" y="1"/>
                  </a:lnTo>
                  <a:cubicBezTo>
                    <a:pt x="442" y="537"/>
                    <a:pt x="788" y="1293"/>
                    <a:pt x="1072" y="2206"/>
                  </a:cubicBezTo>
                  <a:cubicBezTo>
                    <a:pt x="1419" y="2238"/>
                    <a:pt x="1734" y="2553"/>
                    <a:pt x="1828" y="2962"/>
                  </a:cubicBezTo>
                  <a:cubicBezTo>
                    <a:pt x="2710" y="3183"/>
                    <a:pt x="3466" y="3592"/>
                    <a:pt x="4033" y="4002"/>
                  </a:cubicBezTo>
                  <a:cubicBezTo>
                    <a:pt x="3466" y="2080"/>
                    <a:pt x="1923" y="537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10920;p87">
              <a:extLst>
                <a:ext uri="{FF2B5EF4-FFF2-40B4-BE49-F238E27FC236}">
                  <a16:creationId xmlns:a16="http://schemas.microsoft.com/office/drawing/2014/main" id="{096700D4-1630-7956-F367-73F5D835C192}"/>
                </a:ext>
              </a:extLst>
            </p:cNvPr>
            <p:cNvSpPr/>
            <p:nvPr/>
          </p:nvSpPr>
          <p:spPr>
            <a:xfrm>
              <a:off x="-33639950" y="3951100"/>
              <a:ext cx="100825" cy="100050"/>
            </a:xfrm>
            <a:custGeom>
              <a:avLst/>
              <a:gdLst/>
              <a:ahLst/>
              <a:cxnLst/>
              <a:rect l="l" t="t" r="r" b="b"/>
              <a:pathLst>
                <a:path w="4033" h="4002" extrusionOk="0">
                  <a:moveTo>
                    <a:pt x="4033" y="0"/>
                  </a:moveTo>
                  <a:lnTo>
                    <a:pt x="4033" y="0"/>
                  </a:lnTo>
                  <a:cubicBezTo>
                    <a:pt x="2111" y="536"/>
                    <a:pt x="567" y="2080"/>
                    <a:pt x="0" y="4002"/>
                  </a:cubicBezTo>
                  <a:cubicBezTo>
                    <a:pt x="567" y="3592"/>
                    <a:pt x="1323" y="3214"/>
                    <a:pt x="2206" y="2962"/>
                  </a:cubicBezTo>
                  <a:cubicBezTo>
                    <a:pt x="2300" y="2552"/>
                    <a:pt x="2615" y="2269"/>
                    <a:pt x="2962" y="2206"/>
                  </a:cubicBezTo>
                  <a:cubicBezTo>
                    <a:pt x="3214" y="1292"/>
                    <a:pt x="3592" y="505"/>
                    <a:pt x="403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10921;p87">
              <a:extLst>
                <a:ext uri="{FF2B5EF4-FFF2-40B4-BE49-F238E27FC236}">
                  <a16:creationId xmlns:a16="http://schemas.microsoft.com/office/drawing/2014/main" id="{A1FF5A0B-377B-B34D-8AEA-6E04E84E8A14}"/>
                </a:ext>
              </a:extLst>
            </p:cNvPr>
            <p:cNvSpPr/>
            <p:nvPr/>
          </p:nvSpPr>
          <p:spPr>
            <a:xfrm>
              <a:off x="-33472975" y="4082625"/>
              <a:ext cx="119725" cy="155200"/>
            </a:xfrm>
            <a:custGeom>
              <a:avLst/>
              <a:gdLst/>
              <a:ahLst/>
              <a:cxnLst/>
              <a:rect l="l" t="t" r="r" b="b"/>
              <a:pathLst>
                <a:path w="4789" h="6208" extrusionOk="0">
                  <a:moveTo>
                    <a:pt x="2395" y="1355"/>
                  </a:moveTo>
                  <a:cubicBezTo>
                    <a:pt x="2930" y="1355"/>
                    <a:pt x="3403" y="1828"/>
                    <a:pt x="3403" y="2364"/>
                  </a:cubicBezTo>
                  <a:cubicBezTo>
                    <a:pt x="3403" y="2962"/>
                    <a:pt x="2930" y="3403"/>
                    <a:pt x="2395" y="3403"/>
                  </a:cubicBezTo>
                  <a:cubicBezTo>
                    <a:pt x="1827" y="3403"/>
                    <a:pt x="1355" y="2931"/>
                    <a:pt x="1355" y="2364"/>
                  </a:cubicBezTo>
                  <a:cubicBezTo>
                    <a:pt x="1355" y="1828"/>
                    <a:pt x="1827" y="1355"/>
                    <a:pt x="2395" y="1355"/>
                  </a:cubicBezTo>
                  <a:close/>
                  <a:moveTo>
                    <a:pt x="2395" y="1"/>
                  </a:moveTo>
                  <a:cubicBezTo>
                    <a:pt x="1040" y="1"/>
                    <a:pt x="0" y="1072"/>
                    <a:pt x="0" y="2427"/>
                  </a:cubicBezTo>
                  <a:cubicBezTo>
                    <a:pt x="0" y="2994"/>
                    <a:pt x="221" y="3592"/>
                    <a:pt x="630" y="4002"/>
                  </a:cubicBezTo>
                  <a:lnTo>
                    <a:pt x="2111" y="6050"/>
                  </a:lnTo>
                  <a:cubicBezTo>
                    <a:pt x="2206" y="6113"/>
                    <a:pt x="2269" y="6207"/>
                    <a:pt x="2395" y="6207"/>
                  </a:cubicBezTo>
                  <a:cubicBezTo>
                    <a:pt x="2521" y="6207"/>
                    <a:pt x="2584" y="6144"/>
                    <a:pt x="2678" y="6050"/>
                  </a:cubicBezTo>
                  <a:lnTo>
                    <a:pt x="4442" y="3592"/>
                  </a:lnTo>
                  <a:cubicBezTo>
                    <a:pt x="4663" y="3246"/>
                    <a:pt x="4757" y="2805"/>
                    <a:pt x="4757" y="2364"/>
                  </a:cubicBezTo>
                  <a:cubicBezTo>
                    <a:pt x="4789" y="1072"/>
                    <a:pt x="3686" y="1"/>
                    <a:pt x="239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10922;p87">
              <a:extLst>
                <a:ext uri="{FF2B5EF4-FFF2-40B4-BE49-F238E27FC236}">
                  <a16:creationId xmlns:a16="http://schemas.microsoft.com/office/drawing/2014/main" id="{C8E4D8B8-0BE6-C98E-42AE-774C8C8D3D2B}"/>
                </a:ext>
              </a:extLst>
            </p:cNvPr>
            <p:cNvSpPr/>
            <p:nvPr/>
          </p:nvSpPr>
          <p:spPr>
            <a:xfrm>
              <a:off x="-33421775" y="4133825"/>
              <a:ext cx="17350" cy="18150"/>
            </a:xfrm>
            <a:custGeom>
              <a:avLst/>
              <a:gdLst/>
              <a:ahLst/>
              <a:cxnLst/>
              <a:rect l="l" t="t" r="r" b="b"/>
              <a:pathLst>
                <a:path w="694" h="726" extrusionOk="0">
                  <a:moveTo>
                    <a:pt x="347" y="1"/>
                  </a:moveTo>
                  <a:cubicBezTo>
                    <a:pt x="158" y="1"/>
                    <a:pt x="0" y="158"/>
                    <a:pt x="0" y="379"/>
                  </a:cubicBezTo>
                  <a:cubicBezTo>
                    <a:pt x="0" y="568"/>
                    <a:pt x="158" y="725"/>
                    <a:pt x="347" y="725"/>
                  </a:cubicBezTo>
                  <a:cubicBezTo>
                    <a:pt x="536" y="725"/>
                    <a:pt x="693" y="568"/>
                    <a:pt x="693" y="379"/>
                  </a:cubicBezTo>
                  <a:cubicBezTo>
                    <a:pt x="693" y="158"/>
                    <a:pt x="536" y="1"/>
                    <a:pt x="3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2" name="Google Shape;11072;p87">
            <a:extLst>
              <a:ext uri="{FF2B5EF4-FFF2-40B4-BE49-F238E27FC236}">
                <a16:creationId xmlns:a16="http://schemas.microsoft.com/office/drawing/2014/main" id="{1549F3F8-BEDE-7E3D-E7CC-F499C88A8896}"/>
              </a:ext>
            </a:extLst>
          </p:cNvPr>
          <p:cNvGrpSpPr/>
          <p:nvPr/>
        </p:nvGrpSpPr>
        <p:grpSpPr>
          <a:xfrm>
            <a:off x="1047241" y="3208667"/>
            <a:ext cx="353645" cy="342179"/>
            <a:chOff x="-32568800" y="3232000"/>
            <a:chExt cx="291450" cy="282000"/>
          </a:xfrm>
          <a:solidFill>
            <a:schemeClr val="accent2"/>
          </a:solidFill>
        </p:grpSpPr>
        <p:sp>
          <p:nvSpPr>
            <p:cNvPr id="53" name="Google Shape;11073;p87">
              <a:extLst>
                <a:ext uri="{FF2B5EF4-FFF2-40B4-BE49-F238E27FC236}">
                  <a16:creationId xmlns:a16="http://schemas.microsoft.com/office/drawing/2014/main" id="{BB5619AD-1272-C335-7E60-2BFE85736D96}"/>
                </a:ext>
              </a:extLst>
            </p:cNvPr>
            <p:cNvSpPr/>
            <p:nvPr/>
          </p:nvSpPr>
          <p:spPr>
            <a:xfrm>
              <a:off x="-32545150" y="3232000"/>
              <a:ext cx="244175" cy="246550"/>
            </a:xfrm>
            <a:custGeom>
              <a:avLst/>
              <a:gdLst/>
              <a:ahLst/>
              <a:cxnLst/>
              <a:rect l="l" t="t" r="r" b="b"/>
              <a:pathLst>
                <a:path w="9767" h="9862" extrusionOk="0">
                  <a:moveTo>
                    <a:pt x="4883" y="1"/>
                  </a:moveTo>
                  <a:cubicBezTo>
                    <a:pt x="4505" y="1"/>
                    <a:pt x="4222" y="316"/>
                    <a:pt x="4222" y="662"/>
                  </a:cubicBezTo>
                  <a:lnTo>
                    <a:pt x="4222" y="4128"/>
                  </a:lnTo>
                  <a:cubicBezTo>
                    <a:pt x="4159" y="4033"/>
                    <a:pt x="2899" y="1859"/>
                    <a:pt x="2772" y="1702"/>
                  </a:cubicBezTo>
                  <a:cubicBezTo>
                    <a:pt x="2639" y="1479"/>
                    <a:pt x="2394" y="1350"/>
                    <a:pt x="2151" y="1350"/>
                  </a:cubicBezTo>
                  <a:cubicBezTo>
                    <a:pt x="2051" y="1350"/>
                    <a:pt x="1951" y="1372"/>
                    <a:pt x="1859" y="1418"/>
                  </a:cubicBezTo>
                  <a:cubicBezTo>
                    <a:pt x="1512" y="1576"/>
                    <a:pt x="1386" y="2017"/>
                    <a:pt x="1544" y="2332"/>
                  </a:cubicBezTo>
                  <a:cubicBezTo>
                    <a:pt x="1544" y="2363"/>
                    <a:pt x="2804" y="4947"/>
                    <a:pt x="2836" y="4947"/>
                  </a:cubicBezTo>
                  <a:cubicBezTo>
                    <a:pt x="3434" y="4947"/>
                    <a:pt x="5261" y="4947"/>
                    <a:pt x="5261" y="6617"/>
                  </a:cubicBezTo>
                  <a:cubicBezTo>
                    <a:pt x="5261" y="6806"/>
                    <a:pt x="5104" y="6963"/>
                    <a:pt x="4883" y="6963"/>
                  </a:cubicBezTo>
                  <a:cubicBezTo>
                    <a:pt x="4694" y="6963"/>
                    <a:pt x="4537" y="6806"/>
                    <a:pt x="4537" y="6617"/>
                  </a:cubicBezTo>
                  <a:cubicBezTo>
                    <a:pt x="4537" y="6018"/>
                    <a:pt x="4253" y="5640"/>
                    <a:pt x="3056" y="5608"/>
                  </a:cubicBezTo>
                  <a:cubicBezTo>
                    <a:pt x="3056" y="5608"/>
                    <a:pt x="1260" y="4254"/>
                    <a:pt x="1197" y="4191"/>
                  </a:cubicBezTo>
                  <a:cubicBezTo>
                    <a:pt x="1060" y="4084"/>
                    <a:pt x="901" y="4029"/>
                    <a:pt x="745" y="4029"/>
                  </a:cubicBezTo>
                  <a:cubicBezTo>
                    <a:pt x="578" y="4029"/>
                    <a:pt x="414" y="4092"/>
                    <a:pt x="284" y="4222"/>
                  </a:cubicBezTo>
                  <a:cubicBezTo>
                    <a:pt x="0" y="4506"/>
                    <a:pt x="0" y="4915"/>
                    <a:pt x="284" y="5199"/>
                  </a:cubicBezTo>
                  <a:lnTo>
                    <a:pt x="1859" y="6774"/>
                  </a:lnTo>
                  <a:cubicBezTo>
                    <a:pt x="2048" y="6963"/>
                    <a:pt x="2142" y="7215"/>
                    <a:pt x="2142" y="7436"/>
                  </a:cubicBezTo>
                  <a:cubicBezTo>
                    <a:pt x="2142" y="8034"/>
                    <a:pt x="2520" y="8538"/>
                    <a:pt x="3088" y="8759"/>
                  </a:cubicBezTo>
                  <a:cubicBezTo>
                    <a:pt x="3245" y="8790"/>
                    <a:pt x="3371" y="8948"/>
                    <a:pt x="3434" y="9074"/>
                  </a:cubicBezTo>
                  <a:cubicBezTo>
                    <a:pt x="2426" y="8979"/>
                    <a:pt x="1260" y="8790"/>
                    <a:pt x="1103" y="8475"/>
                  </a:cubicBezTo>
                  <a:cubicBezTo>
                    <a:pt x="1103" y="8475"/>
                    <a:pt x="1197" y="8349"/>
                    <a:pt x="1638" y="8192"/>
                  </a:cubicBezTo>
                  <a:cubicBezTo>
                    <a:pt x="1544" y="8003"/>
                    <a:pt x="1481" y="7751"/>
                    <a:pt x="1481" y="7530"/>
                  </a:cubicBezTo>
                  <a:cubicBezTo>
                    <a:pt x="756" y="7782"/>
                    <a:pt x="441" y="8066"/>
                    <a:pt x="441" y="8475"/>
                  </a:cubicBezTo>
                  <a:cubicBezTo>
                    <a:pt x="441" y="9641"/>
                    <a:pt x="3718" y="9862"/>
                    <a:pt x="4883" y="9862"/>
                  </a:cubicBezTo>
                  <a:cubicBezTo>
                    <a:pt x="6081" y="9862"/>
                    <a:pt x="9357" y="9641"/>
                    <a:pt x="9357" y="8475"/>
                  </a:cubicBezTo>
                  <a:cubicBezTo>
                    <a:pt x="9357" y="8066"/>
                    <a:pt x="8979" y="7751"/>
                    <a:pt x="8317" y="7530"/>
                  </a:cubicBezTo>
                  <a:cubicBezTo>
                    <a:pt x="8317" y="7782"/>
                    <a:pt x="8286" y="8003"/>
                    <a:pt x="8160" y="8192"/>
                  </a:cubicBezTo>
                  <a:cubicBezTo>
                    <a:pt x="8286" y="8255"/>
                    <a:pt x="8349" y="8286"/>
                    <a:pt x="8443" y="8318"/>
                  </a:cubicBezTo>
                  <a:lnTo>
                    <a:pt x="8664" y="8444"/>
                  </a:lnTo>
                  <a:cubicBezTo>
                    <a:pt x="8475" y="8790"/>
                    <a:pt x="7372" y="8948"/>
                    <a:pt x="6364" y="9074"/>
                  </a:cubicBezTo>
                  <a:cubicBezTo>
                    <a:pt x="6427" y="8979"/>
                    <a:pt x="6553" y="8885"/>
                    <a:pt x="6711" y="8822"/>
                  </a:cubicBezTo>
                  <a:cubicBezTo>
                    <a:pt x="7246" y="8633"/>
                    <a:pt x="7656" y="8129"/>
                    <a:pt x="7656" y="7530"/>
                  </a:cubicBezTo>
                  <a:lnTo>
                    <a:pt x="7656" y="6428"/>
                  </a:lnTo>
                  <a:lnTo>
                    <a:pt x="9515" y="4569"/>
                  </a:lnTo>
                  <a:cubicBezTo>
                    <a:pt x="9767" y="4317"/>
                    <a:pt x="9767" y="3876"/>
                    <a:pt x="9515" y="3592"/>
                  </a:cubicBezTo>
                  <a:cubicBezTo>
                    <a:pt x="9373" y="3450"/>
                    <a:pt x="9192" y="3379"/>
                    <a:pt x="9010" y="3379"/>
                  </a:cubicBezTo>
                  <a:cubicBezTo>
                    <a:pt x="8829" y="3379"/>
                    <a:pt x="8648" y="3450"/>
                    <a:pt x="8506" y="3592"/>
                  </a:cubicBezTo>
                  <a:cubicBezTo>
                    <a:pt x="8191" y="3876"/>
                    <a:pt x="7498" y="4411"/>
                    <a:pt x="7026" y="4789"/>
                  </a:cubicBezTo>
                  <a:cubicBezTo>
                    <a:pt x="7089" y="4663"/>
                    <a:pt x="8191" y="2426"/>
                    <a:pt x="8254" y="2332"/>
                  </a:cubicBezTo>
                  <a:cubicBezTo>
                    <a:pt x="8412" y="1985"/>
                    <a:pt x="8286" y="1576"/>
                    <a:pt x="7939" y="1418"/>
                  </a:cubicBezTo>
                  <a:cubicBezTo>
                    <a:pt x="7847" y="1372"/>
                    <a:pt x="7747" y="1350"/>
                    <a:pt x="7647" y="1350"/>
                  </a:cubicBezTo>
                  <a:cubicBezTo>
                    <a:pt x="7404" y="1350"/>
                    <a:pt x="7159" y="1479"/>
                    <a:pt x="7026" y="1702"/>
                  </a:cubicBezTo>
                  <a:cubicBezTo>
                    <a:pt x="6900" y="1859"/>
                    <a:pt x="5639" y="4033"/>
                    <a:pt x="5576" y="4128"/>
                  </a:cubicBezTo>
                  <a:lnTo>
                    <a:pt x="5576" y="662"/>
                  </a:lnTo>
                  <a:cubicBezTo>
                    <a:pt x="5576" y="284"/>
                    <a:pt x="5261" y="1"/>
                    <a:pt x="488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11074;p87">
              <a:extLst>
                <a:ext uri="{FF2B5EF4-FFF2-40B4-BE49-F238E27FC236}">
                  <a16:creationId xmlns:a16="http://schemas.microsoft.com/office/drawing/2014/main" id="{872CA9DD-64A4-931F-BB18-FA0F5BD89CDB}"/>
                </a:ext>
              </a:extLst>
            </p:cNvPr>
            <p:cNvSpPr/>
            <p:nvPr/>
          </p:nvSpPr>
          <p:spPr>
            <a:xfrm>
              <a:off x="-32568800" y="3392675"/>
              <a:ext cx="291450" cy="121325"/>
            </a:xfrm>
            <a:custGeom>
              <a:avLst/>
              <a:gdLst/>
              <a:ahLst/>
              <a:cxnLst/>
              <a:rect l="l" t="t" r="r" b="b"/>
              <a:pathLst>
                <a:path w="11658" h="4853" extrusionOk="0">
                  <a:moveTo>
                    <a:pt x="9578" y="1"/>
                  </a:moveTo>
                  <a:lnTo>
                    <a:pt x="9263" y="316"/>
                  </a:lnTo>
                  <a:lnTo>
                    <a:pt x="9263" y="631"/>
                  </a:lnTo>
                  <a:cubicBezTo>
                    <a:pt x="10335" y="1040"/>
                    <a:pt x="10965" y="1576"/>
                    <a:pt x="10965" y="2143"/>
                  </a:cubicBezTo>
                  <a:cubicBezTo>
                    <a:pt x="10965" y="3119"/>
                    <a:pt x="8885" y="4191"/>
                    <a:pt x="5829" y="4191"/>
                  </a:cubicBezTo>
                  <a:cubicBezTo>
                    <a:pt x="2805" y="4191"/>
                    <a:pt x="726" y="3119"/>
                    <a:pt x="726" y="2143"/>
                  </a:cubicBezTo>
                  <a:cubicBezTo>
                    <a:pt x="726" y="1607"/>
                    <a:pt x="1261" y="1103"/>
                    <a:pt x="2175" y="725"/>
                  </a:cubicBezTo>
                  <a:lnTo>
                    <a:pt x="1671" y="190"/>
                  </a:lnTo>
                  <a:cubicBezTo>
                    <a:pt x="631" y="725"/>
                    <a:pt x="1" y="1387"/>
                    <a:pt x="1" y="2111"/>
                  </a:cubicBezTo>
                  <a:cubicBezTo>
                    <a:pt x="1" y="3655"/>
                    <a:pt x="2584" y="4852"/>
                    <a:pt x="5829" y="4852"/>
                  </a:cubicBezTo>
                  <a:cubicBezTo>
                    <a:pt x="9106" y="4852"/>
                    <a:pt x="11658" y="3624"/>
                    <a:pt x="11658" y="2111"/>
                  </a:cubicBezTo>
                  <a:cubicBezTo>
                    <a:pt x="11658" y="1261"/>
                    <a:pt x="10870" y="505"/>
                    <a:pt x="957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84064986-9817-52EB-5609-0B589F8C5F68}"/>
              </a:ext>
            </a:extLst>
          </p:cNvPr>
          <p:cNvGrpSpPr/>
          <p:nvPr/>
        </p:nvGrpSpPr>
        <p:grpSpPr>
          <a:xfrm>
            <a:off x="1898323" y="3610606"/>
            <a:ext cx="1474971" cy="1429263"/>
            <a:chOff x="4927778" y="2405397"/>
            <a:chExt cx="1910587" cy="1958675"/>
          </a:xfrm>
        </p:grpSpPr>
        <p:pic>
          <p:nvPicPr>
            <p:cNvPr id="1026" name="Picture 2" descr="Bangladesh map">
              <a:extLst>
                <a:ext uri="{FF2B5EF4-FFF2-40B4-BE49-F238E27FC236}">
                  <a16:creationId xmlns:a16="http://schemas.microsoft.com/office/drawing/2014/main" id="{087AD43E-9A97-AEEE-0F3D-E8C51D711BD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27778" y="2453485"/>
              <a:ext cx="1910587" cy="191058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0" name="Picture 6" descr="Block - Free shapes and symbols icons">
              <a:extLst>
                <a:ext uri="{FF2B5EF4-FFF2-40B4-BE49-F238E27FC236}">
                  <a16:creationId xmlns:a16="http://schemas.microsoft.com/office/drawing/2014/main" id="{075E01F1-217A-3BA6-8F86-B0DC1710343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97863" y="2405397"/>
              <a:ext cx="917619" cy="91761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032" name="Picture 8" descr="Foodpanda Logo &amp; Brand Assets (SVG, PNG and vector) - Brandfetch">
            <a:extLst>
              <a:ext uri="{FF2B5EF4-FFF2-40B4-BE49-F238E27FC236}">
                <a16:creationId xmlns:a16="http://schemas.microsoft.com/office/drawing/2014/main" id="{53C8DF6A-22B5-3225-48D6-556C0AFBB4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6629" y="2369937"/>
            <a:ext cx="768873" cy="75193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034" name="Picture 10" descr="Arogga - আরোগ্য | Dhaka">
            <a:extLst>
              <a:ext uri="{FF2B5EF4-FFF2-40B4-BE49-F238E27FC236}">
                <a16:creationId xmlns:a16="http://schemas.microsoft.com/office/drawing/2014/main" id="{A3FE6EC8-C825-AD4D-5134-6D55C04DD4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8829" y="2458859"/>
            <a:ext cx="749808" cy="74980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036" name="Picture 12" descr="No photo description available.">
            <a:extLst>
              <a:ext uri="{FF2B5EF4-FFF2-40B4-BE49-F238E27FC236}">
                <a16:creationId xmlns:a16="http://schemas.microsoft.com/office/drawing/2014/main" id="{C3701D27-0C8F-129D-4462-ADBE48628D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5761" y="3321558"/>
            <a:ext cx="749808" cy="74980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038" name="Picture 14" descr="DOCTIME | Online Doctor Consultation &amp; Telehealth in BD">
            <a:extLst>
              <a:ext uri="{FF2B5EF4-FFF2-40B4-BE49-F238E27FC236}">
                <a16:creationId xmlns:a16="http://schemas.microsoft.com/office/drawing/2014/main" id="{6C65375B-AA32-2D61-256F-764A5AB385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0772" y="1231198"/>
            <a:ext cx="2793593" cy="74980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6" name="AutoShape 20" descr="Digital Healthcare Platform Bangladesh - Shastho">
            <a:extLst>
              <a:ext uri="{FF2B5EF4-FFF2-40B4-BE49-F238E27FC236}">
                <a16:creationId xmlns:a16="http://schemas.microsoft.com/office/drawing/2014/main" id="{D6BCC553-735B-C236-B246-936885A0C06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AutoShape 22" descr="Digital Healthcare Platform Bangladesh - Shastho">
            <a:extLst>
              <a:ext uri="{FF2B5EF4-FFF2-40B4-BE49-F238E27FC236}">
                <a16:creationId xmlns:a16="http://schemas.microsoft.com/office/drawing/2014/main" id="{FCAA242D-F744-B78A-1B94-57822F6EFA0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25717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48" name="Picture 24" descr="Shastho AI Office Photos | Glassdoor">
            <a:extLst>
              <a:ext uri="{FF2B5EF4-FFF2-40B4-BE49-F238E27FC236}">
                <a16:creationId xmlns:a16="http://schemas.microsoft.com/office/drawing/2014/main" id="{A5244CB3-484B-9CC1-7AD4-7A64BBE432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7569" y="3711979"/>
            <a:ext cx="749808" cy="74980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050" name="Picture 26" descr="LifePlus Bangladesh - Apps on Google Play">
            <a:extLst>
              <a:ext uri="{FF2B5EF4-FFF2-40B4-BE49-F238E27FC236}">
                <a16:creationId xmlns:a16="http://schemas.microsoft.com/office/drawing/2014/main" id="{6243B95F-A220-8088-8884-9561BD4699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9581" y="3854292"/>
            <a:ext cx="749808" cy="74980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052" name="Picture 28" descr="Songjog Caregiver Center | লিংকডইন">
            <a:extLst>
              <a:ext uri="{FF2B5EF4-FFF2-40B4-BE49-F238E27FC236}">
                <a16:creationId xmlns:a16="http://schemas.microsoft.com/office/drawing/2014/main" id="{7C453F83-6FB3-6F75-6622-1566FDAB4A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5761" y="1218438"/>
            <a:ext cx="749808" cy="74980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054" name="Picture 30" descr="Confused Family: Over 2,808 Royalty-Free Licensable Stock Illustrations &amp;  Drawings | Shutterstock">
            <a:extLst>
              <a:ext uri="{FF2B5EF4-FFF2-40B4-BE49-F238E27FC236}">
                <a16:creationId xmlns:a16="http://schemas.microsoft.com/office/drawing/2014/main" id="{53754B2B-7B0F-9D05-0F9B-2B10609147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4067" y="2087344"/>
            <a:ext cx="1708386" cy="110475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6" name="Picture 32" descr="2,800+ Ignorance Icon Stock Illustrations, Royalty-Free Vector Graphics &amp;  Clip Art - iStock">
            <a:extLst>
              <a:ext uri="{FF2B5EF4-FFF2-40B4-BE49-F238E27FC236}">
                <a16:creationId xmlns:a16="http://schemas.microsoft.com/office/drawing/2014/main" id="{9590CE9A-5BF3-9E59-2DB6-2F271C491E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5249" y="1394400"/>
            <a:ext cx="2049899" cy="2049899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8" name="Picture 34" descr="Death rate - Free icons">
            <a:extLst>
              <a:ext uri="{FF2B5EF4-FFF2-40B4-BE49-F238E27FC236}">
                <a16:creationId xmlns:a16="http://schemas.microsoft.com/office/drawing/2014/main" id="{AE20E5A8-C2DC-B203-526E-B566B06111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1993" y="1346811"/>
            <a:ext cx="2122910" cy="212291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3286797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5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5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6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6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6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6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3900" tmFilter="0, 0; .2, .5; .8, .5; 1, 0"/>
                                        <p:tgtEl>
                                          <p:spTgt spid="35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3" dur="1950" autoRev="1" fill="hold"/>
                                        <p:tgtEl>
                                          <p:spTgt spid="35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44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4100" tmFilter="0, 0; .2, .5; .8, .5; 1, 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6" dur="2050" autoRev="1" fill="hold"/>
                                        <p:tgtEl>
                                          <p:spTgt spid="2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1500" fill="hold"/>
                                        <p:tgtEl>
                                          <p:spTgt spid="10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1500" fill="hold"/>
                                        <p:tgtEl>
                                          <p:spTgt spid="10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1500" fill="hold"/>
                                        <p:tgtEl>
                                          <p:spTgt spid="10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1500" fill="hold"/>
                                        <p:tgtEl>
                                          <p:spTgt spid="10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0" fill="hold"/>
                                        <p:tgtEl>
                                          <p:spTgt spid="10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1500" fill="hold"/>
                                        <p:tgtEl>
                                          <p:spTgt spid="10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9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1500" fill="hold"/>
                                        <p:tgtEl>
                                          <p:spTgt spid="10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1500" fill="hold"/>
                                        <p:tgtEl>
                                          <p:spTgt spid="10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1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1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1500" fill="hold"/>
                                        <p:tgtEl>
                                          <p:spTgt spid="1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1500" fill="hold"/>
                                        <p:tgtEl>
                                          <p:spTgt spid="1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1500" fill="hold"/>
                                        <p:tgtEl>
                                          <p:spTgt spid="10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1500" fill="hold"/>
                                        <p:tgtEl>
                                          <p:spTgt spid="10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32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7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9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6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0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6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81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6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82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6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3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8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85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6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87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88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1100" fill="hold"/>
                                        <p:tgtEl>
                                          <p:spTgt spid="10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100" fill="hold"/>
                                        <p:tgtEl>
                                          <p:spTgt spid="10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1100"/>
                                        <p:tgtEl>
                                          <p:spTgt spid="1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7" dur="1400" tmFilter="0, 0; .2, .5; .8, .5; 1, 0"/>
                                        <p:tgtEl>
                                          <p:spTgt spid="36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8" dur="700" autoRev="1" fill="hold"/>
                                        <p:tgtEl>
                                          <p:spTgt spid="36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99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0" dur="1600" tmFilter="0, 0; .2, .5; .8, .5; 1, 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1" dur="800" autoRev="1" fill="hold"/>
                                        <p:tgtEl>
                                          <p:spTgt spid="4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02" presetID="53" presetClass="entr" presetSubtype="52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4" dur="14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14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6" dur="1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7" dur="14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14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32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1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13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14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15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16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7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1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19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20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21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22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5" dur="1100"/>
                                        <p:tgtEl>
                                          <p:spTgt spid="1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8" dur="1200"/>
                                        <p:tgtEl>
                                          <p:spTgt spid="1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98" grpId="0" build="p"/>
      <p:bldP spid="3598" grpId="1" build="p"/>
      <p:bldP spid="3601" grpId="0" build="p"/>
      <p:bldP spid="3601" grpId="1" build="p"/>
      <p:bldP spid="3606" grpId="0" build="p"/>
      <p:bldP spid="3606" grpId="1" build="p"/>
      <p:bldP spid="2" grpId="0"/>
      <p:bldP spid="9" grpId="0"/>
      <p:bldP spid="9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95">
          <a:extLst>
            <a:ext uri="{FF2B5EF4-FFF2-40B4-BE49-F238E27FC236}">
              <a16:creationId xmlns:a16="http://schemas.microsoft.com/office/drawing/2014/main" id="{DD5E475E-7557-8FED-4895-0C736D3464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6" name="Google Shape;3596;p52">
            <a:extLst>
              <a:ext uri="{FF2B5EF4-FFF2-40B4-BE49-F238E27FC236}">
                <a16:creationId xmlns:a16="http://schemas.microsoft.com/office/drawing/2014/main" id="{A846AD92-C377-AF0D-9555-15AABE9D891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US" dirty="0">
                <a:solidFill>
                  <a:schemeClr val="accent2"/>
                </a:solidFill>
              </a:rPr>
              <a:t>The Pain Points &amp; </a:t>
            </a:r>
            <a:r>
              <a:rPr lang="en-US" dirty="0">
                <a:solidFill>
                  <a:schemeClr val="bg1"/>
                </a:solidFill>
              </a:rPr>
              <a:t>Our Solution</a:t>
            </a:r>
            <a:endParaRPr dirty="0">
              <a:solidFill>
                <a:schemeClr val="accent2"/>
              </a:solidFill>
            </a:endParaRPr>
          </a:p>
        </p:txBody>
      </p:sp>
      <p:grpSp>
        <p:nvGrpSpPr>
          <p:cNvPr id="3637" name="Google Shape;3637;p52">
            <a:extLst>
              <a:ext uri="{FF2B5EF4-FFF2-40B4-BE49-F238E27FC236}">
                <a16:creationId xmlns:a16="http://schemas.microsoft.com/office/drawing/2014/main" id="{86ACFAAF-9885-A896-C3A1-23D41D065F89}"/>
              </a:ext>
            </a:extLst>
          </p:cNvPr>
          <p:cNvGrpSpPr/>
          <p:nvPr/>
        </p:nvGrpSpPr>
        <p:grpSpPr>
          <a:xfrm rot="5400000">
            <a:off x="8227473" y="2334240"/>
            <a:ext cx="883262" cy="242091"/>
            <a:chOff x="2300350" y="2601250"/>
            <a:chExt cx="2275275" cy="623625"/>
          </a:xfrm>
        </p:grpSpPr>
        <p:sp>
          <p:nvSpPr>
            <p:cNvPr id="3638" name="Google Shape;3638;p52">
              <a:extLst>
                <a:ext uri="{FF2B5EF4-FFF2-40B4-BE49-F238E27FC236}">
                  <a16:creationId xmlns:a16="http://schemas.microsoft.com/office/drawing/2014/main" id="{59366BFC-A6D4-1637-8B5E-49A69124F9A4}"/>
                </a:ext>
              </a:extLst>
            </p:cNvPr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9" name="Google Shape;3639;p52">
              <a:extLst>
                <a:ext uri="{FF2B5EF4-FFF2-40B4-BE49-F238E27FC236}">
                  <a16:creationId xmlns:a16="http://schemas.microsoft.com/office/drawing/2014/main" id="{5F23AB3C-6749-20C2-24DC-189BC6D681C3}"/>
                </a:ext>
              </a:extLst>
            </p:cNvPr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0" name="Google Shape;3640;p52">
              <a:extLst>
                <a:ext uri="{FF2B5EF4-FFF2-40B4-BE49-F238E27FC236}">
                  <a16:creationId xmlns:a16="http://schemas.microsoft.com/office/drawing/2014/main" id="{FA578D90-882F-DC9C-98FA-38BFD3431BD9}"/>
                </a:ext>
              </a:extLst>
            </p:cNvPr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1" name="Google Shape;3641;p52">
              <a:extLst>
                <a:ext uri="{FF2B5EF4-FFF2-40B4-BE49-F238E27FC236}">
                  <a16:creationId xmlns:a16="http://schemas.microsoft.com/office/drawing/2014/main" id="{4E501586-EE40-E58C-FD45-1CAE28669C8B}"/>
                </a:ext>
              </a:extLst>
            </p:cNvPr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2" name="Google Shape;3642;p52">
              <a:extLst>
                <a:ext uri="{FF2B5EF4-FFF2-40B4-BE49-F238E27FC236}">
                  <a16:creationId xmlns:a16="http://schemas.microsoft.com/office/drawing/2014/main" id="{593155BD-7FC3-67DF-266E-0BC03FB8C308}"/>
                </a:ext>
              </a:extLst>
            </p:cNvPr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3" name="Google Shape;3643;p52">
              <a:extLst>
                <a:ext uri="{FF2B5EF4-FFF2-40B4-BE49-F238E27FC236}">
                  <a16:creationId xmlns:a16="http://schemas.microsoft.com/office/drawing/2014/main" id="{BE91CE21-DE5A-BB7A-F55D-8525A1D39D02}"/>
                </a:ext>
              </a:extLst>
            </p:cNvPr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BF65AAA5-292D-14A1-1BD4-6203AE528705}"/>
              </a:ext>
            </a:extLst>
          </p:cNvPr>
          <p:cNvGrpSpPr/>
          <p:nvPr/>
        </p:nvGrpSpPr>
        <p:grpSpPr>
          <a:xfrm>
            <a:off x="3199585" y="3533234"/>
            <a:ext cx="1474971" cy="1429263"/>
            <a:chOff x="4927778" y="2405397"/>
            <a:chExt cx="1910587" cy="1958675"/>
          </a:xfrm>
        </p:grpSpPr>
        <p:pic>
          <p:nvPicPr>
            <p:cNvPr id="1026" name="Picture 2" descr="Bangladesh map">
              <a:extLst>
                <a:ext uri="{FF2B5EF4-FFF2-40B4-BE49-F238E27FC236}">
                  <a16:creationId xmlns:a16="http://schemas.microsoft.com/office/drawing/2014/main" id="{0249B105-7E7E-ED62-A94E-42DEF8849EB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27778" y="2453485"/>
              <a:ext cx="1910587" cy="191058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0" name="Picture 6" descr="Block - Free shapes and symbols icons">
              <a:extLst>
                <a:ext uri="{FF2B5EF4-FFF2-40B4-BE49-F238E27FC236}">
                  <a16:creationId xmlns:a16="http://schemas.microsoft.com/office/drawing/2014/main" id="{24281ECA-4713-BC21-42D2-CBD90A05DCB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97863" y="2405397"/>
              <a:ext cx="917619" cy="91761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032" name="Picture 8" descr="Foodpanda Logo &amp; Brand Assets (SVG, PNG and vector) - Brandfetch">
            <a:extLst>
              <a:ext uri="{FF2B5EF4-FFF2-40B4-BE49-F238E27FC236}">
                <a16:creationId xmlns:a16="http://schemas.microsoft.com/office/drawing/2014/main" id="{6BC163E1-AD2A-3B01-883B-AB70F08D4F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6629" y="2369937"/>
            <a:ext cx="768873" cy="75193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034" name="Picture 10" descr="Arogga - আরোগ্য | Dhaka">
            <a:extLst>
              <a:ext uri="{FF2B5EF4-FFF2-40B4-BE49-F238E27FC236}">
                <a16:creationId xmlns:a16="http://schemas.microsoft.com/office/drawing/2014/main" id="{34CFCA0B-E506-BFB9-581C-81D3A77E26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8829" y="2458859"/>
            <a:ext cx="749808" cy="74980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036" name="Picture 12" descr="No photo description available.">
            <a:extLst>
              <a:ext uri="{FF2B5EF4-FFF2-40B4-BE49-F238E27FC236}">
                <a16:creationId xmlns:a16="http://schemas.microsoft.com/office/drawing/2014/main" id="{835A37DC-8F85-E3C6-7345-A57D8BC53F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5761" y="3321558"/>
            <a:ext cx="749808" cy="74980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038" name="Picture 14" descr="DOCTIME | Online Doctor Consultation &amp; Telehealth in BD">
            <a:extLst>
              <a:ext uri="{FF2B5EF4-FFF2-40B4-BE49-F238E27FC236}">
                <a16:creationId xmlns:a16="http://schemas.microsoft.com/office/drawing/2014/main" id="{60A3E694-5F1E-27AA-DA8A-321B6613CA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0772" y="1231198"/>
            <a:ext cx="2793593" cy="74980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6" name="AutoShape 20" descr="Digital Healthcare Platform Bangladesh - Shastho">
            <a:extLst>
              <a:ext uri="{FF2B5EF4-FFF2-40B4-BE49-F238E27FC236}">
                <a16:creationId xmlns:a16="http://schemas.microsoft.com/office/drawing/2014/main" id="{C589EEEC-442E-42BC-0C62-B1BCB487D8F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AutoShape 22" descr="Digital Healthcare Platform Bangladesh - Shastho">
            <a:extLst>
              <a:ext uri="{FF2B5EF4-FFF2-40B4-BE49-F238E27FC236}">
                <a16:creationId xmlns:a16="http://schemas.microsoft.com/office/drawing/2014/main" id="{AA7B3264-AFEA-BF79-F4AC-3A4EC646E67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25717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48" name="Picture 24" descr="Shastho AI Office Photos | Glassdoor">
            <a:extLst>
              <a:ext uri="{FF2B5EF4-FFF2-40B4-BE49-F238E27FC236}">
                <a16:creationId xmlns:a16="http://schemas.microsoft.com/office/drawing/2014/main" id="{C8CA4456-338F-9015-20C3-80E73C5A52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7569" y="3711979"/>
            <a:ext cx="749808" cy="74980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050" name="Picture 26" descr="LifePlus Bangladesh - Apps on Google Play">
            <a:extLst>
              <a:ext uri="{FF2B5EF4-FFF2-40B4-BE49-F238E27FC236}">
                <a16:creationId xmlns:a16="http://schemas.microsoft.com/office/drawing/2014/main" id="{30FC7962-23D9-6C2D-7CC3-AC61D62B82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9581" y="3854292"/>
            <a:ext cx="749808" cy="74980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052" name="Picture 28" descr="Songjog Caregiver Center | লিংকডইন">
            <a:extLst>
              <a:ext uri="{FF2B5EF4-FFF2-40B4-BE49-F238E27FC236}">
                <a16:creationId xmlns:a16="http://schemas.microsoft.com/office/drawing/2014/main" id="{453E977D-78B9-0256-0525-F10354F20C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5761" y="1218438"/>
            <a:ext cx="749808" cy="74980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054" name="Picture 30" descr="Confused Family: Over 2,808 Royalty-Free Licensable Stock Illustrations &amp;  Drawings | Shutterstock">
            <a:extLst>
              <a:ext uri="{FF2B5EF4-FFF2-40B4-BE49-F238E27FC236}">
                <a16:creationId xmlns:a16="http://schemas.microsoft.com/office/drawing/2014/main" id="{51855F72-7639-2B9C-9454-C0DC2A9F53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4067" y="2087344"/>
            <a:ext cx="1708386" cy="110475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8" name="Picture 34" descr="Death rate - Free icons">
            <a:extLst>
              <a:ext uri="{FF2B5EF4-FFF2-40B4-BE49-F238E27FC236}">
                <a16:creationId xmlns:a16="http://schemas.microsoft.com/office/drawing/2014/main" id="{097F5017-CC34-1AA4-47EF-5ECEE40CE6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1993" y="1346811"/>
            <a:ext cx="2122910" cy="212291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3" name="Google Shape;3598;p52">
            <a:extLst>
              <a:ext uri="{FF2B5EF4-FFF2-40B4-BE49-F238E27FC236}">
                <a16:creationId xmlns:a16="http://schemas.microsoft.com/office/drawing/2014/main" id="{4E249A57-E720-5C0E-D0B0-E06C5DAEF450}"/>
              </a:ext>
            </a:extLst>
          </p:cNvPr>
          <p:cNvSpPr txBox="1">
            <a:spLocks/>
          </p:cNvSpPr>
          <p:nvPr/>
        </p:nvSpPr>
        <p:spPr>
          <a:xfrm>
            <a:off x="1220581" y="1506835"/>
            <a:ext cx="2473322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pPr marL="0" indent="0"/>
            <a:r>
              <a:rPr lang="en-US" b="1" dirty="0"/>
              <a:t>9 integrated modules</a:t>
            </a:r>
            <a:r>
              <a:rPr lang="en-US" dirty="0"/>
              <a:t> </a:t>
            </a:r>
          </a:p>
          <a:p>
            <a:pPr marL="0" indent="0"/>
            <a:r>
              <a:rPr lang="en-US" dirty="0"/>
              <a:t>in ONE platform</a:t>
            </a:r>
          </a:p>
        </p:txBody>
      </p:sp>
      <p:sp>
        <p:nvSpPr>
          <p:cNvPr id="14" name="Google Shape;3601;p52">
            <a:extLst>
              <a:ext uri="{FF2B5EF4-FFF2-40B4-BE49-F238E27FC236}">
                <a16:creationId xmlns:a16="http://schemas.microsoft.com/office/drawing/2014/main" id="{FE734245-6317-555E-D032-06F811B846A2}"/>
              </a:ext>
            </a:extLst>
          </p:cNvPr>
          <p:cNvSpPr txBox="1">
            <a:spLocks/>
          </p:cNvSpPr>
          <p:nvPr/>
        </p:nvSpPr>
        <p:spPr>
          <a:xfrm>
            <a:off x="1384142" y="2045881"/>
            <a:ext cx="2146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pPr marL="0" indent="0"/>
            <a:r>
              <a:rPr lang="en-US" b="1" dirty="0"/>
              <a:t>Role System</a:t>
            </a:r>
            <a:endParaRPr lang="en-US" dirty="0"/>
          </a:p>
        </p:txBody>
      </p:sp>
      <p:sp>
        <p:nvSpPr>
          <p:cNvPr id="15" name="Google Shape;3606;p52">
            <a:extLst>
              <a:ext uri="{FF2B5EF4-FFF2-40B4-BE49-F238E27FC236}">
                <a16:creationId xmlns:a16="http://schemas.microsoft.com/office/drawing/2014/main" id="{5941A3DB-FD32-C9CB-630C-C8F05420ECFD}"/>
              </a:ext>
            </a:extLst>
          </p:cNvPr>
          <p:cNvSpPr txBox="1">
            <a:spLocks/>
          </p:cNvSpPr>
          <p:nvPr/>
        </p:nvSpPr>
        <p:spPr>
          <a:xfrm>
            <a:off x="1384142" y="2584927"/>
            <a:ext cx="2146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pPr marL="0" indent="0"/>
            <a:r>
              <a:rPr lang="en-US" dirty="0"/>
              <a:t>Bangladesh-first design</a:t>
            </a:r>
          </a:p>
        </p:txBody>
      </p:sp>
      <p:sp>
        <p:nvSpPr>
          <p:cNvPr id="16" name="Google Shape;3606;p52">
            <a:extLst>
              <a:ext uri="{FF2B5EF4-FFF2-40B4-BE49-F238E27FC236}">
                <a16:creationId xmlns:a16="http://schemas.microsoft.com/office/drawing/2014/main" id="{6ACC0887-1395-CBBB-B341-D989F8B96CE8}"/>
              </a:ext>
            </a:extLst>
          </p:cNvPr>
          <p:cNvSpPr txBox="1">
            <a:spLocks/>
          </p:cNvSpPr>
          <p:nvPr/>
        </p:nvSpPr>
        <p:spPr>
          <a:xfrm>
            <a:off x="1384142" y="3123973"/>
            <a:ext cx="2146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pPr marL="0" indent="0"/>
            <a:r>
              <a:rPr lang="en-US" b="1" dirty="0"/>
              <a:t>Gamification &amp; rewards</a:t>
            </a:r>
            <a:r>
              <a:rPr lang="en-US" dirty="0"/>
              <a:t> for engagement</a:t>
            </a:r>
          </a:p>
        </p:txBody>
      </p:sp>
      <p:sp>
        <p:nvSpPr>
          <p:cNvPr id="17" name="Google Shape;3606;p52">
            <a:extLst>
              <a:ext uri="{FF2B5EF4-FFF2-40B4-BE49-F238E27FC236}">
                <a16:creationId xmlns:a16="http://schemas.microsoft.com/office/drawing/2014/main" id="{F404BD10-8CD0-3BFF-30ED-8F5D8002CFC8}"/>
              </a:ext>
            </a:extLst>
          </p:cNvPr>
          <p:cNvSpPr txBox="1">
            <a:spLocks/>
          </p:cNvSpPr>
          <p:nvPr/>
        </p:nvSpPr>
        <p:spPr>
          <a:xfrm>
            <a:off x="1302362" y="3663019"/>
            <a:ext cx="2309761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pPr marL="0" indent="0"/>
            <a:r>
              <a:rPr lang="en-US" b="1" dirty="0"/>
              <a:t>Cross-module intelligence</a:t>
            </a:r>
            <a:r>
              <a:rPr lang="en-US" dirty="0"/>
              <a:t> (health data → nutrition)</a:t>
            </a:r>
          </a:p>
        </p:txBody>
      </p:sp>
      <p:sp>
        <p:nvSpPr>
          <p:cNvPr id="18" name="Google Shape;3597;p52">
            <a:extLst>
              <a:ext uri="{FF2B5EF4-FFF2-40B4-BE49-F238E27FC236}">
                <a16:creationId xmlns:a16="http://schemas.microsoft.com/office/drawing/2014/main" id="{F68C1595-3084-34D2-C7C6-207DA052231C}"/>
              </a:ext>
            </a:extLst>
          </p:cNvPr>
          <p:cNvSpPr txBox="1">
            <a:spLocks/>
          </p:cNvSpPr>
          <p:nvPr/>
        </p:nvSpPr>
        <p:spPr>
          <a:xfrm>
            <a:off x="759581" y="1112100"/>
            <a:ext cx="3369593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1126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Exo"/>
              <a:buNone/>
              <a:defRPr sz="1800" b="1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Exo"/>
              <a:buNone/>
              <a:defRPr sz="20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Exo"/>
              <a:buNone/>
              <a:defRPr sz="20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Exo"/>
              <a:buNone/>
              <a:defRPr sz="20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Exo"/>
              <a:buNone/>
              <a:defRPr sz="20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Exo"/>
              <a:buNone/>
              <a:defRPr sz="20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Exo"/>
              <a:buNone/>
              <a:defRPr sz="20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Exo"/>
              <a:buNone/>
              <a:defRPr sz="20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Exo"/>
              <a:buNone/>
              <a:defRPr sz="20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9pPr>
          </a:lstStyle>
          <a:p>
            <a:r>
              <a:rPr lang="en-US" dirty="0"/>
              <a:t>Our Unified Solution</a:t>
            </a:r>
          </a:p>
        </p:txBody>
      </p:sp>
      <p:grpSp>
        <p:nvGrpSpPr>
          <p:cNvPr id="19" name="Google Shape;10928;p87">
            <a:extLst>
              <a:ext uri="{FF2B5EF4-FFF2-40B4-BE49-F238E27FC236}">
                <a16:creationId xmlns:a16="http://schemas.microsoft.com/office/drawing/2014/main" id="{E66913DC-FA97-EB78-404A-CC91C778DC50}"/>
              </a:ext>
            </a:extLst>
          </p:cNvPr>
          <p:cNvGrpSpPr/>
          <p:nvPr/>
        </p:nvGrpSpPr>
        <p:grpSpPr>
          <a:xfrm>
            <a:off x="902142" y="1521015"/>
            <a:ext cx="353645" cy="355557"/>
            <a:chOff x="-31811100" y="3550975"/>
            <a:chExt cx="291450" cy="293025"/>
          </a:xfrm>
          <a:solidFill>
            <a:schemeClr val="accent2"/>
          </a:solidFill>
        </p:grpSpPr>
        <p:sp>
          <p:nvSpPr>
            <p:cNvPr id="20" name="Google Shape;10929;p87">
              <a:extLst>
                <a:ext uri="{FF2B5EF4-FFF2-40B4-BE49-F238E27FC236}">
                  <a16:creationId xmlns:a16="http://schemas.microsoft.com/office/drawing/2014/main" id="{A683C7E3-774C-2AD5-6E89-892C52801294}"/>
                </a:ext>
              </a:extLst>
            </p:cNvPr>
            <p:cNvSpPr/>
            <p:nvPr/>
          </p:nvSpPr>
          <p:spPr>
            <a:xfrm>
              <a:off x="-31554325" y="3595875"/>
              <a:ext cx="34675" cy="33900"/>
            </a:xfrm>
            <a:custGeom>
              <a:avLst/>
              <a:gdLst/>
              <a:ahLst/>
              <a:cxnLst/>
              <a:rect l="l" t="t" r="r" b="b"/>
              <a:pathLst>
                <a:path w="1387" h="1356" extrusionOk="0">
                  <a:moveTo>
                    <a:pt x="0" y="1"/>
                  </a:moveTo>
                  <a:lnTo>
                    <a:pt x="0" y="1355"/>
                  </a:lnTo>
                  <a:lnTo>
                    <a:pt x="662" y="1355"/>
                  </a:lnTo>
                  <a:cubicBezTo>
                    <a:pt x="1071" y="1355"/>
                    <a:pt x="1324" y="1040"/>
                    <a:pt x="1324" y="694"/>
                  </a:cubicBezTo>
                  <a:cubicBezTo>
                    <a:pt x="1387" y="316"/>
                    <a:pt x="1071" y="1"/>
                    <a:pt x="6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0930;p87">
              <a:extLst>
                <a:ext uri="{FF2B5EF4-FFF2-40B4-BE49-F238E27FC236}">
                  <a16:creationId xmlns:a16="http://schemas.microsoft.com/office/drawing/2014/main" id="{22E20FC3-AFAA-ECEF-5AFA-996B478A4430}"/>
                </a:ext>
              </a:extLst>
            </p:cNvPr>
            <p:cNvSpPr/>
            <p:nvPr/>
          </p:nvSpPr>
          <p:spPr>
            <a:xfrm>
              <a:off x="-31659075" y="3628650"/>
              <a:ext cx="139425" cy="71650"/>
            </a:xfrm>
            <a:custGeom>
              <a:avLst/>
              <a:gdLst/>
              <a:ahLst/>
              <a:cxnLst/>
              <a:rect l="l" t="t" r="r" b="b"/>
              <a:pathLst>
                <a:path w="5577" h="2866" extrusionOk="0">
                  <a:moveTo>
                    <a:pt x="1438" y="1"/>
                  </a:moveTo>
                  <a:cubicBezTo>
                    <a:pt x="1338" y="1"/>
                    <a:pt x="1235" y="30"/>
                    <a:pt x="1166" y="76"/>
                  </a:cubicBezTo>
                  <a:lnTo>
                    <a:pt x="126" y="1179"/>
                  </a:lnTo>
                  <a:cubicBezTo>
                    <a:pt x="0" y="1305"/>
                    <a:pt x="0" y="1525"/>
                    <a:pt x="126" y="1651"/>
                  </a:cubicBezTo>
                  <a:lnTo>
                    <a:pt x="1166" y="2754"/>
                  </a:lnTo>
                  <a:cubicBezTo>
                    <a:pt x="1208" y="2838"/>
                    <a:pt x="1292" y="2866"/>
                    <a:pt x="1390" y="2866"/>
                  </a:cubicBezTo>
                  <a:cubicBezTo>
                    <a:pt x="1439" y="2866"/>
                    <a:pt x="1491" y="2859"/>
                    <a:pt x="1544" y="2848"/>
                  </a:cubicBezTo>
                  <a:cubicBezTo>
                    <a:pt x="1670" y="2817"/>
                    <a:pt x="1796" y="2659"/>
                    <a:pt x="1796" y="2533"/>
                  </a:cubicBezTo>
                  <a:lnTo>
                    <a:pt x="1796" y="2124"/>
                  </a:lnTo>
                  <a:lnTo>
                    <a:pt x="4190" y="2124"/>
                  </a:lnTo>
                  <a:cubicBezTo>
                    <a:pt x="4946" y="2124"/>
                    <a:pt x="5577" y="1494"/>
                    <a:pt x="5577" y="769"/>
                  </a:cubicBezTo>
                  <a:lnTo>
                    <a:pt x="5577" y="549"/>
                  </a:lnTo>
                  <a:cubicBezTo>
                    <a:pt x="5356" y="675"/>
                    <a:pt x="5135" y="769"/>
                    <a:pt x="4883" y="769"/>
                  </a:cubicBezTo>
                  <a:cubicBezTo>
                    <a:pt x="3686" y="738"/>
                    <a:pt x="2930" y="738"/>
                    <a:pt x="1796" y="738"/>
                  </a:cubicBezTo>
                  <a:lnTo>
                    <a:pt x="1796" y="328"/>
                  </a:lnTo>
                  <a:cubicBezTo>
                    <a:pt x="1796" y="170"/>
                    <a:pt x="1701" y="44"/>
                    <a:pt x="1544" y="13"/>
                  </a:cubicBezTo>
                  <a:cubicBezTo>
                    <a:pt x="1510" y="5"/>
                    <a:pt x="1474" y="1"/>
                    <a:pt x="143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0931;p87">
              <a:extLst>
                <a:ext uri="{FF2B5EF4-FFF2-40B4-BE49-F238E27FC236}">
                  <a16:creationId xmlns:a16="http://schemas.microsoft.com/office/drawing/2014/main" id="{15AA7218-8C72-87FB-0787-A046C686B49F}"/>
                </a:ext>
              </a:extLst>
            </p:cNvPr>
            <p:cNvSpPr/>
            <p:nvPr/>
          </p:nvSpPr>
          <p:spPr>
            <a:xfrm>
              <a:off x="-31811100" y="3647075"/>
              <a:ext cx="33100" cy="33100"/>
            </a:xfrm>
            <a:custGeom>
              <a:avLst/>
              <a:gdLst/>
              <a:ahLst/>
              <a:cxnLst/>
              <a:rect l="l" t="t" r="r" b="b"/>
              <a:pathLst>
                <a:path w="1324" h="1324" extrusionOk="0">
                  <a:moveTo>
                    <a:pt x="662" y="1"/>
                  </a:moveTo>
                  <a:cubicBezTo>
                    <a:pt x="253" y="1"/>
                    <a:pt x="1" y="316"/>
                    <a:pt x="1" y="662"/>
                  </a:cubicBezTo>
                  <a:cubicBezTo>
                    <a:pt x="1" y="1040"/>
                    <a:pt x="316" y="1324"/>
                    <a:pt x="662" y="1324"/>
                  </a:cubicBezTo>
                  <a:lnTo>
                    <a:pt x="1324" y="1324"/>
                  </a:lnTo>
                  <a:lnTo>
                    <a:pt x="132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0932;p87">
              <a:extLst>
                <a:ext uri="{FF2B5EF4-FFF2-40B4-BE49-F238E27FC236}">
                  <a16:creationId xmlns:a16="http://schemas.microsoft.com/office/drawing/2014/main" id="{6E231145-40A9-1408-E24D-92514FE2845B}"/>
                </a:ext>
              </a:extLst>
            </p:cNvPr>
            <p:cNvSpPr/>
            <p:nvPr/>
          </p:nvSpPr>
          <p:spPr>
            <a:xfrm>
              <a:off x="-31811100" y="3678325"/>
              <a:ext cx="138650" cy="72250"/>
            </a:xfrm>
            <a:custGeom>
              <a:avLst/>
              <a:gdLst/>
              <a:ahLst/>
              <a:cxnLst/>
              <a:rect l="l" t="t" r="r" b="b"/>
              <a:pathLst>
                <a:path w="5546" h="2890" extrusionOk="0">
                  <a:moveTo>
                    <a:pt x="4193" y="1"/>
                  </a:moveTo>
                  <a:cubicBezTo>
                    <a:pt x="4132" y="1"/>
                    <a:pt x="4067" y="16"/>
                    <a:pt x="4002" y="42"/>
                  </a:cubicBezTo>
                  <a:cubicBezTo>
                    <a:pt x="3876" y="74"/>
                    <a:pt x="3781" y="231"/>
                    <a:pt x="3781" y="357"/>
                  </a:cubicBezTo>
                  <a:lnTo>
                    <a:pt x="3781" y="735"/>
                  </a:lnTo>
                  <a:lnTo>
                    <a:pt x="662" y="735"/>
                  </a:lnTo>
                  <a:cubicBezTo>
                    <a:pt x="410" y="735"/>
                    <a:pt x="190" y="672"/>
                    <a:pt x="1" y="546"/>
                  </a:cubicBezTo>
                  <a:lnTo>
                    <a:pt x="1" y="767"/>
                  </a:lnTo>
                  <a:cubicBezTo>
                    <a:pt x="1" y="1523"/>
                    <a:pt x="631" y="2153"/>
                    <a:pt x="1355" y="2153"/>
                  </a:cubicBezTo>
                  <a:lnTo>
                    <a:pt x="3781" y="2153"/>
                  </a:lnTo>
                  <a:lnTo>
                    <a:pt x="3781" y="2563"/>
                  </a:lnTo>
                  <a:cubicBezTo>
                    <a:pt x="3781" y="2720"/>
                    <a:pt x="3844" y="2815"/>
                    <a:pt x="4002" y="2878"/>
                  </a:cubicBezTo>
                  <a:cubicBezTo>
                    <a:pt x="4033" y="2886"/>
                    <a:pt x="4067" y="2890"/>
                    <a:pt x="4101" y="2890"/>
                  </a:cubicBezTo>
                  <a:cubicBezTo>
                    <a:pt x="4205" y="2890"/>
                    <a:pt x="4317" y="2854"/>
                    <a:pt x="4411" y="2783"/>
                  </a:cubicBezTo>
                  <a:lnTo>
                    <a:pt x="5420" y="1681"/>
                  </a:lnTo>
                  <a:cubicBezTo>
                    <a:pt x="5546" y="1555"/>
                    <a:pt x="5546" y="1365"/>
                    <a:pt x="5420" y="1208"/>
                  </a:cubicBezTo>
                  <a:lnTo>
                    <a:pt x="4411" y="105"/>
                  </a:lnTo>
                  <a:cubicBezTo>
                    <a:pt x="4356" y="31"/>
                    <a:pt x="4279" y="1"/>
                    <a:pt x="419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0933;p87">
              <a:extLst>
                <a:ext uri="{FF2B5EF4-FFF2-40B4-BE49-F238E27FC236}">
                  <a16:creationId xmlns:a16="http://schemas.microsoft.com/office/drawing/2014/main" id="{58BBDC6B-2822-379B-51E4-EF7D6AC2E549}"/>
                </a:ext>
              </a:extLst>
            </p:cNvPr>
            <p:cNvSpPr/>
            <p:nvPr/>
          </p:nvSpPr>
          <p:spPr>
            <a:xfrm>
              <a:off x="-31759900" y="3791200"/>
              <a:ext cx="187475" cy="52800"/>
            </a:xfrm>
            <a:custGeom>
              <a:avLst/>
              <a:gdLst/>
              <a:ahLst/>
              <a:cxnLst/>
              <a:rect l="l" t="t" r="r" b="b"/>
              <a:pathLst>
                <a:path w="7499" h="2112" extrusionOk="0">
                  <a:moveTo>
                    <a:pt x="1" y="1"/>
                  </a:moveTo>
                  <a:lnTo>
                    <a:pt x="1" y="1072"/>
                  </a:lnTo>
                  <a:cubicBezTo>
                    <a:pt x="1" y="1639"/>
                    <a:pt x="473" y="2112"/>
                    <a:pt x="1009" y="2112"/>
                  </a:cubicBezTo>
                  <a:lnTo>
                    <a:pt x="6491" y="2112"/>
                  </a:lnTo>
                  <a:cubicBezTo>
                    <a:pt x="7026" y="2112"/>
                    <a:pt x="7499" y="1639"/>
                    <a:pt x="7499" y="1072"/>
                  </a:cubicBezTo>
                  <a:lnTo>
                    <a:pt x="749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10934;p87">
              <a:extLst>
                <a:ext uri="{FF2B5EF4-FFF2-40B4-BE49-F238E27FC236}">
                  <a16:creationId xmlns:a16="http://schemas.microsoft.com/office/drawing/2014/main" id="{3998657A-1DCE-393C-0CF0-FE8D96D83E61}"/>
                </a:ext>
              </a:extLst>
            </p:cNvPr>
            <p:cNvSpPr/>
            <p:nvPr/>
          </p:nvSpPr>
          <p:spPr>
            <a:xfrm>
              <a:off x="-31759900" y="3550975"/>
              <a:ext cx="187475" cy="35475"/>
            </a:xfrm>
            <a:custGeom>
              <a:avLst/>
              <a:gdLst/>
              <a:ahLst/>
              <a:cxnLst/>
              <a:rect l="l" t="t" r="r" b="b"/>
              <a:pathLst>
                <a:path w="7499" h="1419" extrusionOk="0">
                  <a:moveTo>
                    <a:pt x="1009" y="1"/>
                  </a:moveTo>
                  <a:cubicBezTo>
                    <a:pt x="473" y="1"/>
                    <a:pt x="1" y="474"/>
                    <a:pt x="1" y="1072"/>
                  </a:cubicBezTo>
                  <a:lnTo>
                    <a:pt x="1" y="1419"/>
                  </a:lnTo>
                  <a:lnTo>
                    <a:pt x="7499" y="1419"/>
                  </a:lnTo>
                  <a:lnTo>
                    <a:pt x="7499" y="1072"/>
                  </a:lnTo>
                  <a:cubicBezTo>
                    <a:pt x="7499" y="537"/>
                    <a:pt x="7026" y="1"/>
                    <a:pt x="649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10935;p87">
              <a:extLst>
                <a:ext uri="{FF2B5EF4-FFF2-40B4-BE49-F238E27FC236}">
                  <a16:creationId xmlns:a16="http://schemas.microsoft.com/office/drawing/2014/main" id="{01CA9EC2-F9DD-AAC5-08BF-0519EE79812D}"/>
                </a:ext>
              </a:extLst>
            </p:cNvPr>
            <p:cNvSpPr/>
            <p:nvPr/>
          </p:nvSpPr>
          <p:spPr>
            <a:xfrm>
              <a:off x="-31759100" y="3602975"/>
              <a:ext cx="188250" cy="172500"/>
            </a:xfrm>
            <a:custGeom>
              <a:avLst/>
              <a:gdLst/>
              <a:ahLst/>
              <a:cxnLst/>
              <a:rect l="l" t="t" r="r" b="b"/>
              <a:pathLst>
                <a:path w="7530" h="6900" extrusionOk="0">
                  <a:moveTo>
                    <a:pt x="0" y="0"/>
                  </a:moveTo>
                  <a:lnTo>
                    <a:pt x="0" y="3088"/>
                  </a:lnTo>
                  <a:lnTo>
                    <a:pt x="1071" y="3088"/>
                  </a:lnTo>
                  <a:cubicBezTo>
                    <a:pt x="1134" y="2773"/>
                    <a:pt x="1386" y="2552"/>
                    <a:pt x="1701" y="2426"/>
                  </a:cubicBezTo>
                  <a:cubicBezTo>
                    <a:pt x="1822" y="2376"/>
                    <a:pt x="1952" y="2351"/>
                    <a:pt x="2083" y="2351"/>
                  </a:cubicBezTo>
                  <a:cubicBezTo>
                    <a:pt x="2361" y="2351"/>
                    <a:pt x="2642" y="2464"/>
                    <a:pt x="2835" y="2678"/>
                  </a:cubicBezTo>
                  <a:lnTo>
                    <a:pt x="3844" y="3781"/>
                  </a:lnTo>
                  <a:cubicBezTo>
                    <a:pt x="4222" y="4190"/>
                    <a:pt x="4222" y="4789"/>
                    <a:pt x="3844" y="5167"/>
                  </a:cubicBezTo>
                  <a:lnTo>
                    <a:pt x="2835" y="6270"/>
                  </a:lnTo>
                  <a:cubicBezTo>
                    <a:pt x="2635" y="6493"/>
                    <a:pt x="2339" y="6621"/>
                    <a:pt x="2050" y="6621"/>
                  </a:cubicBezTo>
                  <a:cubicBezTo>
                    <a:pt x="1930" y="6621"/>
                    <a:pt x="1812" y="6599"/>
                    <a:pt x="1701" y="6553"/>
                  </a:cubicBezTo>
                  <a:cubicBezTo>
                    <a:pt x="1386" y="6427"/>
                    <a:pt x="1134" y="6144"/>
                    <a:pt x="1071" y="5892"/>
                  </a:cubicBezTo>
                  <a:lnTo>
                    <a:pt x="0" y="5892"/>
                  </a:lnTo>
                  <a:lnTo>
                    <a:pt x="0" y="6900"/>
                  </a:lnTo>
                  <a:lnTo>
                    <a:pt x="7530" y="6900"/>
                  </a:lnTo>
                  <a:lnTo>
                    <a:pt x="7530" y="3844"/>
                  </a:lnTo>
                  <a:lnTo>
                    <a:pt x="6459" y="3844"/>
                  </a:lnTo>
                  <a:cubicBezTo>
                    <a:pt x="6364" y="4159"/>
                    <a:pt x="6143" y="4379"/>
                    <a:pt x="5828" y="4505"/>
                  </a:cubicBezTo>
                  <a:cubicBezTo>
                    <a:pt x="5709" y="4551"/>
                    <a:pt x="5589" y="4573"/>
                    <a:pt x="5472" y="4573"/>
                  </a:cubicBezTo>
                  <a:cubicBezTo>
                    <a:pt x="5188" y="4573"/>
                    <a:pt x="4917" y="4445"/>
                    <a:pt x="4694" y="4222"/>
                  </a:cubicBezTo>
                  <a:lnTo>
                    <a:pt x="3655" y="3119"/>
                  </a:lnTo>
                  <a:cubicBezTo>
                    <a:pt x="3308" y="2741"/>
                    <a:pt x="3308" y="2143"/>
                    <a:pt x="3655" y="1765"/>
                  </a:cubicBezTo>
                  <a:lnTo>
                    <a:pt x="4694" y="630"/>
                  </a:lnTo>
                  <a:cubicBezTo>
                    <a:pt x="4866" y="416"/>
                    <a:pt x="5140" y="304"/>
                    <a:pt x="5427" y="304"/>
                  </a:cubicBezTo>
                  <a:cubicBezTo>
                    <a:pt x="5561" y="304"/>
                    <a:pt x="5698" y="328"/>
                    <a:pt x="5828" y="378"/>
                  </a:cubicBezTo>
                  <a:cubicBezTo>
                    <a:pt x="6143" y="504"/>
                    <a:pt x="6364" y="756"/>
                    <a:pt x="6459" y="1040"/>
                  </a:cubicBezTo>
                  <a:lnTo>
                    <a:pt x="7530" y="1040"/>
                  </a:lnTo>
                  <a:lnTo>
                    <a:pt x="753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" name="Google Shape;10901;p87">
            <a:extLst>
              <a:ext uri="{FF2B5EF4-FFF2-40B4-BE49-F238E27FC236}">
                <a16:creationId xmlns:a16="http://schemas.microsoft.com/office/drawing/2014/main" id="{6B6E9284-98BE-6785-B3EE-48F94F9B6A6A}"/>
              </a:ext>
            </a:extLst>
          </p:cNvPr>
          <p:cNvGrpSpPr/>
          <p:nvPr/>
        </p:nvGrpSpPr>
        <p:grpSpPr>
          <a:xfrm>
            <a:off x="900230" y="2078614"/>
            <a:ext cx="357468" cy="352675"/>
            <a:chOff x="-33645475" y="3228075"/>
            <a:chExt cx="294600" cy="290650"/>
          </a:xfrm>
          <a:solidFill>
            <a:schemeClr val="accent2"/>
          </a:solidFill>
        </p:grpSpPr>
        <p:sp>
          <p:nvSpPr>
            <p:cNvPr id="28" name="Google Shape;10902;p87">
              <a:extLst>
                <a:ext uri="{FF2B5EF4-FFF2-40B4-BE49-F238E27FC236}">
                  <a16:creationId xmlns:a16="http://schemas.microsoft.com/office/drawing/2014/main" id="{A2D6B6DC-ACB5-6B11-DAC4-72194B524193}"/>
                </a:ext>
              </a:extLst>
            </p:cNvPr>
            <p:cNvSpPr/>
            <p:nvPr/>
          </p:nvSpPr>
          <p:spPr>
            <a:xfrm>
              <a:off x="-33456450" y="3261925"/>
              <a:ext cx="84300" cy="85100"/>
            </a:xfrm>
            <a:custGeom>
              <a:avLst/>
              <a:gdLst/>
              <a:ahLst/>
              <a:cxnLst/>
              <a:rect l="l" t="t" r="r" b="b"/>
              <a:pathLst>
                <a:path w="3372" h="3404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36"/>
                    <a:pt x="158" y="694"/>
                    <a:pt x="347" y="694"/>
                  </a:cubicBezTo>
                  <a:lnTo>
                    <a:pt x="1009" y="694"/>
                  </a:lnTo>
                  <a:cubicBezTo>
                    <a:pt x="1576" y="694"/>
                    <a:pt x="2049" y="1166"/>
                    <a:pt x="2049" y="1733"/>
                  </a:cubicBezTo>
                  <a:lnTo>
                    <a:pt x="2049" y="2269"/>
                  </a:lnTo>
                  <a:lnTo>
                    <a:pt x="1923" y="2175"/>
                  </a:lnTo>
                  <a:cubicBezTo>
                    <a:pt x="1860" y="2112"/>
                    <a:pt x="1773" y="2080"/>
                    <a:pt x="1686" y="2080"/>
                  </a:cubicBezTo>
                  <a:cubicBezTo>
                    <a:pt x="1600" y="2080"/>
                    <a:pt x="1513" y="2112"/>
                    <a:pt x="1450" y="2175"/>
                  </a:cubicBezTo>
                  <a:cubicBezTo>
                    <a:pt x="1324" y="2269"/>
                    <a:pt x="1324" y="2521"/>
                    <a:pt x="1450" y="2647"/>
                  </a:cubicBezTo>
                  <a:lnTo>
                    <a:pt x="2112" y="3309"/>
                  </a:lnTo>
                  <a:cubicBezTo>
                    <a:pt x="2175" y="3372"/>
                    <a:pt x="2269" y="3403"/>
                    <a:pt x="2360" y="3403"/>
                  </a:cubicBezTo>
                  <a:cubicBezTo>
                    <a:pt x="2450" y="3403"/>
                    <a:pt x="2537" y="3372"/>
                    <a:pt x="2584" y="3309"/>
                  </a:cubicBezTo>
                  <a:lnTo>
                    <a:pt x="3277" y="2647"/>
                  </a:lnTo>
                  <a:cubicBezTo>
                    <a:pt x="3372" y="2521"/>
                    <a:pt x="3372" y="2269"/>
                    <a:pt x="3277" y="2175"/>
                  </a:cubicBezTo>
                  <a:cubicBezTo>
                    <a:pt x="3214" y="2112"/>
                    <a:pt x="3120" y="2080"/>
                    <a:pt x="3029" y="2080"/>
                  </a:cubicBezTo>
                  <a:cubicBezTo>
                    <a:pt x="2939" y="2080"/>
                    <a:pt x="2852" y="2112"/>
                    <a:pt x="2805" y="2175"/>
                  </a:cubicBezTo>
                  <a:lnTo>
                    <a:pt x="2679" y="2269"/>
                  </a:lnTo>
                  <a:lnTo>
                    <a:pt x="2679" y="1733"/>
                  </a:lnTo>
                  <a:cubicBezTo>
                    <a:pt x="2742" y="788"/>
                    <a:pt x="1954" y="1"/>
                    <a:pt x="100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10903;p87">
              <a:extLst>
                <a:ext uri="{FF2B5EF4-FFF2-40B4-BE49-F238E27FC236}">
                  <a16:creationId xmlns:a16="http://schemas.microsoft.com/office/drawing/2014/main" id="{91CEB6CB-1020-9877-D40C-3A7ABDDBCC8B}"/>
                </a:ext>
              </a:extLst>
            </p:cNvPr>
            <p:cNvSpPr/>
            <p:nvPr/>
          </p:nvSpPr>
          <p:spPr>
            <a:xfrm>
              <a:off x="-33575375" y="3433625"/>
              <a:ext cx="85075" cy="85100"/>
            </a:xfrm>
            <a:custGeom>
              <a:avLst/>
              <a:gdLst/>
              <a:ahLst/>
              <a:cxnLst/>
              <a:rect l="l" t="t" r="r" b="b"/>
              <a:pathLst>
                <a:path w="3403" h="3404" extrusionOk="0">
                  <a:moveTo>
                    <a:pt x="1013" y="1"/>
                  </a:moveTo>
                  <a:cubicBezTo>
                    <a:pt x="922" y="1"/>
                    <a:pt x="835" y="32"/>
                    <a:pt x="788" y="95"/>
                  </a:cubicBezTo>
                  <a:lnTo>
                    <a:pt x="127" y="757"/>
                  </a:lnTo>
                  <a:cubicBezTo>
                    <a:pt x="1" y="883"/>
                    <a:pt x="1" y="1135"/>
                    <a:pt x="127" y="1229"/>
                  </a:cubicBezTo>
                  <a:cubicBezTo>
                    <a:pt x="174" y="1292"/>
                    <a:pt x="260" y="1324"/>
                    <a:pt x="351" y="1324"/>
                  </a:cubicBezTo>
                  <a:cubicBezTo>
                    <a:pt x="442" y="1324"/>
                    <a:pt x="536" y="1292"/>
                    <a:pt x="599" y="1229"/>
                  </a:cubicBezTo>
                  <a:lnTo>
                    <a:pt x="694" y="1135"/>
                  </a:lnTo>
                  <a:lnTo>
                    <a:pt x="694" y="1671"/>
                  </a:lnTo>
                  <a:cubicBezTo>
                    <a:pt x="694" y="2616"/>
                    <a:pt x="1450" y="3372"/>
                    <a:pt x="2395" y="3372"/>
                  </a:cubicBezTo>
                  <a:lnTo>
                    <a:pt x="3057" y="3372"/>
                  </a:lnTo>
                  <a:lnTo>
                    <a:pt x="3057" y="3403"/>
                  </a:lnTo>
                  <a:cubicBezTo>
                    <a:pt x="3246" y="3403"/>
                    <a:pt x="3403" y="3246"/>
                    <a:pt x="3403" y="3057"/>
                  </a:cubicBezTo>
                  <a:cubicBezTo>
                    <a:pt x="3403" y="2868"/>
                    <a:pt x="3246" y="2710"/>
                    <a:pt x="3057" y="2710"/>
                  </a:cubicBezTo>
                  <a:lnTo>
                    <a:pt x="2363" y="2710"/>
                  </a:lnTo>
                  <a:cubicBezTo>
                    <a:pt x="1796" y="2710"/>
                    <a:pt x="1324" y="2238"/>
                    <a:pt x="1324" y="1671"/>
                  </a:cubicBezTo>
                  <a:lnTo>
                    <a:pt x="1324" y="1135"/>
                  </a:lnTo>
                  <a:lnTo>
                    <a:pt x="1450" y="1229"/>
                  </a:lnTo>
                  <a:cubicBezTo>
                    <a:pt x="1513" y="1292"/>
                    <a:pt x="1599" y="1324"/>
                    <a:pt x="1686" y="1324"/>
                  </a:cubicBezTo>
                  <a:cubicBezTo>
                    <a:pt x="1773" y="1324"/>
                    <a:pt x="1859" y="1292"/>
                    <a:pt x="1922" y="1229"/>
                  </a:cubicBezTo>
                  <a:cubicBezTo>
                    <a:pt x="2048" y="1135"/>
                    <a:pt x="2048" y="883"/>
                    <a:pt x="1922" y="757"/>
                  </a:cubicBezTo>
                  <a:lnTo>
                    <a:pt x="1261" y="95"/>
                  </a:lnTo>
                  <a:cubicBezTo>
                    <a:pt x="1198" y="32"/>
                    <a:pt x="1103" y="1"/>
                    <a:pt x="101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10904;p87">
              <a:extLst>
                <a:ext uri="{FF2B5EF4-FFF2-40B4-BE49-F238E27FC236}">
                  <a16:creationId xmlns:a16="http://schemas.microsoft.com/office/drawing/2014/main" id="{DCE5780B-020E-0B37-7434-ACF4312F05F5}"/>
                </a:ext>
              </a:extLst>
            </p:cNvPr>
            <p:cNvSpPr/>
            <p:nvPr/>
          </p:nvSpPr>
          <p:spPr>
            <a:xfrm>
              <a:off x="-33645475" y="3228075"/>
              <a:ext cx="206375" cy="153600"/>
            </a:xfrm>
            <a:custGeom>
              <a:avLst/>
              <a:gdLst/>
              <a:ahLst/>
              <a:cxnLst/>
              <a:rect l="l" t="t" r="r" b="b"/>
              <a:pathLst>
                <a:path w="8255" h="6144" extrusionOk="0">
                  <a:moveTo>
                    <a:pt x="4191" y="0"/>
                  </a:moveTo>
                  <a:cubicBezTo>
                    <a:pt x="2300" y="0"/>
                    <a:pt x="757" y="1544"/>
                    <a:pt x="757" y="3434"/>
                  </a:cubicBezTo>
                  <a:lnTo>
                    <a:pt x="757" y="3529"/>
                  </a:lnTo>
                  <a:cubicBezTo>
                    <a:pt x="347" y="3686"/>
                    <a:pt x="95" y="4033"/>
                    <a:pt x="95" y="4474"/>
                  </a:cubicBezTo>
                  <a:lnTo>
                    <a:pt x="95" y="5135"/>
                  </a:lnTo>
                  <a:cubicBezTo>
                    <a:pt x="1" y="5671"/>
                    <a:pt x="473" y="6143"/>
                    <a:pt x="1009" y="6143"/>
                  </a:cubicBezTo>
                  <a:cubicBezTo>
                    <a:pt x="1135" y="6143"/>
                    <a:pt x="1261" y="6112"/>
                    <a:pt x="1387" y="6080"/>
                  </a:cubicBezTo>
                  <a:lnTo>
                    <a:pt x="1387" y="3403"/>
                  </a:lnTo>
                  <a:cubicBezTo>
                    <a:pt x="1387" y="1890"/>
                    <a:pt x="2647" y="630"/>
                    <a:pt x="4128" y="630"/>
                  </a:cubicBezTo>
                  <a:cubicBezTo>
                    <a:pt x="5640" y="630"/>
                    <a:pt x="6900" y="1890"/>
                    <a:pt x="6900" y="3403"/>
                  </a:cubicBezTo>
                  <a:lnTo>
                    <a:pt x="6900" y="6080"/>
                  </a:lnTo>
                  <a:cubicBezTo>
                    <a:pt x="6995" y="6112"/>
                    <a:pt x="7121" y="6143"/>
                    <a:pt x="7247" y="6143"/>
                  </a:cubicBezTo>
                  <a:cubicBezTo>
                    <a:pt x="7782" y="6143"/>
                    <a:pt x="8255" y="5671"/>
                    <a:pt x="8255" y="5135"/>
                  </a:cubicBezTo>
                  <a:lnTo>
                    <a:pt x="8255" y="4474"/>
                  </a:lnTo>
                  <a:cubicBezTo>
                    <a:pt x="8255" y="4033"/>
                    <a:pt x="8003" y="3623"/>
                    <a:pt x="7593" y="3529"/>
                  </a:cubicBezTo>
                  <a:lnTo>
                    <a:pt x="7593" y="3434"/>
                  </a:lnTo>
                  <a:cubicBezTo>
                    <a:pt x="7593" y="1544"/>
                    <a:pt x="6050" y="0"/>
                    <a:pt x="41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10905;p87">
              <a:extLst>
                <a:ext uri="{FF2B5EF4-FFF2-40B4-BE49-F238E27FC236}">
                  <a16:creationId xmlns:a16="http://schemas.microsoft.com/office/drawing/2014/main" id="{7C1BCB30-5060-7AD0-21F9-53C4813B530E}"/>
                </a:ext>
              </a:extLst>
            </p:cNvPr>
            <p:cNvSpPr/>
            <p:nvPr/>
          </p:nvSpPr>
          <p:spPr>
            <a:xfrm>
              <a:off x="-33593500" y="3279250"/>
              <a:ext cx="104775" cy="52275"/>
            </a:xfrm>
            <a:custGeom>
              <a:avLst/>
              <a:gdLst/>
              <a:ahLst/>
              <a:cxnLst/>
              <a:rect l="l" t="t" r="r" b="b"/>
              <a:pathLst>
                <a:path w="4191" h="2091" extrusionOk="0">
                  <a:moveTo>
                    <a:pt x="1734" y="1"/>
                  </a:moveTo>
                  <a:cubicBezTo>
                    <a:pt x="789" y="1"/>
                    <a:pt x="1" y="757"/>
                    <a:pt x="1" y="1702"/>
                  </a:cubicBezTo>
                  <a:lnTo>
                    <a:pt x="1" y="2049"/>
                  </a:lnTo>
                  <a:lnTo>
                    <a:pt x="1230" y="2049"/>
                  </a:lnTo>
                  <a:cubicBezTo>
                    <a:pt x="1545" y="2049"/>
                    <a:pt x="1891" y="2049"/>
                    <a:pt x="2017" y="1986"/>
                  </a:cubicBezTo>
                  <a:cubicBezTo>
                    <a:pt x="2049" y="1954"/>
                    <a:pt x="2080" y="1828"/>
                    <a:pt x="2080" y="1734"/>
                  </a:cubicBezTo>
                  <a:cubicBezTo>
                    <a:pt x="2080" y="1545"/>
                    <a:pt x="2238" y="1387"/>
                    <a:pt x="2458" y="1387"/>
                  </a:cubicBezTo>
                  <a:cubicBezTo>
                    <a:pt x="2647" y="1387"/>
                    <a:pt x="2805" y="1545"/>
                    <a:pt x="2805" y="1734"/>
                  </a:cubicBezTo>
                  <a:cubicBezTo>
                    <a:pt x="2805" y="1828"/>
                    <a:pt x="2805" y="1954"/>
                    <a:pt x="2868" y="1986"/>
                  </a:cubicBezTo>
                  <a:cubicBezTo>
                    <a:pt x="2942" y="2059"/>
                    <a:pt x="3091" y="2090"/>
                    <a:pt x="3266" y="2090"/>
                  </a:cubicBezTo>
                  <a:cubicBezTo>
                    <a:pt x="3389" y="2090"/>
                    <a:pt x="3525" y="2075"/>
                    <a:pt x="3656" y="2049"/>
                  </a:cubicBezTo>
                  <a:lnTo>
                    <a:pt x="4191" y="2049"/>
                  </a:lnTo>
                  <a:lnTo>
                    <a:pt x="4191" y="1702"/>
                  </a:lnTo>
                  <a:lnTo>
                    <a:pt x="4128" y="1702"/>
                  </a:lnTo>
                  <a:cubicBezTo>
                    <a:pt x="4128" y="757"/>
                    <a:pt x="3340" y="1"/>
                    <a:pt x="239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10906;p87">
              <a:extLst>
                <a:ext uri="{FF2B5EF4-FFF2-40B4-BE49-F238E27FC236}">
                  <a16:creationId xmlns:a16="http://schemas.microsoft.com/office/drawing/2014/main" id="{03C118F4-9662-8DC2-B99C-96889F7CF57E}"/>
                </a:ext>
              </a:extLst>
            </p:cNvPr>
            <p:cNvSpPr/>
            <p:nvPr/>
          </p:nvSpPr>
          <p:spPr>
            <a:xfrm>
              <a:off x="-33593500" y="3341475"/>
              <a:ext cx="104775" cy="74075"/>
            </a:xfrm>
            <a:custGeom>
              <a:avLst/>
              <a:gdLst/>
              <a:ahLst/>
              <a:cxnLst/>
              <a:rect l="l" t="t" r="r" b="b"/>
              <a:pathLst>
                <a:path w="4191" h="2963" extrusionOk="0">
                  <a:moveTo>
                    <a:pt x="2395" y="1"/>
                  </a:moveTo>
                  <a:cubicBezTo>
                    <a:pt x="2080" y="253"/>
                    <a:pt x="1671" y="253"/>
                    <a:pt x="1230" y="253"/>
                  </a:cubicBezTo>
                  <a:lnTo>
                    <a:pt x="1" y="253"/>
                  </a:lnTo>
                  <a:lnTo>
                    <a:pt x="1" y="914"/>
                  </a:lnTo>
                  <a:cubicBezTo>
                    <a:pt x="1" y="2049"/>
                    <a:pt x="946" y="2962"/>
                    <a:pt x="2112" y="2962"/>
                  </a:cubicBezTo>
                  <a:cubicBezTo>
                    <a:pt x="3246" y="2962"/>
                    <a:pt x="4191" y="2049"/>
                    <a:pt x="4191" y="914"/>
                  </a:cubicBezTo>
                  <a:lnTo>
                    <a:pt x="4191" y="253"/>
                  </a:lnTo>
                  <a:lnTo>
                    <a:pt x="3466" y="253"/>
                  </a:lnTo>
                  <a:cubicBezTo>
                    <a:pt x="3088" y="253"/>
                    <a:pt x="2679" y="190"/>
                    <a:pt x="239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10907;p87">
              <a:extLst>
                <a:ext uri="{FF2B5EF4-FFF2-40B4-BE49-F238E27FC236}">
                  <a16:creationId xmlns:a16="http://schemas.microsoft.com/office/drawing/2014/main" id="{2B0A96C3-1ED8-A155-A0B1-624B1999D18A}"/>
                </a:ext>
              </a:extLst>
            </p:cNvPr>
            <p:cNvSpPr/>
            <p:nvPr/>
          </p:nvSpPr>
          <p:spPr>
            <a:xfrm>
              <a:off x="-33455650" y="3381650"/>
              <a:ext cx="104775" cy="52250"/>
            </a:xfrm>
            <a:custGeom>
              <a:avLst/>
              <a:gdLst/>
              <a:ahLst/>
              <a:cxnLst/>
              <a:rect l="l" t="t" r="r" b="b"/>
              <a:pathLst>
                <a:path w="4191" h="2090" extrusionOk="0">
                  <a:moveTo>
                    <a:pt x="1702" y="0"/>
                  </a:moveTo>
                  <a:cubicBezTo>
                    <a:pt x="756" y="0"/>
                    <a:pt x="0" y="757"/>
                    <a:pt x="0" y="1702"/>
                  </a:cubicBezTo>
                  <a:lnTo>
                    <a:pt x="0" y="2048"/>
                  </a:lnTo>
                  <a:lnTo>
                    <a:pt x="1229" y="2048"/>
                  </a:lnTo>
                  <a:cubicBezTo>
                    <a:pt x="1544" y="2048"/>
                    <a:pt x="1891" y="2048"/>
                    <a:pt x="2017" y="1985"/>
                  </a:cubicBezTo>
                  <a:cubicBezTo>
                    <a:pt x="2048" y="1954"/>
                    <a:pt x="2080" y="1828"/>
                    <a:pt x="2080" y="1733"/>
                  </a:cubicBezTo>
                  <a:cubicBezTo>
                    <a:pt x="2080" y="1544"/>
                    <a:pt x="2237" y="1387"/>
                    <a:pt x="2458" y="1387"/>
                  </a:cubicBezTo>
                  <a:cubicBezTo>
                    <a:pt x="2647" y="1387"/>
                    <a:pt x="2804" y="1544"/>
                    <a:pt x="2804" y="1733"/>
                  </a:cubicBezTo>
                  <a:cubicBezTo>
                    <a:pt x="2804" y="1828"/>
                    <a:pt x="2804" y="1954"/>
                    <a:pt x="2867" y="1985"/>
                  </a:cubicBezTo>
                  <a:cubicBezTo>
                    <a:pt x="2941" y="2059"/>
                    <a:pt x="3091" y="2090"/>
                    <a:pt x="3265" y="2090"/>
                  </a:cubicBezTo>
                  <a:cubicBezTo>
                    <a:pt x="3388" y="2090"/>
                    <a:pt x="3524" y="2074"/>
                    <a:pt x="3655" y="2048"/>
                  </a:cubicBezTo>
                  <a:lnTo>
                    <a:pt x="4190" y="2048"/>
                  </a:lnTo>
                  <a:lnTo>
                    <a:pt x="4190" y="1702"/>
                  </a:lnTo>
                  <a:cubicBezTo>
                    <a:pt x="4096" y="757"/>
                    <a:pt x="3308" y="0"/>
                    <a:pt x="23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10908;p87">
              <a:extLst>
                <a:ext uri="{FF2B5EF4-FFF2-40B4-BE49-F238E27FC236}">
                  <a16:creationId xmlns:a16="http://schemas.microsoft.com/office/drawing/2014/main" id="{5EEEB84C-E6F7-19DE-2766-246F16098252}"/>
                </a:ext>
              </a:extLst>
            </p:cNvPr>
            <p:cNvSpPr/>
            <p:nvPr/>
          </p:nvSpPr>
          <p:spPr>
            <a:xfrm>
              <a:off x="-33456450" y="3443875"/>
              <a:ext cx="102425" cy="74850"/>
            </a:xfrm>
            <a:custGeom>
              <a:avLst/>
              <a:gdLst/>
              <a:ahLst/>
              <a:cxnLst/>
              <a:rect l="l" t="t" r="r" b="b"/>
              <a:pathLst>
                <a:path w="4097" h="2994" extrusionOk="0">
                  <a:moveTo>
                    <a:pt x="2395" y="0"/>
                  </a:moveTo>
                  <a:cubicBezTo>
                    <a:pt x="2080" y="252"/>
                    <a:pt x="1639" y="252"/>
                    <a:pt x="1230" y="252"/>
                  </a:cubicBezTo>
                  <a:lnTo>
                    <a:pt x="1" y="252"/>
                  </a:lnTo>
                  <a:lnTo>
                    <a:pt x="1" y="914"/>
                  </a:lnTo>
                  <a:cubicBezTo>
                    <a:pt x="1" y="2048"/>
                    <a:pt x="914" y="2993"/>
                    <a:pt x="2049" y="2993"/>
                  </a:cubicBezTo>
                  <a:cubicBezTo>
                    <a:pt x="3183" y="2993"/>
                    <a:pt x="4096" y="2048"/>
                    <a:pt x="4096" y="914"/>
                  </a:cubicBezTo>
                  <a:lnTo>
                    <a:pt x="4096" y="252"/>
                  </a:lnTo>
                  <a:lnTo>
                    <a:pt x="3435" y="252"/>
                  </a:lnTo>
                  <a:cubicBezTo>
                    <a:pt x="3025" y="252"/>
                    <a:pt x="2679" y="189"/>
                    <a:pt x="239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1" name="Google Shape;12545;p90">
            <a:extLst>
              <a:ext uri="{FF2B5EF4-FFF2-40B4-BE49-F238E27FC236}">
                <a16:creationId xmlns:a16="http://schemas.microsoft.com/office/drawing/2014/main" id="{72A3C997-31F4-14B2-293F-8A5689D8EFD1}"/>
              </a:ext>
            </a:extLst>
          </p:cNvPr>
          <p:cNvGrpSpPr/>
          <p:nvPr/>
        </p:nvGrpSpPr>
        <p:grpSpPr>
          <a:xfrm>
            <a:off x="868829" y="2633331"/>
            <a:ext cx="420271" cy="320774"/>
            <a:chOff x="-1951475" y="3273100"/>
            <a:chExt cx="291875" cy="222775"/>
          </a:xfrm>
          <a:solidFill>
            <a:schemeClr val="accent2"/>
          </a:solidFill>
        </p:grpSpPr>
        <p:sp>
          <p:nvSpPr>
            <p:cNvPr id="62" name="Google Shape;12546;p90">
              <a:extLst>
                <a:ext uri="{FF2B5EF4-FFF2-40B4-BE49-F238E27FC236}">
                  <a16:creationId xmlns:a16="http://schemas.microsoft.com/office/drawing/2014/main" id="{E61602CE-69E2-2D4F-932F-5001828FF3DA}"/>
                </a:ext>
              </a:extLst>
            </p:cNvPr>
            <p:cNvSpPr/>
            <p:nvPr/>
          </p:nvSpPr>
          <p:spPr>
            <a:xfrm>
              <a:off x="-1951475" y="3325050"/>
              <a:ext cx="51225" cy="119250"/>
            </a:xfrm>
            <a:custGeom>
              <a:avLst/>
              <a:gdLst/>
              <a:ahLst/>
              <a:cxnLst/>
              <a:rect l="l" t="t" r="r" b="b"/>
              <a:pathLst>
                <a:path w="2049" h="4770" extrusionOk="0">
                  <a:moveTo>
                    <a:pt x="1033" y="0"/>
                  </a:moveTo>
                  <a:cubicBezTo>
                    <a:pt x="518" y="0"/>
                    <a:pt x="0" y="339"/>
                    <a:pt x="0" y="1004"/>
                  </a:cubicBezTo>
                  <a:lnTo>
                    <a:pt x="0" y="3777"/>
                  </a:lnTo>
                  <a:cubicBezTo>
                    <a:pt x="0" y="4438"/>
                    <a:pt x="512" y="4769"/>
                    <a:pt x="1024" y="4769"/>
                  </a:cubicBezTo>
                  <a:cubicBezTo>
                    <a:pt x="1536" y="4769"/>
                    <a:pt x="2048" y="4438"/>
                    <a:pt x="2048" y="3777"/>
                  </a:cubicBezTo>
                  <a:lnTo>
                    <a:pt x="2048" y="1004"/>
                  </a:lnTo>
                  <a:cubicBezTo>
                    <a:pt x="2048" y="331"/>
                    <a:pt x="1542" y="0"/>
                    <a:pt x="103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12547;p90">
              <a:extLst>
                <a:ext uri="{FF2B5EF4-FFF2-40B4-BE49-F238E27FC236}">
                  <a16:creationId xmlns:a16="http://schemas.microsoft.com/office/drawing/2014/main" id="{DD97506D-04D1-EFAA-F30E-4E0A3094A13A}"/>
                </a:ext>
              </a:extLst>
            </p:cNvPr>
            <p:cNvSpPr/>
            <p:nvPr/>
          </p:nvSpPr>
          <p:spPr>
            <a:xfrm>
              <a:off x="-1711250" y="3273100"/>
              <a:ext cx="51650" cy="221725"/>
            </a:xfrm>
            <a:custGeom>
              <a:avLst/>
              <a:gdLst/>
              <a:ahLst/>
              <a:cxnLst/>
              <a:rect l="l" t="t" r="r" b="b"/>
              <a:pathLst>
                <a:path w="2066" h="8869" extrusionOk="0">
                  <a:moveTo>
                    <a:pt x="1027" y="0"/>
                  </a:moveTo>
                  <a:cubicBezTo>
                    <a:pt x="608" y="0"/>
                    <a:pt x="186" y="229"/>
                    <a:pt x="32" y="719"/>
                  </a:cubicBezTo>
                  <a:cubicBezTo>
                    <a:pt x="0" y="814"/>
                    <a:pt x="0" y="940"/>
                    <a:pt x="0" y="1003"/>
                  </a:cubicBezTo>
                  <a:lnTo>
                    <a:pt x="0" y="7871"/>
                  </a:lnTo>
                  <a:cubicBezTo>
                    <a:pt x="0" y="7934"/>
                    <a:pt x="0" y="8060"/>
                    <a:pt x="32" y="8123"/>
                  </a:cubicBezTo>
                  <a:cubicBezTo>
                    <a:pt x="173" y="8632"/>
                    <a:pt x="594" y="8869"/>
                    <a:pt x="1015" y="8869"/>
                  </a:cubicBezTo>
                  <a:cubicBezTo>
                    <a:pt x="1532" y="8869"/>
                    <a:pt x="2048" y="8513"/>
                    <a:pt x="2048" y="7871"/>
                  </a:cubicBezTo>
                  <a:lnTo>
                    <a:pt x="2048" y="1003"/>
                  </a:lnTo>
                  <a:cubicBezTo>
                    <a:pt x="2066" y="356"/>
                    <a:pt x="1549" y="0"/>
                    <a:pt x="102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4" name="Google Shape;12548;p90">
              <a:extLst>
                <a:ext uri="{FF2B5EF4-FFF2-40B4-BE49-F238E27FC236}">
                  <a16:creationId xmlns:a16="http://schemas.microsoft.com/office/drawing/2014/main" id="{EB626922-38FD-D4AF-35B8-28E1D1AC29AC}"/>
                </a:ext>
              </a:extLst>
            </p:cNvPr>
            <p:cNvSpPr/>
            <p:nvPr/>
          </p:nvSpPr>
          <p:spPr>
            <a:xfrm>
              <a:off x="-1886900" y="3296575"/>
              <a:ext cx="156775" cy="199300"/>
            </a:xfrm>
            <a:custGeom>
              <a:avLst/>
              <a:gdLst/>
              <a:ahLst/>
              <a:cxnLst/>
              <a:rect l="l" t="t" r="r" b="b"/>
              <a:pathLst>
                <a:path w="6271" h="7972" extrusionOk="0">
                  <a:moveTo>
                    <a:pt x="851" y="5672"/>
                  </a:moveTo>
                  <a:lnTo>
                    <a:pt x="3466" y="6333"/>
                  </a:lnTo>
                  <a:cubicBezTo>
                    <a:pt x="3277" y="6869"/>
                    <a:pt x="2773" y="7279"/>
                    <a:pt x="2174" y="7279"/>
                  </a:cubicBezTo>
                  <a:cubicBezTo>
                    <a:pt x="1418" y="7279"/>
                    <a:pt x="788" y="6648"/>
                    <a:pt x="788" y="5892"/>
                  </a:cubicBezTo>
                  <a:cubicBezTo>
                    <a:pt x="851" y="5798"/>
                    <a:pt x="851" y="5735"/>
                    <a:pt x="851" y="5672"/>
                  </a:cubicBezTo>
                  <a:close/>
                  <a:moveTo>
                    <a:pt x="6270" y="1"/>
                  </a:moveTo>
                  <a:lnTo>
                    <a:pt x="1" y="1576"/>
                  </a:lnTo>
                  <a:cubicBezTo>
                    <a:pt x="95" y="1734"/>
                    <a:pt x="127" y="1923"/>
                    <a:pt x="127" y="2143"/>
                  </a:cubicBezTo>
                  <a:lnTo>
                    <a:pt x="127" y="4916"/>
                  </a:lnTo>
                  <a:cubicBezTo>
                    <a:pt x="127" y="5105"/>
                    <a:pt x="95" y="5294"/>
                    <a:pt x="1" y="5514"/>
                  </a:cubicBezTo>
                  <a:lnTo>
                    <a:pt x="158" y="5546"/>
                  </a:lnTo>
                  <a:cubicBezTo>
                    <a:pt x="127" y="5672"/>
                    <a:pt x="127" y="5829"/>
                    <a:pt x="127" y="5924"/>
                  </a:cubicBezTo>
                  <a:cubicBezTo>
                    <a:pt x="127" y="7090"/>
                    <a:pt x="1040" y="7972"/>
                    <a:pt x="2174" y="7972"/>
                  </a:cubicBezTo>
                  <a:cubicBezTo>
                    <a:pt x="3120" y="7972"/>
                    <a:pt x="3907" y="7405"/>
                    <a:pt x="4159" y="6522"/>
                  </a:cubicBezTo>
                  <a:lnTo>
                    <a:pt x="6270" y="7090"/>
                  </a:lnTo>
                  <a:lnTo>
                    <a:pt x="6270" y="5672"/>
                  </a:lnTo>
                  <a:lnTo>
                    <a:pt x="6270" y="2238"/>
                  </a:lnTo>
                  <a:lnTo>
                    <a:pt x="627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85" name="Google Shape;11877;p88">
            <a:extLst>
              <a:ext uri="{FF2B5EF4-FFF2-40B4-BE49-F238E27FC236}">
                <a16:creationId xmlns:a16="http://schemas.microsoft.com/office/drawing/2014/main" id="{1649C13E-74E0-CB0E-CD0A-06FEEE6A4D37}"/>
              </a:ext>
            </a:extLst>
          </p:cNvPr>
          <p:cNvGrpSpPr/>
          <p:nvPr/>
        </p:nvGrpSpPr>
        <p:grpSpPr>
          <a:xfrm>
            <a:off x="898877" y="3156147"/>
            <a:ext cx="360175" cy="358423"/>
            <a:chOff x="-9961625" y="4048175"/>
            <a:chExt cx="357600" cy="355825"/>
          </a:xfrm>
          <a:solidFill>
            <a:schemeClr val="accent2"/>
          </a:solidFill>
        </p:grpSpPr>
        <p:sp>
          <p:nvSpPr>
            <p:cNvPr id="3586" name="Google Shape;11878;p88">
              <a:extLst>
                <a:ext uri="{FF2B5EF4-FFF2-40B4-BE49-F238E27FC236}">
                  <a16:creationId xmlns:a16="http://schemas.microsoft.com/office/drawing/2014/main" id="{D5C37488-2F7A-855C-89C8-ED628D6006EC}"/>
                </a:ext>
              </a:extLst>
            </p:cNvPr>
            <p:cNvSpPr/>
            <p:nvPr/>
          </p:nvSpPr>
          <p:spPr>
            <a:xfrm>
              <a:off x="-9958475" y="4048175"/>
              <a:ext cx="64625" cy="62650"/>
            </a:xfrm>
            <a:custGeom>
              <a:avLst/>
              <a:gdLst/>
              <a:ahLst/>
              <a:cxnLst/>
              <a:rect l="l" t="t" r="r" b="b"/>
              <a:pathLst>
                <a:path w="2585" h="2506" extrusionOk="0">
                  <a:moveTo>
                    <a:pt x="442" y="0"/>
                  </a:moveTo>
                  <a:cubicBezTo>
                    <a:pt x="339" y="0"/>
                    <a:pt x="237" y="40"/>
                    <a:pt x="158" y="119"/>
                  </a:cubicBezTo>
                  <a:cubicBezTo>
                    <a:pt x="1" y="339"/>
                    <a:pt x="1" y="560"/>
                    <a:pt x="158" y="717"/>
                  </a:cubicBezTo>
                  <a:lnTo>
                    <a:pt x="1828" y="2387"/>
                  </a:lnTo>
                  <a:cubicBezTo>
                    <a:pt x="1923" y="2466"/>
                    <a:pt x="2033" y="2505"/>
                    <a:pt x="2139" y="2505"/>
                  </a:cubicBezTo>
                  <a:cubicBezTo>
                    <a:pt x="2246" y="2505"/>
                    <a:pt x="2348" y="2466"/>
                    <a:pt x="2427" y="2387"/>
                  </a:cubicBezTo>
                  <a:cubicBezTo>
                    <a:pt x="2584" y="2229"/>
                    <a:pt x="2584" y="1946"/>
                    <a:pt x="2427" y="1788"/>
                  </a:cubicBezTo>
                  <a:lnTo>
                    <a:pt x="725" y="119"/>
                  </a:lnTo>
                  <a:cubicBezTo>
                    <a:pt x="647" y="40"/>
                    <a:pt x="544" y="0"/>
                    <a:pt x="44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7" name="Google Shape;11879;p88">
              <a:extLst>
                <a:ext uri="{FF2B5EF4-FFF2-40B4-BE49-F238E27FC236}">
                  <a16:creationId xmlns:a16="http://schemas.microsoft.com/office/drawing/2014/main" id="{D3CA34E5-E612-D9BB-DE6D-02DCE9CEB04A}"/>
                </a:ext>
              </a:extLst>
            </p:cNvPr>
            <p:cNvSpPr/>
            <p:nvPr/>
          </p:nvSpPr>
          <p:spPr>
            <a:xfrm>
              <a:off x="-9873400" y="4048775"/>
              <a:ext cx="21275" cy="63025"/>
            </a:xfrm>
            <a:custGeom>
              <a:avLst/>
              <a:gdLst/>
              <a:ahLst/>
              <a:cxnLst/>
              <a:rect l="l" t="t" r="r" b="b"/>
              <a:pathLst>
                <a:path w="851" h="2521" extrusionOk="0">
                  <a:moveTo>
                    <a:pt x="410" y="0"/>
                  </a:moveTo>
                  <a:cubicBezTo>
                    <a:pt x="189" y="0"/>
                    <a:pt x="0" y="189"/>
                    <a:pt x="0" y="410"/>
                  </a:cubicBezTo>
                  <a:lnTo>
                    <a:pt x="0" y="2079"/>
                  </a:lnTo>
                  <a:cubicBezTo>
                    <a:pt x="0" y="2300"/>
                    <a:pt x="221" y="2520"/>
                    <a:pt x="410" y="2520"/>
                  </a:cubicBezTo>
                  <a:cubicBezTo>
                    <a:pt x="630" y="2520"/>
                    <a:pt x="851" y="2300"/>
                    <a:pt x="851" y="2079"/>
                  </a:cubicBezTo>
                  <a:lnTo>
                    <a:pt x="851" y="410"/>
                  </a:lnTo>
                  <a:cubicBezTo>
                    <a:pt x="851" y="189"/>
                    <a:pt x="630" y="0"/>
                    <a:pt x="4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8" name="Google Shape;11880;p88">
              <a:extLst>
                <a:ext uri="{FF2B5EF4-FFF2-40B4-BE49-F238E27FC236}">
                  <a16:creationId xmlns:a16="http://schemas.microsoft.com/office/drawing/2014/main" id="{CADC8E4D-58FE-C20F-0CEA-71FAFF2D064C}"/>
                </a:ext>
              </a:extLst>
            </p:cNvPr>
            <p:cNvSpPr/>
            <p:nvPr/>
          </p:nvSpPr>
          <p:spPr>
            <a:xfrm>
              <a:off x="-9957675" y="4133050"/>
              <a:ext cx="63025" cy="19700"/>
            </a:xfrm>
            <a:custGeom>
              <a:avLst/>
              <a:gdLst/>
              <a:ahLst/>
              <a:cxnLst/>
              <a:rect l="l" t="t" r="r" b="b"/>
              <a:pathLst>
                <a:path w="2521" h="788" extrusionOk="0">
                  <a:moveTo>
                    <a:pt x="441" y="0"/>
                  </a:moveTo>
                  <a:cubicBezTo>
                    <a:pt x="189" y="0"/>
                    <a:pt x="0" y="189"/>
                    <a:pt x="0" y="410"/>
                  </a:cubicBezTo>
                  <a:cubicBezTo>
                    <a:pt x="0" y="599"/>
                    <a:pt x="189" y="788"/>
                    <a:pt x="441" y="788"/>
                  </a:cubicBezTo>
                  <a:lnTo>
                    <a:pt x="2111" y="788"/>
                  </a:lnTo>
                  <a:cubicBezTo>
                    <a:pt x="2363" y="788"/>
                    <a:pt x="2521" y="599"/>
                    <a:pt x="2521" y="410"/>
                  </a:cubicBezTo>
                  <a:cubicBezTo>
                    <a:pt x="2521" y="158"/>
                    <a:pt x="2332" y="0"/>
                    <a:pt x="211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9" name="Google Shape;11881;p88">
              <a:extLst>
                <a:ext uri="{FF2B5EF4-FFF2-40B4-BE49-F238E27FC236}">
                  <a16:creationId xmlns:a16="http://schemas.microsoft.com/office/drawing/2014/main" id="{5C3FDC36-0521-76A0-9DC2-4DF79172114F}"/>
                </a:ext>
              </a:extLst>
            </p:cNvPr>
            <p:cNvSpPr/>
            <p:nvPr/>
          </p:nvSpPr>
          <p:spPr>
            <a:xfrm>
              <a:off x="-9961625" y="4132250"/>
              <a:ext cx="253650" cy="271750"/>
            </a:xfrm>
            <a:custGeom>
              <a:avLst/>
              <a:gdLst/>
              <a:ahLst/>
              <a:cxnLst/>
              <a:rect l="l" t="t" r="r" b="b"/>
              <a:pathLst>
                <a:path w="10146" h="10870" extrusionOk="0">
                  <a:moveTo>
                    <a:pt x="5357" y="1"/>
                  </a:moveTo>
                  <a:cubicBezTo>
                    <a:pt x="5010" y="1"/>
                    <a:pt x="4727" y="253"/>
                    <a:pt x="4727" y="631"/>
                  </a:cubicBezTo>
                  <a:lnTo>
                    <a:pt x="4727" y="5388"/>
                  </a:lnTo>
                  <a:cubicBezTo>
                    <a:pt x="4727" y="5640"/>
                    <a:pt x="4537" y="5797"/>
                    <a:pt x="4317" y="5797"/>
                  </a:cubicBezTo>
                  <a:cubicBezTo>
                    <a:pt x="4128" y="5797"/>
                    <a:pt x="3907" y="5577"/>
                    <a:pt x="3907" y="5388"/>
                  </a:cubicBezTo>
                  <a:lnTo>
                    <a:pt x="3907" y="1450"/>
                  </a:lnTo>
                  <a:cubicBezTo>
                    <a:pt x="3907" y="1103"/>
                    <a:pt x="3624" y="820"/>
                    <a:pt x="3277" y="820"/>
                  </a:cubicBezTo>
                  <a:cubicBezTo>
                    <a:pt x="2931" y="820"/>
                    <a:pt x="2647" y="1103"/>
                    <a:pt x="2647" y="1450"/>
                  </a:cubicBezTo>
                  <a:lnTo>
                    <a:pt x="2647" y="7940"/>
                  </a:lnTo>
                  <a:lnTo>
                    <a:pt x="1576" y="6900"/>
                  </a:lnTo>
                  <a:cubicBezTo>
                    <a:pt x="1416" y="6740"/>
                    <a:pt x="1176" y="6640"/>
                    <a:pt x="935" y="6640"/>
                  </a:cubicBezTo>
                  <a:cubicBezTo>
                    <a:pt x="748" y="6640"/>
                    <a:pt x="561" y="6700"/>
                    <a:pt x="410" y="6837"/>
                  </a:cubicBezTo>
                  <a:cubicBezTo>
                    <a:pt x="95" y="7121"/>
                    <a:pt x="1" y="7625"/>
                    <a:pt x="284" y="7971"/>
                  </a:cubicBezTo>
                  <a:lnTo>
                    <a:pt x="1734" y="10208"/>
                  </a:lnTo>
                  <a:cubicBezTo>
                    <a:pt x="2049" y="10618"/>
                    <a:pt x="2521" y="10870"/>
                    <a:pt x="3088" y="10870"/>
                  </a:cubicBezTo>
                  <a:lnTo>
                    <a:pt x="8035" y="10870"/>
                  </a:lnTo>
                  <a:cubicBezTo>
                    <a:pt x="9169" y="10870"/>
                    <a:pt x="10114" y="9925"/>
                    <a:pt x="10114" y="8759"/>
                  </a:cubicBezTo>
                  <a:lnTo>
                    <a:pt x="10114" y="4002"/>
                  </a:lnTo>
                  <a:cubicBezTo>
                    <a:pt x="10145" y="3592"/>
                    <a:pt x="9893" y="3309"/>
                    <a:pt x="9515" y="3309"/>
                  </a:cubicBezTo>
                  <a:cubicBezTo>
                    <a:pt x="9169" y="3309"/>
                    <a:pt x="8885" y="3592"/>
                    <a:pt x="8885" y="3939"/>
                  </a:cubicBezTo>
                  <a:lnTo>
                    <a:pt x="8885" y="5388"/>
                  </a:lnTo>
                  <a:cubicBezTo>
                    <a:pt x="8885" y="5640"/>
                    <a:pt x="8696" y="5797"/>
                    <a:pt x="8507" y="5797"/>
                  </a:cubicBezTo>
                  <a:cubicBezTo>
                    <a:pt x="8255" y="5797"/>
                    <a:pt x="8066" y="5577"/>
                    <a:pt x="8066" y="5388"/>
                  </a:cubicBezTo>
                  <a:lnTo>
                    <a:pt x="8066" y="1450"/>
                  </a:lnTo>
                  <a:cubicBezTo>
                    <a:pt x="8066" y="1103"/>
                    <a:pt x="7782" y="820"/>
                    <a:pt x="7436" y="820"/>
                  </a:cubicBezTo>
                  <a:cubicBezTo>
                    <a:pt x="7089" y="820"/>
                    <a:pt x="6806" y="1103"/>
                    <a:pt x="6806" y="1450"/>
                  </a:cubicBezTo>
                  <a:lnTo>
                    <a:pt x="6806" y="5388"/>
                  </a:lnTo>
                  <a:cubicBezTo>
                    <a:pt x="6806" y="5640"/>
                    <a:pt x="6617" y="5797"/>
                    <a:pt x="6428" y="5797"/>
                  </a:cubicBezTo>
                  <a:cubicBezTo>
                    <a:pt x="6176" y="5797"/>
                    <a:pt x="5987" y="5577"/>
                    <a:pt x="5987" y="5388"/>
                  </a:cubicBezTo>
                  <a:lnTo>
                    <a:pt x="5987" y="631"/>
                  </a:lnTo>
                  <a:cubicBezTo>
                    <a:pt x="5987" y="284"/>
                    <a:pt x="5703" y="1"/>
                    <a:pt x="53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0" name="Google Shape;11882;p88">
              <a:extLst>
                <a:ext uri="{FF2B5EF4-FFF2-40B4-BE49-F238E27FC236}">
                  <a16:creationId xmlns:a16="http://schemas.microsoft.com/office/drawing/2014/main" id="{E511E8DF-32D8-6DE7-F856-42B39AB89115}"/>
                </a:ext>
              </a:extLst>
            </p:cNvPr>
            <p:cNvSpPr/>
            <p:nvPr/>
          </p:nvSpPr>
          <p:spPr>
            <a:xfrm>
              <a:off x="-9791500" y="4069250"/>
              <a:ext cx="31550" cy="66175"/>
            </a:xfrm>
            <a:custGeom>
              <a:avLst/>
              <a:gdLst/>
              <a:ahLst/>
              <a:cxnLst/>
              <a:rect l="l" t="t" r="r" b="b"/>
              <a:pathLst>
                <a:path w="1262" h="2647" extrusionOk="0">
                  <a:moveTo>
                    <a:pt x="631" y="0"/>
                  </a:moveTo>
                  <a:cubicBezTo>
                    <a:pt x="284" y="0"/>
                    <a:pt x="1" y="252"/>
                    <a:pt x="1" y="630"/>
                  </a:cubicBezTo>
                  <a:lnTo>
                    <a:pt x="1" y="2647"/>
                  </a:lnTo>
                  <a:cubicBezTo>
                    <a:pt x="190" y="2552"/>
                    <a:pt x="410" y="2489"/>
                    <a:pt x="631" y="2489"/>
                  </a:cubicBezTo>
                  <a:cubicBezTo>
                    <a:pt x="883" y="2521"/>
                    <a:pt x="1072" y="2552"/>
                    <a:pt x="1261" y="2647"/>
                  </a:cubicBezTo>
                  <a:lnTo>
                    <a:pt x="1261" y="630"/>
                  </a:lnTo>
                  <a:cubicBezTo>
                    <a:pt x="1261" y="284"/>
                    <a:pt x="977" y="0"/>
                    <a:pt x="63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1" name="Google Shape;11883;p88">
              <a:extLst>
                <a:ext uri="{FF2B5EF4-FFF2-40B4-BE49-F238E27FC236}">
                  <a16:creationId xmlns:a16="http://schemas.microsoft.com/office/drawing/2014/main" id="{1D321C08-B2D7-ED71-A58F-C16F2B5AFE5E}"/>
                </a:ext>
              </a:extLst>
            </p:cNvPr>
            <p:cNvSpPr/>
            <p:nvPr/>
          </p:nvSpPr>
          <p:spPr>
            <a:xfrm>
              <a:off x="-9740300" y="4049550"/>
              <a:ext cx="136275" cy="268600"/>
            </a:xfrm>
            <a:custGeom>
              <a:avLst/>
              <a:gdLst/>
              <a:ahLst/>
              <a:cxnLst/>
              <a:rect l="l" t="t" r="r" b="b"/>
              <a:pathLst>
                <a:path w="5451" h="10744" extrusionOk="0">
                  <a:moveTo>
                    <a:pt x="631" y="1"/>
                  </a:moveTo>
                  <a:cubicBezTo>
                    <a:pt x="284" y="1"/>
                    <a:pt x="1" y="253"/>
                    <a:pt x="1" y="631"/>
                  </a:cubicBezTo>
                  <a:lnTo>
                    <a:pt x="1" y="5955"/>
                  </a:lnTo>
                  <a:cubicBezTo>
                    <a:pt x="190" y="5860"/>
                    <a:pt x="410" y="5797"/>
                    <a:pt x="631" y="5797"/>
                  </a:cubicBezTo>
                  <a:cubicBezTo>
                    <a:pt x="1418" y="5797"/>
                    <a:pt x="2080" y="6428"/>
                    <a:pt x="2080" y="7247"/>
                  </a:cubicBezTo>
                  <a:lnTo>
                    <a:pt x="2080" y="10744"/>
                  </a:lnTo>
                  <a:lnTo>
                    <a:pt x="3309" y="10744"/>
                  </a:lnTo>
                  <a:cubicBezTo>
                    <a:pt x="4443" y="10744"/>
                    <a:pt x="5388" y="9799"/>
                    <a:pt x="5388" y="8664"/>
                  </a:cubicBezTo>
                  <a:lnTo>
                    <a:pt x="5388" y="3876"/>
                  </a:lnTo>
                  <a:cubicBezTo>
                    <a:pt x="5451" y="3592"/>
                    <a:pt x="5167" y="3309"/>
                    <a:pt x="4821" y="3309"/>
                  </a:cubicBezTo>
                  <a:cubicBezTo>
                    <a:pt x="4443" y="3309"/>
                    <a:pt x="4191" y="3592"/>
                    <a:pt x="4191" y="3939"/>
                  </a:cubicBezTo>
                  <a:lnTo>
                    <a:pt x="4191" y="5388"/>
                  </a:lnTo>
                  <a:cubicBezTo>
                    <a:pt x="4191" y="5640"/>
                    <a:pt x="3970" y="5797"/>
                    <a:pt x="3781" y="5797"/>
                  </a:cubicBezTo>
                  <a:cubicBezTo>
                    <a:pt x="3561" y="5797"/>
                    <a:pt x="3340" y="5577"/>
                    <a:pt x="3340" y="5388"/>
                  </a:cubicBezTo>
                  <a:lnTo>
                    <a:pt x="3340" y="1450"/>
                  </a:lnTo>
                  <a:cubicBezTo>
                    <a:pt x="3340" y="1103"/>
                    <a:pt x="3088" y="820"/>
                    <a:pt x="2710" y="820"/>
                  </a:cubicBezTo>
                  <a:cubicBezTo>
                    <a:pt x="2364" y="820"/>
                    <a:pt x="2080" y="1103"/>
                    <a:pt x="2080" y="1450"/>
                  </a:cubicBezTo>
                  <a:lnTo>
                    <a:pt x="2080" y="5388"/>
                  </a:lnTo>
                  <a:cubicBezTo>
                    <a:pt x="2080" y="5640"/>
                    <a:pt x="1891" y="5797"/>
                    <a:pt x="1702" y="5797"/>
                  </a:cubicBezTo>
                  <a:cubicBezTo>
                    <a:pt x="1450" y="5797"/>
                    <a:pt x="1261" y="5577"/>
                    <a:pt x="1261" y="5388"/>
                  </a:cubicBezTo>
                  <a:lnTo>
                    <a:pt x="1261" y="631"/>
                  </a:lnTo>
                  <a:cubicBezTo>
                    <a:pt x="1261" y="284"/>
                    <a:pt x="977" y="1"/>
                    <a:pt x="6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92" name="Google Shape;10880;p87">
            <a:extLst>
              <a:ext uri="{FF2B5EF4-FFF2-40B4-BE49-F238E27FC236}">
                <a16:creationId xmlns:a16="http://schemas.microsoft.com/office/drawing/2014/main" id="{E36BD76E-DE6B-1509-BFEC-5E161BB7B1F1}"/>
              </a:ext>
            </a:extLst>
          </p:cNvPr>
          <p:cNvGrpSpPr/>
          <p:nvPr/>
        </p:nvGrpSpPr>
        <p:grpSpPr>
          <a:xfrm>
            <a:off x="902142" y="3716613"/>
            <a:ext cx="353645" cy="353645"/>
            <a:chOff x="-35481425" y="3202075"/>
            <a:chExt cx="291450" cy="291450"/>
          </a:xfrm>
          <a:solidFill>
            <a:schemeClr val="accent2"/>
          </a:solidFill>
        </p:grpSpPr>
        <p:sp>
          <p:nvSpPr>
            <p:cNvPr id="3593" name="Google Shape;10881;p87">
              <a:extLst>
                <a:ext uri="{FF2B5EF4-FFF2-40B4-BE49-F238E27FC236}">
                  <a16:creationId xmlns:a16="http://schemas.microsoft.com/office/drawing/2014/main" id="{203AD6EB-EC18-7650-0E8A-96A6108AA816}"/>
                </a:ext>
              </a:extLst>
            </p:cNvPr>
            <p:cNvSpPr/>
            <p:nvPr/>
          </p:nvSpPr>
          <p:spPr>
            <a:xfrm>
              <a:off x="-35414475" y="3304600"/>
              <a:ext cx="154400" cy="85975"/>
            </a:xfrm>
            <a:custGeom>
              <a:avLst/>
              <a:gdLst/>
              <a:ahLst/>
              <a:cxnLst/>
              <a:rect l="l" t="t" r="r" b="b"/>
              <a:pathLst>
                <a:path w="6176" h="3439" extrusionOk="0">
                  <a:moveTo>
                    <a:pt x="4433" y="0"/>
                  </a:moveTo>
                  <a:cubicBezTo>
                    <a:pt x="4393" y="0"/>
                    <a:pt x="4354" y="8"/>
                    <a:pt x="4317" y="26"/>
                  </a:cubicBezTo>
                  <a:cubicBezTo>
                    <a:pt x="4191" y="58"/>
                    <a:pt x="4128" y="216"/>
                    <a:pt x="4128" y="342"/>
                  </a:cubicBezTo>
                  <a:lnTo>
                    <a:pt x="4128" y="1003"/>
                  </a:lnTo>
                  <a:lnTo>
                    <a:pt x="2048" y="1003"/>
                  </a:lnTo>
                  <a:lnTo>
                    <a:pt x="2048" y="342"/>
                  </a:lnTo>
                  <a:cubicBezTo>
                    <a:pt x="2048" y="184"/>
                    <a:pt x="1954" y="58"/>
                    <a:pt x="1828" y="26"/>
                  </a:cubicBezTo>
                  <a:cubicBezTo>
                    <a:pt x="1793" y="15"/>
                    <a:pt x="1750" y="8"/>
                    <a:pt x="1705" y="8"/>
                  </a:cubicBezTo>
                  <a:cubicBezTo>
                    <a:pt x="1626" y="8"/>
                    <a:pt x="1541" y="30"/>
                    <a:pt x="1481" y="89"/>
                  </a:cubicBezTo>
                  <a:lnTo>
                    <a:pt x="95" y="1476"/>
                  </a:lnTo>
                  <a:cubicBezTo>
                    <a:pt x="0" y="1602"/>
                    <a:pt x="0" y="1822"/>
                    <a:pt x="95" y="1948"/>
                  </a:cubicBezTo>
                  <a:lnTo>
                    <a:pt x="1481" y="3334"/>
                  </a:lnTo>
                  <a:cubicBezTo>
                    <a:pt x="1548" y="3379"/>
                    <a:pt x="1646" y="3424"/>
                    <a:pt x="1732" y="3424"/>
                  </a:cubicBezTo>
                  <a:cubicBezTo>
                    <a:pt x="1767" y="3424"/>
                    <a:pt x="1800" y="3416"/>
                    <a:pt x="1828" y="3398"/>
                  </a:cubicBezTo>
                  <a:cubicBezTo>
                    <a:pt x="1954" y="3366"/>
                    <a:pt x="2048" y="3208"/>
                    <a:pt x="2048" y="3082"/>
                  </a:cubicBezTo>
                  <a:lnTo>
                    <a:pt x="2048" y="2421"/>
                  </a:lnTo>
                  <a:lnTo>
                    <a:pt x="4128" y="2421"/>
                  </a:lnTo>
                  <a:lnTo>
                    <a:pt x="4128" y="3082"/>
                  </a:lnTo>
                  <a:cubicBezTo>
                    <a:pt x="4128" y="3240"/>
                    <a:pt x="4191" y="3366"/>
                    <a:pt x="4317" y="3398"/>
                  </a:cubicBezTo>
                  <a:cubicBezTo>
                    <a:pt x="4369" y="3424"/>
                    <a:pt x="4426" y="3439"/>
                    <a:pt x="4483" y="3439"/>
                  </a:cubicBezTo>
                  <a:cubicBezTo>
                    <a:pt x="4562" y="3439"/>
                    <a:pt x="4639" y="3408"/>
                    <a:pt x="4695" y="3334"/>
                  </a:cubicBezTo>
                  <a:lnTo>
                    <a:pt x="6049" y="1948"/>
                  </a:lnTo>
                  <a:cubicBezTo>
                    <a:pt x="6175" y="1822"/>
                    <a:pt x="6175" y="1602"/>
                    <a:pt x="6049" y="1476"/>
                  </a:cubicBezTo>
                  <a:lnTo>
                    <a:pt x="4695" y="89"/>
                  </a:lnTo>
                  <a:cubicBezTo>
                    <a:pt x="4628" y="45"/>
                    <a:pt x="4530" y="0"/>
                    <a:pt x="443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4" name="Google Shape;10882;p87">
              <a:extLst>
                <a:ext uri="{FF2B5EF4-FFF2-40B4-BE49-F238E27FC236}">
                  <a16:creationId xmlns:a16="http://schemas.microsoft.com/office/drawing/2014/main" id="{5CB48BFB-B851-B4B6-9D7E-06DEC73792F1}"/>
                </a:ext>
              </a:extLst>
            </p:cNvPr>
            <p:cNvSpPr/>
            <p:nvPr/>
          </p:nvSpPr>
          <p:spPr>
            <a:xfrm>
              <a:off x="-35413700" y="3202075"/>
              <a:ext cx="34700" cy="103200"/>
            </a:xfrm>
            <a:custGeom>
              <a:avLst/>
              <a:gdLst/>
              <a:ahLst/>
              <a:cxnLst/>
              <a:rect l="l" t="t" r="r" b="b"/>
              <a:pathLst>
                <a:path w="1388" h="4128" extrusionOk="0">
                  <a:moveTo>
                    <a:pt x="1" y="0"/>
                  </a:moveTo>
                  <a:lnTo>
                    <a:pt x="1" y="4127"/>
                  </a:lnTo>
                  <a:lnTo>
                    <a:pt x="348" y="4127"/>
                  </a:lnTo>
                  <a:cubicBezTo>
                    <a:pt x="915" y="4127"/>
                    <a:pt x="1387" y="3655"/>
                    <a:pt x="1387" y="3088"/>
                  </a:cubicBezTo>
                  <a:lnTo>
                    <a:pt x="1387" y="1009"/>
                  </a:lnTo>
                  <a:cubicBezTo>
                    <a:pt x="1387" y="473"/>
                    <a:pt x="915" y="0"/>
                    <a:pt x="34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5" name="Google Shape;10883;p87">
              <a:extLst>
                <a:ext uri="{FF2B5EF4-FFF2-40B4-BE49-F238E27FC236}">
                  <a16:creationId xmlns:a16="http://schemas.microsoft.com/office/drawing/2014/main" id="{E4F22840-E19B-6843-4B6F-B656624254F7}"/>
                </a:ext>
              </a:extLst>
            </p:cNvPr>
            <p:cNvSpPr/>
            <p:nvPr/>
          </p:nvSpPr>
          <p:spPr>
            <a:xfrm>
              <a:off x="-35413700" y="3389525"/>
              <a:ext cx="34700" cy="103250"/>
            </a:xfrm>
            <a:custGeom>
              <a:avLst/>
              <a:gdLst/>
              <a:ahLst/>
              <a:cxnLst/>
              <a:rect l="l" t="t" r="r" b="b"/>
              <a:pathLst>
                <a:path w="1388" h="4130" extrusionOk="0">
                  <a:moveTo>
                    <a:pt x="1" y="1"/>
                  </a:moveTo>
                  <a:lnTo>
                    <a:pt x="1" y="4128"/>
                  </a:lnTo>
                  <a:lnTo>
                    <a:pt x="348" y="4128"/>
                  </a:lnTo>
                  <a:cubicBezTo>
                    <a:pt x="367" y="4129"/>
                    <a:pt x="386" y="4129"/>
                    <a:pt x="405" y="4129"/>
                  </a:cubicBezTo>
                  <a:cubicBezTo>
                    <a:pt x="946" y="4129"/>
                    <a:pt x="1387" y="3698"/>
                    <a:pt x="1387" y="3119"/>
                  </a:cubicBezTo>
                  <a:lnTo>
                    <a:pt x="1387" y="1040"/>
                  </a:lnTo>
                  <a:cubicBezTo>
                    <a:pt x="1387" y="473"/>
                    <a:pt x="915" y="1"/>
                    <a:pt x="34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7" name="Google Shape;10884;p87">
              <a:extLst>
                <a:ext uri="{FF2B5EF4-FFF2-40B4-BE49-F238E27FC236}">
                  <a16:creationId xmlns:a16="http://schemas.microsoft.com/office/drawing/2014/main" id="{966F453A-E204-2E31-8385-D8F9AB16FFAF}"/>
                </a:ext>
              </a:extLst>
            </p:cNvPr>
            <p:cNvSpPr/>
            <p:nvPr/>
          </p:nvSpPr>
          <p:spPr>
            <a:xfrm>
              <a:off x="-35292400" y="3202075"/>
              <a:ext cx="33900" cy="103200"/>
            </a:xfrm>
            <a:custGeom>
              <a:avLst/>
              <a:gdLst/>
              <a:ahLst/>
              <a:cxnLst/>
              <a:rect l="l" t="t" r="r" b="b"/>
              <a:pathLst>
                <a:path w="1356" h="4128" extrusionOk="0">
                  <a:moveTo>
                    <a:pt x="1009" y="0"/>
                  </a:moveTo>
                  <a:cubicBezTo>
                    <a:pt x="473" y="0"/>
                    <a:pt x="1" y="473"/>
                    <a:pt x="1" y="1009"/>
                  </a:cubicBezTo>
                  <a:lnTo>
                    <a:pt x="1" y="3088"/>
                  </a:lnTo>
                  <a:cubicBezTo>
                    <a:pt x="1" y="3655"/>
                    <a:pt x="410" y="4127"/>
                    <a:pt x="1009" y="4127"/>
                  </a:cubicBezTo>
                  <a:lnTo>
                    <a:pt x="1355" y="4127"/>
                  </a:lnTo>
                  <a:lnTo>
                    <a:pt x="135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9" name="Google Shape;10885;p87">
              <a:extLst>
                <a:ext uri="{FF2B5EF4-FFF2-40B4-BE49-F238E27FC236}">
                  <a16:creationId xmlns:a16="http://schemas.microsoft.com/office/drawing/2014/main" id="{8D7E779E-A819-9D73-2F81-357DAD9224FD}"/>
                </a:ext>
              </a:extLst>
            </p:cNvPr>
            <p:cNvSpPr/>
            <p:nvPr/>
          </p:nvSpPr>
          <p:spPr>
            <a:xfrm>
              <a:off x="-35241200" y="3202850"/>
              <a:ext cx="51225" cy="290675"/>
            </a:xfrm>
            <a:custGeom>
              <a:avLst/>
              <a:gdLst/>
              <a:ahLst/>
              <a:cxnLst/>
              <a:rect l="l" t="t" r="r" b="b"/>
              <a:pathLst>
                <a:path w="2049" h="11627" extrusionOk="0">
                  <a:moveTo>
                    <a:pt x="1" y="1"/>
                  </a:moveTo>
                  <a:lnTo>
                    <a:pt x="1" y="11626"/>
                  </a:lnTo>
                  <a:cubicBezTo>
                    <a:pt x="1135" y="11469"/>
                    <a:pt x="2048" y="10460"/>
                    <a:pt x="2048" y="9263"/>
                  </a:cubicBezTo>
                  <a:lnTo>
                    <a:pt x="2048" y="2395"/>
                  </a:lnTo>
                  <a:cubicBezTo>
                    <a:pt x="2048" y="1167"/>
                    <a:pt x="1135" y="158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0" name="Google Shape;10886;p87">
              <a:extLst>
                <a:ext uri="{FF2B5EF4-FFF2-40B4-BE49-F238E27FC236}">
                  <a16:creationId xmlns:a16="http://schemas.microsoft.com/office/drawing/2014/main" id="{4303B508-C7A3-D1E4-BC20-B44F15E4041F}"/>
                </a:ext>
              </a:extLst>
            </p:cNvPr>
            <p:cNvSpPr/>
            <p:nvPr/>
          </p:nvSpPr>
          <p:spPr>
            <a:xfrm>
              <a:off x="-35292400" y="3389525"/>
              <a:ext cx="33900" cy="104000"/>
            </a:xfrm>
            <a:custGeom>
              <a:avLst/>
              <a:gdLst/>
              <a:ahLst/>
              <a:cxnLst/>
              <a:rect l="l" t="t" r="r" b="b"/>
              <a:pathLst>
                <a:path w="1356" h="4160" extrusionOk="0">
                  <a:moveTo>
                    <a:pt x="1009" y="1"/>
                  </a:moveTo>
                  <a:cubicBezTo>
                    <a:pt x="473" y="1"/>
                    <a:pt x="1" y="473"/>
                    <a:pt x="1" y="1040"/>
                  </a:cubicBezTo>
                  <a:lnTo>
                    <a:pt x="1" y="3119"/>
                  </a:lnTo>
                  <a:cubicBezTo>
                    <a:pt x="1" y="3718"/>
                    <a:pt x="410" y="4159"/>
                    <a:pt x="1009" y="4159"/>
                  </a:cubicBezTo>
                  <a:lnTo>
                    <a:pt x="1355" y="4159"/>
                  </a:lnTo>
                  <a:lnTo>
                    <a:pt x="135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2" name="Google Shape;10887;p87">
              <a:extLst>
                <a:ext uri="{FF2B5EF4-FFF2-40B4-BE49-F238E27FC236}">
                  <a16:creationId xmlns:a16="http://schemas.microsoft.com/office/drawing/2014/main" id="{7943EFC8-224B-2E6F-964E-9666788EB327}"/>
                </a:ext>
              </a:extLst>
            </p:cNvPr>
            <p:cNvSpPr/>
            <p:nvPr/>
          </p:nvSpPr>
          <p:spPr>
            <a:xfrm>
              <a:off x="-35481425" y="3202075"/>
              <a:ext cx="51225" cy="289875"/>
            </a:xfrm>
            <a:custGeom>
              <a:avLst/>
              <a:gdLst/>
              <a:ahLst/>
              <a:cxnLst/>
              <a:rect l="l" t="t" r="r" b="b"/>
              <a:pathLst>
                <a:path w="2049" h="11595" extrusionOk="0">
                  <a:moveTo>
                    <a:pt x="2048" y="0"/>
                  </a:moveTo>
                  <a:cubicBezTo>
                    <a:pt x="883" y="158"/>
                    <a:pt x="1" y="1166"/>
                    <a:pt x="1" y="2363"/>
                  </a:cubicBezTo>
                  <a:lnTo>
                    <a:pt x="1" y="9200"/>
                  </a:lnTo>
                  <a:cubicBezTo>
                    <a:pt x="1" y="10460"/>
                    <a:pt x="851" y="11437"/>
                    <a:pt x="2048" y="11594"/>
                  </a:cubicBezTo>
                  <a:lnTo>
                    <a:pt x="204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605" name="Picture 32" descr="2,800+ Ignorance Icon Stock Illustrations, Royalty-Free Vector Graphics &amp;  Clip Art - iStock">
            <a:extLst>
              <a:ext uri="{FF2B5EF4-FFF2-40B4-BE49-F238E27FC236}">
                <a16:creationId xmlns:a16="http://schemas.microsoft.com/office/drawing/2014/main" id="{0785B686-6CA7-6F5F-A833-3242335CB2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5249" y="1394400"/>
            <a:ext cx="2049899" cy="2049899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511104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500" fill="hold"/>
                                        <p:tgtEl>
                                          <p:spTgt spid="35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500" fill="hold"/>
                                        <p:tgtEl>
                                          <p:spTgt spid="35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0" fill="hold"/>
                                        <p:tgtEl>
                                          <p:spTgt spid="35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500" fill="hold"/>
                                        <p:tgtEl>
                                          <p:spTgt spid="35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  <p:bldP spid="16" grpId="0"/>
      <p:bldP spid="17" grpId="0"/>
      <p:bldP spid="1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95">
          <a:extLst>
            <a:ext uri="{FF2B5EF4-FFF2-40B4-BE49-F238E27FC236}">
              <a16:creationId xmlns:a16="http://schemas.microsoft.com/office/drawing/2014/main" id="{41A6BFD7-BA6C-00E9-654C-BB257BC02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6" name="Google Shape;3596;p52">
            <a:extLst>
              <a:ext uri="{FF2B5EF4-FFF2-40B4-BE49-F238E27FC236}">
                <a16:creationId xmlns:a16="http://schemas.microsoft.com/office/drawing/2014/main" id="{6EA469E9-1DBA-106F-8005-7DFA858FA38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US" dirty="0">
                <a:solidFill>
                  <a:schemeClr val="accent2"/>
                </a:solidFill>
              </a:rPr>
              <a:t>The Pain Points &amp; </a:t>
            </a:r>
            <a:r>
              <a:rPr lang="en-US" dirty="0">
                <a:solidFill>
                  <a:schemeClr val="bg1"/>
                </a:solidFill>
              </a:rPr>
              <a:t>Our Solution</a:t>
            </a:r>
            <a:endParaRPr dirty="0">
              <a:solidFill>
                <a:schemeClr val="accent2"/>
              </a:solidFill>
            </a:endParaRPr>
          </a:p>
        </p:txBody>
      </p:sp>
      <p:grpSp>
        <p:nvGrpSpPr>
          <p:cNvPr id="3637" name="Google Shape;3637;p52">
            <a:extLst>
              <a:ext uri="{FF2B5EF4-FFF2-40B4-BE49-F238E27FC236}">
                <a16:creationId xmlns:a16="http://schemas.microsoft.com/office/drawing/2014/main" id="{CD98B491-891D-7AAD-767A-6A9C0E1FB792}"/>
              </a:ext>
            </a:extLst>
          </p:cNvPr>
          <p:cNvGrpSpPr/>
          <p:nvPr/>
        </p:nvGrpSpPr>
        <p:grpSpPr>
          <a:xfrm rot="5400000">
            <a:off x="8227473" y="2334240"/>
            <a:ext cx="883262" cy="242091"/>
            <a:chOff x="2300350" y="2601250"/>
            <a:chExt cx="2275275" cy="623625"/>
          </a:xfrm>
        </p:grpSpPr>
        <p:sp>
          <p:nvSpPr>
            <p:cNvPr id="3638" name="Google Shape;3638;p52">
              <a:extLst>
                <a:ext uri="{FF2B5EF4-FFF2-40B4-BE49-F238E27FC236}">
                  <a16:creationId xmlns:a16="http://schemas.microsoft.com/office/drawing/2014/main" id="{942D36CC-F0BF-47E7-4137-EEDB1EE61D92}"/>
                </a:ext>
              </a:extLst>
            </p:cNvPr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9" name="Google Shape;3639;p52">
              <a:extLst>
                <a:ext uri="{FF2B5EF4-FFF2-40B4-BE49-F238E27FC236}">
                  <a16:creationId xmlns:a16="http://schemas.microsoft.com/office/drawing/2014/main" id="{D7A60935-4492-9CDA-F51D-923F44D3CA32}"/>
                </a:ext>
              </a:extLst>
            </p:cNvPr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0" name="Google Shape;3640;p52">
              <a:extLst>
                <a:ext uri="{FF2B5EF4-FFF2-40B4-BE49-F238E27FC236}">
                  <a16:creationId xmlns:a16="http://schemas.microsoft.com/office/drawing/2014/main" id="{07B3A4D4-8C0E-64F4-41CD-C720CC344096}"/>
                </a:ext>
              </a:extLst>
            </p:cNvPr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1" name="Google Shape;3641;p52">
              <a:extLst>
                <a:ext uri="{FF2B5EF4-FFF2-40B4-BE49-F238E27FC236}">
                  <a16:creationId xmlns:a16="http://schemas.microsoft.com/office/drawing/2014/main" id="{12292FB6-672F-C43F-11DB-928B21682BC0}"/>
                </a:ext>
              </a:extLst>
            </p:cNvPr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2" name="Google Shape;3642;p52">
              <a:extLst>
                <a:ext uri="{FF2B5EF4-FFF2-40B4-BE49-F238E27FC236}">
                  <a16:creationId xmlns:a16="http://schemas.microsoft.com/office/drawing/2014/main" id="{A0698B59-A057-AB53-8A08-5C7B63AB90F2}"/>
                </a:ext>
              </a:extLst>
            </p:cNvPr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3" name="Google Shape;3643;p52">
              <a:extLst>
                <a:ext uri="{FF2B5EF4-FFF2-40B4-BE49-F238E27FC236}">
                  <a16:creationId xmlns:a16="http://schemas.microsoft.com/office/drawing/2014/main" id="{D4F7458A-8A0C-6BB1-8B05-91065D89D957}"/>
                </a:ext>
              </a:extLst>
            </p:cNvPr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E0229AA8-E65A-B119-9772-E8053DCD3D0F}"/>
              </a:ext>
            </a:extLst>
          </p:cNvPr>
          <p:cNvGrpSpPr/>
          <p:nvPr/>
        </p:nvGrpSpPr>
        <p:grpSpPr>
          <a:xfrm>
            <a:off x="5822543" y="1953003"/>
            <a:ext cx="1474971" cy="1429263"/>
            <a:chOff x="4927778" y="2405397"/>
            <a:chExt cx="1910587" cy="1958675"/>
          </a:xfrm>
        </p:grpSpPr>
        <p:pic>
          <p:nvPicPr>
            <p:cNvPr id="1026" name="Picture 2" descr="Bangladesh map">
              <a:extLst>
                <a:ext uri="{FF2B5EF4-FFF2-40B4-BE49-F238E27FC236}">
                  <a16:creationId xmlns:a16="http://schemas.microsoft.com/office/drawing/2014/main" id="{7D6FBF18-572C-45D4-3315-35C9336F421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27778" y="2453485"/>
              <a:ext cx="1910587" cy="191058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0" name="Picture 6" descr="Block - Free shapes and symbols icons">
              <a:extLst>
                <a:ext uri="{FF2B5EF4-FFF2-40B4-BE49-F238E27FC236}">
                  <a16:creationId xmlns:a16="http://schemas.microsoft.com/office/drawing/2014/main" id="{A60B0AED-D6D1-555A-9825-DA6E4CF87D8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97863" y="2405397"/>
              <a:ext cx="917619" cy="91761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032" name="Picture 8" descr="Foodpanda Logo &amp; Brand Assets (SVG, PNG and vector) - Brandfetch">
            <a:extLst>
              <a:ext uri="{FF2B5EF4-FFF2-40B4-BE49-F238E27FC236}">
                <a16:creationId xmlns:a16="http://schemas.microsoft.com/office/drawing/2014/main" id="{D6D0252B-4284-952C-C9BB-8B42660650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5592" y="2291666"/>
            <a:ext cx="768873" cy="75193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034" name="Picture 10" descr="Arogga - আরোগ্য | Dhaka">
            <a:extLst>
              <a:ext uri="{FF2B5EF4-FFF2-40B4-BE49-F238E27FC236}">
                <a16:creationId xmlns:a16="http://schemas.microsoft.com/office/drawing/2014/main" id="{8B4287F6-8F2C-099B-4C00-D30A8D21AC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5124" y="2292730"/>
            <a:ext cx="749808" cy="74980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036" name="Picture 12" descr="No photo description available.">
            <a:extLst>
              <a:ext uri="{FF2B5EF4-FFF2-40B4-BE49-F238E27FC236}">
                <a16:creationId xmlns:a16="http://schemas.microsoft.com/office/drawing/2014/main" id="{93120A82-E69E-BD82-5982-9A54464572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5124" y="2292730"/>
            <a:ext cx="749808" cy="74980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038" name="Picture 14" descr="DOCTIME | Online Doctor Consultation &amp; Telehealth in BD">
            <a:extLst>
              <a:ext uri="{FF2B5EF4-FFF2-40B4-BE49-F238E27FC236}">
                <a16:creationId xmlns:a16="http://schemas.microsoft.com/office/drawing/2014/main" id="{FFA09A2B-3607-75FF-B3C2-6DA6F163D9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3232" y="2292730"/>
            <a:ext cx="2793593" cy="74980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048" name="Picture 24" descr="Shastho AI Office Photos | Glassdoor">
            <a:extLst>
              <a:ext uri="{FF2B5EF4-FFF2-40B4-BE49-F238E27FC236}">
                <a16:creationId xmlns:a16="http://schemas.microsoft.com/office/drawing/2014/main" id="{07BA1676-59AE-C949-4822-BCB2577E6E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5124" y="2292730"/>
            <a:ext cx="749808" cy="74980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050" name="Picture 26" descr="LifePlus Bangladesh - Apps on Google Play">
            <a:extLst>
              <a:ext uri="{FF2B5EF4-FFF2-40B4-BE49-F238E27FC236}">
                <a16:creationId xmlns:a16="http://schemas.microsoft.com/office/drawing/2014/main" id="{E1632352-687F-0489-120E-4BBF978413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5124" y="2292730"/>
            <a:ext cx="749808" cy="74980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052" name="Picture 28" descr="Songjog Caregiver Center | লিংকডইন">
            <a:extLst>
              <a:ext uri="{FF2B5EF4-FFF2-40B4-BE49-F238E27FC236}">
                <a16:creationId xmlns:a16="http://schemas.microsoft.com/office/drawing/2014/main" id="{B3210E61-74F7-05B9-3493-DBC68711E3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5124" y="2292730"/>
            <a:ext cx="749808" cy="74980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054" name="Picture 30" descr="Confused Family: Over 2,808 Royalty-Free Licensable Stock Illustrations &amp;  Drawings | Shutterstock">
            <a:extLst>
              <a:ext uri="{FF2B5EF4-FFF2-40B4-BE49-F238E27FC236}">
                <a16:creationId xmlns:a16="http://schemas.microsoft.com/office/drawing/2014/main" id="{24BD253D-4521-7CC1-78F4-821D10AD70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5835" y="2115256"/>
            <a:ext cx="1708386" cy="110475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8" name="Picture 34" descr="Death rate - Free icons">
            <a:extLst>
              <a:ext uri="{FF2B5EF4-FFF2-40B4-BE49-F238E27FC236}">
                <a16:creationId xmlns:a16="http://schemas.microsoft.com/office/drawing/2014/main" id="{F325F860-5CCE-A781-9882-1EB21C7594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8573" y="1606179"/>
            <a:ext cx="2122910" cy="212291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3" name="Google Shape;3598;p52">
            <a:extLst>
              <a:ext uri="{FF2B5EF4-FFF2-40B4-BE49-F238E27FC236}">
                <a16:creationId xmlns:a16="http://schemas.microsoft.com/office/drawing/2014/main" id="{2F248B21-3DFA-D053-250C-CB8C6163CEDC}"/>
              </a:ext>
            </a:extLst>
          </p:cNvPr>
          <p:cNvSpPr txBox="1">
            <a:spLocks/>
          </p:cNvSpPr>
          <p:nvPr/>
        </p:nvSpPr>
        <p:spPr>
          <a:xfrm>
            <a:off x="1220581" y="1506835"/>
            <a:ext cx="2473322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pPr marL="0" indent="0"/>
            <a:r>
              <a:rPr lang="en-US" b="1" dirty="0"/>
              <a:t>9 integrated modules</a:t>
            </a:r>
            <a:r>
              <a:rPr lang="en-US" dirty="0"/>
              <a:t> </a:t>
            </a:r>
          </a:p>
          <a:p>
            <a:pPr marL="0" indent="0"/>
            <a:r>
              <a:rPr lang="en-US" dirty="0"/>
              <a:t>in ONE platform</a:t>
            </a:r>
          </a:p>
        </p:txBody>
      </p:sp>
      <p:sp>
        <p:nvSpPr>
          <p:cNvPr id="14" name="Google Shape;3601;p52">
            <a:extLst>
              <a:ext uri="{FF2B5EF4-FFF2-40B4-BE49-F238E27FC236}">
                <a16:creationId xmlns:a16="http://schemas.microsoft.com/office/drawing/2014/main" id="{A0D81C69-9F1E-5853-B21A-B0D899D25E74}"/>
              </a:ext>
            </a:extLst>
          </p:cNvPr>
          <p:cNvSpPr txBox="1">
            <a:spLocks/>
          </p:cNvSpPr>
          <p:nvPr/>
        </p:nvSpPr>
        <p:spPr>
          <a:xfrm>
            <a:off x="1384142" y="2045881"/>
            <a:ext cx="2146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pPr marL="0" indent="0"/>
            <a:r>
              <a:rPr lang="en-US" b="1" dirty="0"/>
              <a:t>Role System</a:t>
            </a:r>
          </a:p>
        </p:txBody>
      </p:sp>
      <p:sp>
        <p:nvSpPr>
          <p:cNvPr id="15" name="Google Shape;3606;p52">
            <a:extLst>
              <a:ext uri="{FF2B5EF4-FFF2-40B4-BE49-F238E27FC236}">
                <a16:creationId xmlns:a16="http://schemas.microsoft.com/office/drawing/2014/main" id="{52143C37-453F-AF8A-0AB7-2D399B6429B4}"/>
              </a:ext>
            </a:extLst>
          </p:cNvPr>
          <p:cNvSpPr txBox="1">
            <a:spLocks/>
          </p:cNvSpPr>
          <p:nvPr/>
        </p:nvSpPr>
        <p:spPr>
          <a:xfrm>
            <a:off x="1384142" y="2584927"/>
            <a:ext cx="2146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pPr marL="0" indent="0"/>
            <a:r>
              <a:rPr lang="en-US" dirty="0"/>
              <a:t>Bangladesh-first design</a:t>
            </a:r>
          </a:p>
        </p:txBody>
      </p:sp>
      <p:sp>
        <p:nvSpPr>
          <p:cNvPr id="16" name="Google Shape;3606;p52">
            <a:extLst>
              <a:ext uri="{FF2B5EF4-FFF2-40B4-BE49-F238E27FC236}">
                <a16:creationId xmlns:a16="http://schemas.microsoft.com/office/drawing/2014/main" id="{2EFC1157-8E26-60E5-22D1-31DDDA11D9A9}"/>
              </a:ext>
            </a:extLst>
          </p:cNvPr>
          <p:cNvSpPr txBox="1">
            <a:spLocks/>
          </p:cNvSpPr>
          <p:nvPr/>
        </p:nvSpPr>
        <p:spPr>
          <a:xfrm>
            <a:off x="1384142" y="3123973"/>
            <a:ext cx="2146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pPr marL="0" indent="0"/>
            <a:r>
              <a:rPr lang="en-US" b="1" dirty="0"/>
              <a:t>Gamification &amp; rewards</a:t>
            </a:r>
            <a:r>
              <a:rPr lang="en-US" dirty="0"/>
              <a:t> for engagement</a:t>
            </a:r>
          </a:p>
        </p:txBody>
      </p:sp>
      <p:sp>
        <p:nvSpPr>
          <p:cNvPr id="17" name="Google Shape;3606;p52">
            <a:extLst>
              <a:ext uri="{FF2B5EF4-FFF2-40B4-BE49-F238E27FC236}">
                <a16:creationId xmlns:a16="http://schemas.microsoft.com/office/drawing/2014/main" id="{8A30E7C5-FEDD-76E3-A6DD-92BCA460B487}"/>
              </a:ext>
            </a:extLst>
          </p:cNvPr>
          <p:cNvSpPr txBox="1">
            <a:spLocks/>
          </p:cNvSpPr>
          <p:nvPr/>
        </p:nvSpPr>
        <p:spPr>
          <a:xfrm>
            <a:off x="1302362" y="3663019"/>
            <a:ext cx="2309761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pPr marL="0" indent="0"/>
            <a:r>
              <a:rPr lang="en-US" b="1" dirty="0"/>
              <a:t>Cross-module intelligence</a:t>
            </a:r>
            <a:r>
              <a:rPr lang="en-US" dirty="0"/>
              <a:t> (health data → nutrition)</a:t>
            </a:r>
          </a:p>
        </p:txBody>
      </p:sp>
      <p:sp>
        <p:nvSpPr>
          <p:cNvPr id="18" name="Google Shape;3597;p52">
            <a:extLst>
              <a:ext uri="{FF2B5EF4-FFF2-40B4-BE49-F238E27FC236}">
                <a16:creationId xmlns:a16="http://schemas.microsoft.com/office/drawing/2014/main" id="{DD84ECBF-3C99-4F7C-1931-448DC3040934}"/>
              </a:ext>
            </a:extLst>
          </p:cNvPr>
          <p:cNvSpPr txBox="1">
            <a:spLocks/>
          </p:cNvSpPr>
          <p:nvPr/>
        </p:nvSpPr>
        <p:spPr>
          <a:xfrm>
            <a:off x="759581" y="1112100"/>
            <a:ext cx="3369593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1126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Exo"/>
              <a:buNone/>
              <a:defRPr sz="1800" b="1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Exo"/>
              <a:buNone/>
              <a:defRPr sz="20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Exo"/>
              <a:buNone/>
              <a:defRPr sz="20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Exo"/>
              <a:buNone/>
              <a:defRPr sz="20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Exo"/>
              <a:buNone/>
              <a:defRPr sz="20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Exo"/>
              <a:buNone/>
              <a:defRPr sz="20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Exo"/>
              <a:buNone/>
              <a:defRPr sz="20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Exo"/>
              <a:buNone/>
              <a:defRPr sz="20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Exo"/>
              <a:buNone/>
              <a:defRPr sz="20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9pPr>
          </a:lstStyle>
          <a:p>
            <a:r>
              <a:rPr lang="en-US" dirty="0"/>
              <a:t>Our Unified Solution</a:t>
            </a:r>
          </a:p>
        </p:txBody>
      </p:sp>
      <p:grpSp>
        <p:nvGrpSpPr>
          <p:cNvPr id="19" name="Google Shape;10928;p87">
            <a:extLst>
              <a:ext uri="{FF2B5EF4-FFF2-40B4-BE49-F238E27FC236}">
                <a16:creationId xmlns:a16="http://schemas.microsoft.com/office/drawing/2014/main" id="{C4E1531A-42DE-67FF-9243-65AADD5E24C1}"/>
              </a:ext>
            </a:extLst>
          </p:cNvPr>
          <p:cNvGrpSpPr/>
          <p:nvPr/>
        </p:nvGrpSpPr>
        <p:grpSpPr>
          <a:xfrm>
            <a:off x="902142" y="1521015"/>
            <a:ext cx="353645" cy="355557"/>
            <a:chOff x="-31811100" y="3550975"/>
            <a:chExt cx="291450" cy="293025"/>
          </a:xfrm>
          <a:solidFill>
            <a:schemeClr val="accent2"/>
          </a:solidFill>
        </p:grpSpPr>
        <p:sp>
          <p:nvSpPr>
            <p:cNvPr id="20" name="Google Shape;10929;p87">
              <a:extLst>
                <a:ext uri="{FF2B5EF4-FFF2-40B4-BE49-F238E27FC236}">
                  <a16:creationId xmlns:a16="http://schemas.microsoft.com/office/drawing/2014/main" id="{F383468D-33B1-A9FE-8759-C9B716B2008F}"/>
                </a:ext>
              </a:extLst>
            </p:cNvPr>
            <p:cNvSpPr/>
            <p:nvPr/>
          </p:nvSpPr>
          <p:spPr>
            <a:xfrm>
              <a:off x="-31554325" y="3595875"/>
              <a:ext cx="34675" cy="33900"/>
            </a:xfrm>
            <a:custGeom>
              <a:avLst/>
              <a:gdLst/>
              <a:ahLst/>
              <a:cxnLst/>
              <a:rect l="l" t="t" r="r" b="b"/>
              <a:pathLst>
                <a:path w="1387" h="1356" extrusionOk="0">
                  <a:moveTo>
                    <a:pt x="0" y="1"/>
                  </a:moveTo>
                  <a:lnTo>
                    <a:pt x="0" y="1355"/>
                  </a:lnTo>
                  <a:lnTo>
                    <a:pt x="662" y="1355"/>
                  </a:lnTo>
                  <a:cubicBezTo>
                    <a:pt x="1071" y="1355"/>
                    <a:pt x="1324" y="1040"/>
                    <a:pt x="1324" y="694"/>
                  </a:cubicBezTo>
                  <a:cubicBezTo>
                    <a:pt x="1387" y="316"/>
                    <a:pt x="1071" y="1"/>
                    <a:pt x="6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0930;p87">
              <a:extLst>
                <a:ext uri="{FF2B5EF4-FFF2-40B4-BE49-F238E27FC236}">
                  <a16:creationId xmlns:a16="http://schemas.microsoft.com/office/drawing/2014/main" id="{1FD72F26-EA51-7BA7-DB85-48D022EFA510}"/>
                </a:ext>
              </a:extLst>
            </p:cNvPr>
            <p:cNvSpPr/>
            <p:nvPr/>
          </p:nvSpPr>
          <p:spPr>
            <a:xfrm>
              <a:off x="-31659075" y="3628650"/>
              <a:ext cx="139425" cy="71650"/>
            </a:xfrm>
            <a:custGeom>
              <a:avLst/>
              <a:gdLst/>
              <a:ahLst/>
              <a:cxnLst/>
              <a:rect l="l" t="t" r="r" b="b"/>
              <a:pathLst>
                <a:path w="5577" h="2866" extrusionOk="0">
                  <a:moveTo>
                    <a:pt x="1438" y="1"/>
                  </a:moveTo>
                  <a:cubicBezTo>
                    <a:pt x="1338" y="1"/>
                    <a:pt x="1235" y="30"/>
                    <a:pt x="1166" y="76"/>
                  </a:cubicBezTo>
                  <a:lnTo>
                    <a:pt x="126" y="1179"/>
                  </a:lnTo>
                  <a:cubicBezTo>
                    <a:pt x="0" y="1305"/>
                    <a:pt x="0" y="1525"/>
                    <a:pt x="126" y="1651"/>
                  </a:cubicBezTo>
                  <a:lnTo>
                    <a:pt x="1166" y="2754"/>
                  </a:lnTo>
                  <a:cubicBezTo>
                    <a:pt x="1208" y="2838"/>
                    <a:pt x="1292" y="2866"/>
                    <a:pt x="1390" y="2866"/>
                  </a:cubicBezTo>
                  <a:cubicBezTo>
                    <a:pt x="1439" y="2866"/>
                    <a:pt x="1491" y="2859"/>
                    <a:pt x="1544" y="2848"/>
                  </a:cubicBezTo>
                  <a:cubicBezTo>
                    <a:pt x="1670" y="2817"/>
                    <a:pt x="1796" y="2659"/>
                    <a:pt x="1796" y="2533"/>
                  </a:cubicBezTo>
                  <a:lnTo>
                    <a:pt x="1796" y="2124"/>
                  </a:lnTo>
                  <a:lnTo>
                    <a:pt x="4190" y="2124"/>
                  </a:lnTo>
                  <a:cubicBezTo>
                    <a:pt x="4946" y="2124"/>
                    <a:pt x="5577" y="1494"/>
                    <a:pt x="5577" y="769"/>
                  </a:cubicBezTo>
                  <a:lnTo>
                    <a:pt x="5577" y="549"/>
                  </a:lnTo>
                  <a:cubicBezTo>
                    <a:pt x="5356" y="675"/>
                    <a:pt x="5135" y="769"/>
                    <a:pt x="4883" y="769"/>
                  </a:cubicBezTo>
                  <a:cubicBezTo>
                    <a:pt x="3686" y="738"/>
                    <a:pt x="2930" y="738"/>
                    <a:pt x="1796" y="738"/>
                  </a:cubicBezTo>
                  <a:lnTo>
                    <a:pt x="1796" y="328"/>
                  </a:lnTo>
                  <a:cubicBezTo>
                    <a:pt x="1796" y="170"/>
                    <a:pt x="1701" y="44"/>
                    <a:pt x="1544" y="13"/>
                  </a:cubicBezTo>
                  <a:cubicBezTo>
                    <a:pt x="1510" y="5"/>
                    <a:pt x="1474" y="1"/>
                    <a:pt x="143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0931;p87">
              <a:extLst>
                <a:ext uri="{FF2B5EF4-FFF2-40B4-BE49-F238E27FC236}">
                  <a16:creationId xmlns:a16="http://schemas.microsoft.com/office/drawing/2014/main" id="{A79C6CF1-69DB-28CC-E6E0-91B83D893800}"/>
                </a:ext>
              </a:extLst>
            </p:cNvPr>
            <p:cNvSpPr/>
            <p:nvPr/>
          </p:nvSpPr>
          <p:spPr>
            <a:xfrm>
              <a:off x="-31811100" y="3647075"/>
              <a:ext cx="33100" cy="33100"/>
            </a:xfrm>
            <a:custGeom>
              <a:avLst/>
              <a:gdLst/>
              <a:ahLst/>
              <a:cxnLst/>
              <a:rect l="l" t="t" r="r" b="b"/>
              <a:pathLst>
                <a:path w="1324" h="1324" extrusionOk="0">
                  <a:moveTo>
                    <a:pt x="662" y="1"/>
                  </a:moveTo>
                  <a:cubicBezTo>
                    <a:pt x="253" y="1"/>
                    <a:pt x="1" y="316"/>
                    <a:pt x="1" y="662"/>
                  </a:cubicBezTo>
                  <a:cubicBezTo>
                    <a:pt x="1" y="1040"/>
                    <a:pt x="316" y="1324"/>
                    <a:pt x="662" y="1324"/>
                  </a:cubicBezTo>
                  <a:lnTo>
                    <a:pt x="1324" y="1324"/>
                  </a:lnTo>
                  <a:lnTo>
                    <a:pt x="132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0932;p87">
              <a:extLst>
                <a:ext uri="{FF2B5EF4-FFF2-40B4-BE49-F238E27FC236}">
                  <a16:creationId xmlns:a16="http://schemas.microsoft.com/office/drawing/2014/main" id="{7771AAE8-888E-8D82-6168-90935A97BDF5}"/>
                </a:ext>
              </a:extLst>
            </p:cNvPr>
            <p:cNvSpPr/>
            <p:nvPr/>
          </p:nvSpPr>
          <p:spPr>
            <a:xfrm>
              <a:off x="-31811100" y="3678325"/>
              <a:ext cx="138650" cy="72250"/>
            </a:xfrm>
            <a:custGeom>
              <a:avLst/>
              <a:gdLst/>
              <a:ahLst/>
              <a:cxnLst/>
              <a:rect l="l" t="t" r="r" b="b"/>
              <a:pathLst>
                <a:path w="5546" h="2890" extrusionOk="0">
                  <a:moveTo>
                    <a:pt x="4193" y="1"/>
                  </a:moveTo>
                  <a:cubicBezTo>
                    <a:pt x="4132" y="1"/>
                    <a:pt x="4067" y="16"/>
                    <a:pt x="4002" y="42"/>
                  </a:cubicBezTo>
                  <a:cubicBezTo>
                    <a:pt x="3876" y="74"/>
                    <a:pt x="3781" y="231"/>
                    <a:pt x="3781" y="357"/>
                  </a:cubicBezTo>
                  <a:lnTo>
                    <a:pt x="3781" y="735"/>
                  </a:lnTo>
                  <a:lnTo>
                    <a:pt x="662" y="735"/>
                  </a:lnTo>
                  <a:cubicBezTo>
                    <a:pt x="410" y="735"/>
                    <a:pt x="190" y="672"/>
                    <a:pt x="1" y="546"/>
                  </a:cubicBezTo>
                  <a:lnTo>
                    <a:pt x="1" y="767"/>
                  </a:lnTo>
                  <a:cubicBezTo>
                    <a:pt x="1" y="1523"/>
                    <a:pt x="631" y="2153"/>
                    <a:pt x="1355" y="2153"/>
                  </a:cubicBezTo>
                  <a:lnTo>
                    <a:pt x="3781" y="2153"/>
                  </a:lnTo>
                  <a:lnTo>
                    <a:pt x="3781" y="2563"/>
                  </a:lnTo>
                  <a:cubicBezTo>
                    <a:pt x="3781" y="2720"/>
                    <a:pt x="3844" y="2815"/>
                    <a:pt x="4002" y="2878"/>
                  </a:cubicBezTo>
                  <a:cubicBezTo>
                    <a:pt x="4033" y="2886"/>
                    <a:pt x="4067" y="2890"/>
                    <a:pt x="4101" y="2890"/>
                  </a:cubicBezTo>
                  <a:cubicBezTo>
                    <a:pt x="4205" y="2890"/>
                    <a:pt x="4317" y="2854"/>
                    <a:pt x="4411" y="2783"/>
                  </a:cubicBezTo>
                  <a:lnTo>
                    <a:pt x="5420" y="1681"/>
                  </a:lnTo>
                  <a:cubicBezTo>
                    <a:pt x="5546" y="1555"/>
                    <a:pt x="5546" y="1365"/>
                    <a:pt x="5420" y="1208"/>
                  </a:cubicBezTo>
                  <a:lnTo>
                    <a:pt x="4411" y="105"/>
                  </a:lnTo>
                  <a:cubicBezTo>
                    <a:pt x="4356" y="31"/>
                    <a:pt x="4279" y="1"/>
                    <a:pt x="419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0933;p87">
              <a:extLst>
                <a:ext uri="{FF2B5EF4-FFF2-40B4-BE49-F238E27FC236}">
                  <a16:creationId xmlns:a16="http://schemas.microsoft.com/office/drawing/2014/main" id="{AD7AF9D3-3BD7-E4C5-F789-531A921B7C01}"/>
                </a:ext>
              </a:extLst>
            </p:cNvPr>
            <p:cNvSpPr/>
            <p:nvPr/>
          </p:nvSpPr>
          <p:spPr>
            <a:xfrm>
              <a:off x="-31759900" y="3791200"/>
              <a:ext cx="187475" cy="52800"/>
            </a:xfrm>
            <a:custGeom>
              <a:avLst/>
              <a:gdLst/>
              <a:ahLst/>
              <a:cxnLst/>
              <a:rect l="l" t="t" r="r" b="b"/>
              <a:pathLst>
                <a:path w="7499" h="2112" extrusionOk="0">
                  <a:moveTo>
                    <a:pt x="1" y="1"/>
                  </a:moveTo>
                  <a:lnTo>
                    <a:pt x="1" y="1072"/>
                  </a:lnTo>
                  <a:cubicBezTo>
                    <a:pt x="1" y="1639"/>
                    <a:pt x="473" y="2112"/>
                    <a:pt x="1009" y="2112"/>
                  </a:cubicBezTo>
                  <a:lnTo>
                    <a:pt x="6491" y="2112"/>
                  </a:lnTo>
                  <a:cubicBezTo>
                    <a:pt x="7026" y="2112"/>
                    <a:pt x="7499" y="1639"/>
                    <a:pt x="7499" y="1072"/>
                  </a:cubicBezTo>
                  <a:lnTo>
                    <a:pt x="749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10934;p87">
              <a:extLst>
                <a:ext uri="{FF2B5EF4-FFF2-40B4-BE49-F238E27FC236}">
                  <a16:creationId xmlns:a16="http://schemas.microsoft.com/office/drawing/2014/main" id="{B1183C78-66D2-6093-4B3B-8464922D0FBD}"/>
                </a:ext>
              </a:extLst>
            </p:cNvPr>
            <p:cNvSpPr/>
            <p:nvPr/>
          </p:nvSpPr>
          <p:spPr>
            <a:xfrm>
              <a:off x="-31759900" y="3550975"/>
              <a:ext cx="187475" cy="35475"/>
            </a:xfrm>
            <a:custGeom>
              <a:avLst/>
              <a:gdLst/>
              <a:ahLst/>
              <a:cxnLst/>
              <a:rect l="l" t="t" r="r" b="b"/>
              <a:pathLst>
                <a:path w="7499" h="1419" extrusionOk="0">
                  <a:moveTo>
                    <a:pt x="1009" y="1"/>
                  </a:moveTo>
                  <a:cubicBezTo>
                    <a:pt x="473" y="1"/>
                    <a:pt x="1" y="474"/>
                    <a:pt x="1" y="1072"/>
                  </a:cubicBezTo>
                  <a:lnTo>
                    <a:pt x="1" y="1419"/>
                  </a:lnTo>
                  <a:lnTo>
                    <a:pt x="7499" y="1419"/>
                  </a:lnTo>
                  <a:lnTo>
                    <a:pt x="7499" y="1072"/>
                  </a:lnTo>
                  <a:cubicBezTo>
                    <a:pt x="7499" y="537"/>
                    <a:pt x="7026" y="1"/>
                    <a:pt x="649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10935;p87">
              <a:extLst>
                <a:ext uri="{FF2B5EF4-FFF2-40B4-BE49-F238E27FC236}">
                  <a16:creationId xmlns:a16="http://schemas.microsoft.com/office/drawing/2014/main" id="{FAC8C1BE-3D01-CFA3-49D9-54F0307B30B5}"/>
                </a:ext>
              </a:extLst>
            </p:cNvPr>
            <p:cNvSpPr/>
            <p:nvPr/>
          </p:nvSpPr>
          <p:spPr>
            <a:xfrm>
              <a:off x="-31759100" y="3602975"/>
              <a:ext cx="188250" cy="172500"/>
            </a:xfrm>
            <a:custGeom>
              <a:avLst/>
              <a:gdLst/>
              <a:ahLst/>
              <a:cxnLst/>
              <a:rect l="l" t="t" r="r" b="b"/>
              <a:pathLst>
                <a:path w="7530" h="6900" extrusionOk="0">
                  <a:moveTo>
                    <a:pt x="0" y="0"/>
                  </a:moveTo>
                  <a:lnTo>
                    <a:pt x="0" y="3088"/>
                  </a:lnTo>
                  <a:lnTo>
                    <a:pt x="1071" y="3088"/>
                  </a:lnTo>
                  <a:cubicBezTo>
                    <a:pt x="1134" y="2773"/>
                    <a:pt x="1386" y="2552"/>
                    <a:pt x="1701" y="2426"/>
                  </a:cubicBezTo>
                  <a:cubicBezTo>
                    <a:pt x="1822" y="2376"/>
                    <a:pt x="1952" y="2351"/>
                    <a:pt x="2083" y="2351"/>
                  </a:cubicBezTo>
                  <a:cubicBezTo>
                    <a:pt x="2361" y="2351"/>
                    <a:pt x="2642" y="2464"/>
                    <a:pt x="2835" y="2678"/>
                  </a:cubicBezTo>
                  <a:lnTo>
                    <a:pt x="3844" y="3781"/>
                  </a:lnTo>
                  <a:cubicBezTo>
                    <a:pt x="4222" y="4190"/>
                    <a:pt x="4222" y="4789"/>
                    <a:pt x="3844" y="5167"/>
                  </a:cubicBezTo>
                  <a:lnTo>
                    <a:pt x="2835" y="6270"/>
                  </a:lnTo>
                  <a:cubicBezTo>
                    <a:pt x="2635" y="6493"/>
                    <a:pt x="2339" y="6621"/>
                    <a:pt x="2050" y="6621"/>
                  </a:cubicBezTo>
                  <a:cubicBezTo>
                    <a:pt x="1930" y="6621"/>
                    <a:pt x="1812" y="6599"/>
                    <a:pt x="1701" y="6553"/>
                  </a:cubicBezTo>
                  <a:cubicBezTo>
                    <a:pt x="1386" y="6427"/>
                    <a:pt x="1134" y="6144"/>
                    <a:pt x="1071" y="5892"/>
                  </a:cubicBezTo>
                  <a:lnTo>
                    <a:pt x="0" y="5892"/>
                  </a:lnTo>
                  <a:lnTo>
                    <a:pt x="0" y="6900"/>
                  </a:lnTo>
                  <a:lnTo>
                    <a:pt x="7530" y="6900"/>
                  </a:lnTo>
                  <a:lnTo>
                    <a:pt x="7530" y="3844"/>
                  </a:lnTo>
                  <a:lnTo>
                    <a:pt x="6459" y="3844"/>
                  </a:lnTo>
                  <a:cubicBezTo>
                    <a:pt x="6364" y="4159"/>
                    <a:pt x="6143" y="4379"/>
                    <a:pt x="5828" y="4505"/>
                  </a:cubicBezTo>
                  <a:cubicBezTo>
                    <a:pt x="5709" y="4551"/>
                    <a:pt x="5589" y="4573"/>
                    <a:pt x="5472" y="4573"/>
                  </a:cubicBezTo>
                  <a:cubicBezTo>
                    <a:pt x="5188" y="4573"/>
                    <a:pt x="4917" y="4445"/>
                    <a:pt x="4694" y="4222"/>
                  </a:cubicBezTo>
                  <a:lnTo>
                    <a:pt x="3655" y="3119"/>
                  </a:lnTo>
                  <a:cubicBezTo>
                    <a:pt x="3308" y="2741"/>
                    <a:pt x="3308" y="2143"/>
                    <a:pt x="3655" y="1765"/>
                  </a:cubicBezTo>
                  <a:lnTo>
                    <a:pt x="4694" y="630"/>
                  </a:lnTo>
                  <a:cubicBezTo>
                    <a:pt x="4866" y="416"/>
                    <a:pt x="5140" y="304"/>
                    <a:pt x="5427" y="304"/>
                  </a:cubicBezTo>
                  <a:cubicBezTo>
                    <a:pt x="5561" y="304"/>
                    <a:pt x="5698" y="328"/>
                    <a:pt x="5828" y="378"/>
                  </a:cubicBezTo>
                  <a:cubicBezTo>
                    <a:pt x="6143" y="504"/>
                    <a:pt x="6364" y="756"/>
                    <a:pt x="6459" y="1040"/>
                  </a:cubicBezTo>
                  <a:lnTo>
                    <a:pt x="7530" y="1040"/>
                  </a:lnTo>
                  <a:lnTo>
                    <a:pt x="753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" name="Google Shape;10901;p87">
            <a:extLst>
              <a:ext uri="{FF2B5EF4-FFF2-40B4-BE49-F238E27FC236}">
                <a16:creationId xmlns:a16="http://schemas.microsoft.com/office/drawing/2014/main" id="{891E6275-7647-AF82-93F5-3FAE20A764C0}"/>
              </a:ext>
            </a:extLst>
          </p:cNvPr>
          <p:cNvGrpSpPr/>
          <p:nvPr/>
        </p:nvGrpSpPr>
        <p:grpSpPr>
          <a:xfrm>
            <a:off x="900230" y="2078614"/>
            <a:ext cx="357468" cy="352675"/>
            <a:chOff x="-33645475" y="3228075"/>
            <a:chExt cx="294600" cy="290650"/>
          </a:xfrm>
          <a:solidFill>
            <a:schemeClr val="accent2"/>
          </a:solidFill>
        </p:grpSpPr>
        <p:sp>
          <p:nvSpPr>
            <p:cNvPr id="28" name="Google Shape;10902;p87">
              <a:extLst>
                <a:ext uri="{FF2B5EF4-FFF2-40B4-BE49-F238E27FC236}">
                  <a16:creationId xmlns:a16="http://schemas.microsoft.com/office/drawing/2014/main" id="{AA5B359A-E73A-B1B0-3A19-C8E3DFFBAD9C}"/>
                </a:ext>
              </a:extLst>
            </p:cNvPr>
            <p:cNvSpPr/>
            <p:nvPr/>
          </p:nvSpPr>
          <p:spPr>
            <a:xfrm>
              <a:off x="-33456450" y="3261925"/>
              <a:ext cx="84300" cy="85100"/>
            </a:xfrm>
            <a:custGeom>
              <a:avLst/>
              <a:gdLst/>
              <a:ahLst/>
              <a:cxnLst/>
              <a:rect l="l" t="t" r="r" b="b"/>
              <a:pathLst>
                <a:path w="3372" h="3404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36"/>
                    <a:pt x="158" y="694"/>
                    <a:pt x="347" y="694"/>
                  </a:cubicBezTo>
                  <a:lnTo>
                    <a:pt x="1009" y="694"/>
                  </a:lnTo>
                  <a:cubicBezTo>
                    <a:pt x="1576" y="694"/>
                    <a:pt x="2049" y="1166"/>
                    <a:pt x="2049" y="1733"/>
                  </a:cubicBezTo>
                  <a:lnTo>
                    <a:pt x="2049" y="2269"/>
                  </a:lnTo>
                  <a:lnTo>
                    <a:pt x="1923" y="2175"/>
                  </a:lnTo>
                  <a:cubicBezTo>
                    <a:pt x="1860" y="2112"/>
                    <a:pt x="1773" y="2080"/>
                    <a:pt x="1686" y="2080"/>
                  </a:cubicBezTo>
                  <a:cubicBezTo>
                    <a:pt x="1600" y="2080"/>
                    <a:pt x="1513" y="2112"/>
                    <a:pt x="1450" y="2175"/>
                  </a:cubicBezTo>
                  <a:cubicBezTo>
                    <a:pt x="1324" y="2269"/>
                    <a:pt x="1324" y="2521"/>
                    <a:pt x="1450" y="2647"/>
                  </a:cubicBezTo>
                  <a:lnTo>
                    <a:pt x="2112" y="3309"/>
                  </a:lnTo>
                  <a:cubicBezTo>
                    <a:pt x="2175" y="3372"/>
                    <a:pt x="2269" y="3403"/>
                    <a:pt x="2360" y="3403"/>
                  </a:cubicBezTo>
                  <a:cubicBezTo>
                    <a:pt x="2450" y="3403"/>
                    <a:pt x="2537" y="3372"/>
                    <a:pt x="2584" y="3309"/>
                  </a:cubicBezTo>
                  <a:lnTo>
                    <a:pt x="3277" y="2647"/>
                  </a:lnTo>
                  <a:cubicBezTo>
                    <a:pt x="3372" y="2521"/>
                    <a:pt x="3372" y="2269"/>
                    <a:pt x="3277" y="2175"/>
                  </a:cubicBezTo>
                  <a:cubicBezTo>
                    <a:pt x="3214" y="2112"/>
                    <a:pt x="3120" y="2080"/>
                    <a:pt x="3029" y="2080"/>
                  </a:cubicBezTo>
                  <a:cubicBezTo>
                    <a:pt x="2939" y="2080"/>
                    <a:pt x="2852" y="2112"/>
                    <a:pt x="2805" y="2175"/>
                  </a:cubicBezTo>
                  <a:lnTo>
                    <a:pt x="2679" y="2269"/>
                  </a:lnTo>
                  <a:lnTo>
                    <a:pt x="2679" y="1733"/>
                  </a:lnTo>
                  <a:cubicBezTo>
                    <a:pt x="2742" y="788"/>
                    <a:pt x="1954" y="1"/>
                    <a:pt x="100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10903;p87">
              <a:extLst>
                <a:ext uri="{FF2B5EF4-FFF2-40B4-BE49-F238E27FC236}">
                  <a16:creationId xmlns:a16="http://schemas.microsoft.com/office/drawing/2014/main" id="{8238FD16-1C42-A6F8-49D3-FA8C7AB6D898}"/>
                </a:ext>
              </a:extLst>
            </p:cNvPr>
            <p:cNvSpPr/>
            <p:nvPr/>
          </p:nvSpPr>
          <p:spPr>
            <a:xfrm>
              <a:off x="-33575375" y="3433625"/>
              <a:ext cx="85075" cy="85100"/>
            </a:xfrm>
            <a:custGeom>
              <a:avLst/>
              <a:gdLst/>
              <a:ahLst/>
              <a:cxnLst/>
              <a:rect l="l" t="t" r="r" b="b"/>
              <a:pathLst>
                <a:path w="3403" h="3404" extrusionOk="0">
                  <a:moveTo>
                    <a:pt x="1013" y="1"/>
                  </a:moveTo>
                  <a:cubicBezTo>
                    <a:pt x="922" y="1"/>
                    <a:pt x="835" y="32"/>
                    <a:pt x="788" y="95"/>
                  </a:cubicBezTo>
                  <a:lnTo>
                    <a:pt x="127" y="757"/>
                  </a:lnTo>
                  <a:cubicBezTo>
                    <a:pt x="1" y="883"/>
                    <a:pt x="1" y="1135"/>
                    <a:pt x="127" y="1229"/>
                  </a:cubicBezTo>
                  <a:cubicBezTo>
                    <a:pt x="174" y="1292"/>
                    <a:pt x="260" y="1324"/>
                    <a:pt x="351" y="1324"/>
                  </a:cubicBezTo>
                  <a:cubicBezTo>
                    <a:pt x="442" y="1324"/>
                    <a:pt x="536" y="1292"/>
                    <a:pt x="599" y="1229"/>
                  </a:cubicBezTo>
                  <a:lnTo>
                    <a:pt x="694" y="1135"/>
                  </a:lnTo>
                  <a:lnTo>
                    <a:pt x="694" y="1671"/>
                  </a:lnTo>
                  <a:cubicBezTo>
                    <a:pt x="694" y="2616"/>
                    <a:pt x="1450" y="3372"/>
                    <a:pt x="2395" y="3372"/>
                  </a:cubicBezTo>
                  <a:lnTo>
                    <a:pt x="3057" y="3372"/>
                  </a:lnTo>
                  <a:lnTo>
                    <a:pt x="3057" y="3403"/>
                  </a:lnTo>
                  <a:cubicBezTo>
                    <a:pt x="3246" y="3403"/>
                    <a:pt x="3403" y="3246"/>
                    <a:pt x="3403" y="3057"/>
                  </a:cubicBezTo>
                  <a:cubicBezTo>
                    <a:pt x="3403" y="2868"/>
                    <a:pt x="3246" y="2710"/>
                    <a:pt x="3057" y="2710"/>
                  </a:cubicBezTo>
                  <a:lnTo>
                    <a:pt x="2363" y="2710"/>
                  </a:lnTo>
                  <a:cubicBezTo>
                    <a:pt x="1796" y="2710"/>
                    <a:pt x="1324" y="2238"/>
                    <a:pt x="1324" y="1671"/>
                  </a:cubicBezTo>
                  <a:lnTo>
                    <a:pt x="1324" y="1135"/>
                  </a:lnTo>
                  <a:lnTo>
                    <a:pt x="1450" y="1229"/>
                  </a:lnTo>
                  <a:cubicBezTo>
                    <a:pt x="1513" y="1292"/>
                    <a:pt x="1599" y="1324"/>
                    <a:pt x="1686" y="1324"/>
                  </a:cubicBezTo>
                  <a:cubicBezTo>
                    <a:pt x="1773" y="1324"/>
                    <a:pt x="1859" y="1292"/>
                    <a:pt x="1922" y="1229"/>
                  </a:cubicBezTo>
                  <a:cubicBezTo>
                    <a:pt x="2048" y="1135"/>
                    <a:pt x="2048" y="883"/>
                    <a:pt x="1922" y="757"/>
                  </a:cubicBezTo>
                  <a:lnTo>
                    <a:pt x="1261" y="95"/>
                  </a:lnTo>
                  <a:cubicBezTo>
                    <a:pt x="1198" y="32"/>
                    <a:pt x="1103" y="1"/>
                    <a:pt x="101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10904;p87">
              <a:extLst>
                <a:ext uri="{FF2B5EF4-FFF2-40B4-BE49-F238E27FC236}">
                  <a16:creationId xmlns:a16="http://schemas.microsoft.com/office/drawing/2014/main" id="{2310FAFF-329E-6838-7BA3-F7BE9F1D6A09}"/>
                </a:ext>
              </a:extLst>
            </p:cNvPr>
            <p:cNvSpPr/>
            <p:nvPr/>
          </p:nvSpPr>
          <p:spPr>
            <a:xfrm>
              <a:off x="-33645475" y="3228075"/>
              <a:ext cx="206375" cy="153600"/>
            </a:xfrm>
            <a:custGeom>
              <a:avLst/>
              <a:gdLst/>
              <a:ahLst/>
              <a:cxnLst/>
              <a:rect l="l" t="t" r="r" b="b"/>
              <a:pathLst>
                <a:path w="8255" h="6144" extrusionOk="0">
                  <a:moveTo>
                    <a:pt x="4191" y="0"/>
                  </a:moveTo>
                  <a:cubicBezTo>
                    <a:pt x="2300" y="0"/>
                    <a:pt x="757" y="1544"/>
                    <a:pt x="757" y="3434"/>
                  </a:cubicBezTo>
                  <a:lnTo>
                    <a:pt x="757" y="3529"/>
                  </a:lnTo>
                  <a:cubicBezTo>
                    <a:pt x="347" y="3686"/>
                    <a:pt x="95" y="4033"/>
                    <a:pt x="95" y="4474"/>
                  </a:cubicBezTo>
                  <a:lnTo>
                    <a:pt x="95" y="5135"/>
                  </a:lnTo>
                  <a:cubicBezTo>
                    <a:pt x="1" y="5671"/>
                    <a:pt x="473" y="6143"/>
                    <a:pt x="1009" y="6143"/>
                  </a:cubicBezTo>
                  <a:cubicBezTo>
                    <a:pt x="1135" y="6143"/>
                    <a:pt x="1261" y="6112"/>
                    <a:pt x="1387" y="6080"/>
                  </a:cubicBezTo>
                  <a:lnTo>
                    <a:pt x="1387" y="3403"/>
                  </a:lnTo>
                  <a:cubicBezTo>
                    <a:pt x="1387" y="1890"/>
                    <a:pt x="2647" y="630"/>
                    <a:pt x="4128" y="630"/>
                  </a:cubicBezTo>
                  <a:cubicBezTo>
                    <a:pt x="5640" y="630"/>
                    <a:pt x="6900" y="1890"/>
                    <a:pt x="6900" y="3403"/>
                  </a:cubicBezTo>
                  <a:lnTo>
                    <a:pt x="6900" y="6080"/>
                  </a:lnTo>
                  <a:cubicBezTo>
                    <a:pt x="6995" y="6112"/>
                    <a:pt x="7121" y="6143"/>
                    <a:pt x="7247" y="6143"/>
                  </a:cubicBezTo>
                  <a:cubicBezTo>
                    <a:pt x="7782" y="6143"/>
                    <a:pt x="8255" y="5671"/>
                    <a:pt x="8255" y="5135"/>
                  </a:cubicBezTo>
                  <a:lnTo>
                    <a:pt x="8255" y="4474"/>
                  </a:lnTo>
                  <a:cubicBezTo>
                    <a:pt x="8255" y="4033"/>
                    <a:pt x="8003" y="3623"/>
                    <a:pt x="7593" y="3529"/>
                  </a:cubicBezTo>
                  <a:lnTo>
                    <a:pt x="7593" y="3434"/>
                  </a:lnTo>
                  <a:cubicBezTo>
                    <a:pt x="7593" y="1544"/>
                    <a:pt x="6050" y="0"/>
                    <a:pt x="41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10905;p87">
              <a:extLst>
                <a:ext uri="{FF2B5EF4-FFF2-40B4-BE49-F238E27FC236}">
                  <a16:creationId xmlns:a16="http://schemas.microsoft.com/office/drawing/2014/main" id="{AA2BC995-1904-F2C2-60CE-5B626FC889CF}"/>
                </a:ext>
              </a:extLst>
            </p:cNvPr>
            <p:cNvSpPr/>
            <p:nvPr/>
          </p:nvSpPr>
          <p:spPr>
            <a:xfrm>
              <a:off x="-33593500" y="3279250"/>
              <a:ext cx="104775" cy="52275"/>
            </a:xfrm>
            <a:custGeom>
              <a:avLst/>
              <a:gdLst/>
              <a:ahLst/>
              <a:cxnLst/>
              <a:rect l="l" t="t" r="r" b="b"/>
              <a:pathLst>
                <a:path w="4191" h="2091" extrusionOk="0">
                  <a:moveTo>
                    <a:pt x="1734" y="1"/>
                  </a:moveTo>
                  <a:cubicBezTo>
                    <a:pt x="789" y="1"/>
                    <a:pt x="1" y="757"/>
                    <a:pt x="1" y="1702"/>
                  </a:cubicBezTo>
                  <a:lnTo>
                    <a:pt x="1" y="2049"/>
                  </a:lnTo>
                  <a:lnTo>
                    <a:pt x="1230" y="2049"/>
                  </a:lnTo>
                  <a:cubicBezTo>
                    <a:pt x="1545" y="2049"/>
                    <a:pt x="1891" y="2049"/>
                    <a:pt x="2017" y="1986"/>
                  </a:cubicBezTo>
                  <a:cubicBezTo>
                    <a:pt x="2049" y="1954"/>
                    <a:pt x="2080" y="1828"/>
                    <a:pt x="2080" y="1734"/>
                  </a:cubicBezTo>
                  <a:cubicBezTo>
                    <a:pt x="2080" y="1545"/>
                    <a:pt x="2238" y="1387"/>
                    <a:pt x="2458" y="1387"/>
                  </a:cubicBezTo>
                  <a:cubicBezTo>
                    <a:pt x="2647" y="1387"/>
                    <a:pt x="2805" y="1545"/>
                    <a:pt x="2805" y="1734"/>
                  </a:cubicBezTo>
                  <a:cubicBezTo>
                    <a:pt x="2805" y="1828"/>
                    <a:pt x="2805" y="1954"/>
                    <a:pt x="2868" y="1986"/>
                  </a:cubicBezTo>
                  <a:cubicBezTo>
                    <a:pt x="2942" y="2059"/>
                    <a:pt x="3091" y="2090"/>
                    <a:pt x="3266" y="2090"/>
                  </a:cubicBezTo>
                  <a:cubicBezTo>
                    <a:pt x="3389" y="2090"/>
                    <a:pt x="3525" y="2075"/>
                    <a:pt x="3656" y="2049"/>
                  </a:cubicBezTo>
                  <a:lnTo>
                    <a:pt x="4191" y="2049"/>
                  </a:lnTo>
                  <a:lnTo>
                    <a:pt x="4191" y="1702"/>
                  </a:lnTo>
                  <a:lnTo>
                    <a:pt x="4128" y="1702"/>
                  </a:lnTo>
                  <a:cubicBezTo>
                    <a:pt x="4128" y="757"/>
                    <a:pt x="3340" y="1"/>
                    <a:pt x="239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10906;p87">
              <a:extLst>
                <a:ext uri="{FF2B5EF4-FFF2-40B4-BE49-F238E27FC236}">
                  <a16:creationId xmlns:a16="http://schemas.microsoft.com/office/drawing/2014/main" id="{42E59C74-62A3-3688-30B0-56FBE251CD67}"/>
                </a:ext>
              </a:extLst>
            </p:cNvPr>
            <p:cNvSpPr/>
            <p:nvPr/>
          </p:nvSpPr>
          <p:spPr>
            <a:xfrm>
              <a:off x="-33593500" y="3341475"/>
              <a:ext cx="104775" cy="74075"/>
            </a:xfrm>
            <a:custGeom>
              <a:avLst/>
              <a:gdLst/>
              <a:ahLst/>
              <a:cxnLst/>
              <a:rect l="l" t="t" r="r" b="b"/>
              <a:pathLst>
                <a:path w="4191" h="2963" extrusionOk="0">
                  <a:moveTo>
                    <a:pt x="2395" y="1"/>
                  </a:moveTo>
                  <a:cubicBezTo>
                    <a:pt x="2080" y="253"/>
                    <a:pt x="1671" y="253"/>
                    <a:pt x="1230" y="253"/>
                  </a:cubicBezTo>
                  <a:lnTo>
                    <a:pt x="1" y="253"/>
                  </a:lnTo>
                  <a:lnTo>
                    <a:pt x="1" y="914"/>
                  </a:lnTo>
                  <a:cubicBezTo>
                    <a:pt x="1" y="2049"/>
                    <a:pt x="946" y="2962"/>
                    <a:pt x="2112" y="2962"/>
                  </a:cubicBezTo>
                  <a:cubicBezTo>
                    <a:pt x="3246" y="2962"/>
                    <a:pt x="4191" y="2049"/>
                    <a:pt x="4191" y="914"/>
                  </a:cubicBezTo>
                  <a:lnTo>
                    <a:pt x="4191" y="253"/>
                  </a:lnTo>
                  <a:lnTo>
                    <a:pt x="3466" y="253"/>
                  </a:lnTo>
                  <a:cubicBezTo>
                    <a:pt x="3088" y="253"/>
                    <a:pt x="2679" y="190"/>
                    <a:pt x="239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10907;p87">
              <a:extLst>
                <a:ext uri="{FF2B5EF4-FFF2-40B4-BE49-F238E27FC236}">
                  <a16:creationId xmlns:a16="http://schemas.microsoft.com/office/drawing/2014/main" id="{0EE8998E-5D20-E6BE-F012-CE97B1C88042}"/>
                </a:ext>
              </a:extLst>
            </p:cNvPr>
            <p:cNvSpPr/>
            <p:nvPr/>
          </p:nvSpPr>
          <p:spPr>
            <a:xfrm>
              <a:off x="-33455650" y="3381650"/>
              <a:ext cx="104775" cy="52250"/>
            </a:xfrm>
            <a:custGeom>
              <a:avLst/>
              <a:gdLst/>
              <a:ahLst/>
              <a:cxnLst/>
              <a:rect l="l" t="t" r="r" b="b"/>
              <a:pathLst>
                <a:path w="4191" h="2090" extrusionOk="0">
                  <a:moveTo>
                    <a:pt x="1702" y="0"/>
                  </a:moveTo>
                  <a:cubicBezTo>
                    <a:pt x="756" y="0"/>
                    <a:pt x="0" y="757"/>
                    <a:pt x="0" y="1702"/>
                  </a:cubicBezTo>
                  <a:lnTo>
                    <a:pt x="0" y="2048"/>
                  </a:lnTo>
                  <a:lnTo>
                    <a:pt x="1229" y="2048"/>
                  </a:lnTo>
                  <a:cubicBezTo>
                    <a:pt x="1544" y="2048"/>
                    <a:pt x="1891" y="2048"/>
                    <a:pt x="2017" y="1985"/>
                  </a:cubicBezTo>
                  <a:cubicBezTo>
                    <a:pt x="2048" y="1954"/>
                    <a:pt x="2080" y="1828"/>
                    <a:pt x="2080" y="1733"/>
                  </a:cubicBezTo>
                  <a:cubicBezTo>
                    <a:pt x="2080" y="1544"/>
                    <a:pt x="2237" y="1387"/>
                    <a:pt x="2458" y="1387"/>
                  </a:cubicBezTo>
                  <a:cubicBezTo>
                    <a:pt x="2647" y="1387"/>
                    <a:pt x="2804" y="1544"/>
                    <a:pt x="2804" y="1733"/>
                  </a:cubicBezTo>
                  <a:cubicBezTo>
                    <a:pt x="2804" y="1828"/>
                    <a:pt x="2804" y="1954"/>
                    <a:pt x="2867" y="1985"/>
                  </a:cubicBezTo>
                  <a:cubicBezTo>
                    <a:pt x="2941" y="2059"/>
                    <a:pt x="3091" y="2090"/>
                    <a:pt x="3265" y="2090"/>
                  </a:cubicBezTo>
                  <a:cubicBezTo>
                    <a:pt x="3388" y="2090"/>
                    <a:pt x="3524" y="2074"/>
                    <a:pt x="3655" y="2048"/>
                  </a:cubicBezTo>
                  <a:lnTo>
                    <a:pt x="4190" y="2048"/>
                  </a:lnTo>
                  <a:lnTo>
                    <a:pt x="4190" y="1702"/>
                  </a:lnTo>
                  <a:cubicBezTo>
                    <a:pt x="4096" y="757"/>
                    <a:pt x="3308" y="0"/>
                    <a:pt x="23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10908;p87">
              <a:extLst>
                <a:ext uri="{FF2B5EF4-FFF2-40B4-BE49-F238E27FC236}">
                  <a16:creationId xmlns:a16="http://schemas.microsoft.com/office/drawing/2014/main" id="{F8E1578E-5B31-EAB1-D93D-74354C05690A}"/>
                </a:ext>
              </a:extLst>
            </p:cNvPr>
            <p:cNvSpPr/>
            <p:nvPr/>
          </p:nvSpPr>
          <p:spPr>
            <a:xfrm>
              <a:off x="-33456450" y="3443875"/>
              <a:ext cx="102425" cy="74850"/>
            </a:xfrm>
            <a:custGeom>
              <a:avLst/>
              <a:gdLst/>
              <a:ahLst/>
              <a:cxnLst/>
              <a:rect l="l" t="t" r="r" b="b"/>
              <a:pathLst>
                <a:path w="4097" h="2994" extrusionOk="0">
                  <a:moveTo>
                    <a:pt x="2395" y="0"/>
                  </a:moveTo>
                  <a:cubicBezTo>
                    <a:pt x="2080" y="252"/>
                    <a:pt x="1639" y="252"/>
                    <a:pt x="1230" y="252"/>
                  </a:cubicBezTo>
                  <a:lnTo>
                    <a:pt x="1" y="252"/>
                  </a:lnTo>
                  <a:lnTo>
                    <a:pt x="1" y="914"/>
                  </a:lnTo>
                  <a:cubicBezTo>
                    <a:pt x="1" y="2048"/>
                    <a:pt x="914" y="2993"/>
                    <a:pt x="2049" y="2993"/>
                  </a:cubicBezTo>
                  <a:cubicBezTo>
                    <a:pt x="3183" y="2993"/>
                    <a:pt x="4096" y="2048"/>
                    <a:pt x="4096" y="914"/>
                  </a:cubicBezTo>
                  <a:lnTo>
                    <a:pt x="4096" y="252"/>
                  </a:lnTo>
                  <a:lnTo>
                    <a:pt x="3435" y="252"/>
                  </a:lnTo>
                  <a:cubicBezTo>
                    <a:pt x="3025" y="252"/>
                    <a:pt x="2679" y="189"/>
                    <a:pt x="239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1" name="Google Shape;12545;p90">
            <a:extLst>
              <a:ext uri="{FF2B5EF4-FFF2-40B4-BE49-F238E27FC236}">
                <a16:creationId xmlns:a16="http://schemas.microsoft.com/office/drawing/2014/main" id="{66B1546B-F191-7E75-E2EB-7A8D2BFBD6E3}"/>
              </a:ext>
            </a:extLst>
          </p:cNvPr>
          <p:cNvGrpSpPr/>
          <p:nvPr/>
        </p:nvGrpSpPr>
        <p:grpSpPr>
          <a:xfrm>
            <a:off x="868829" y="2633331"/>
            <a:ext cx="420271" cy="320774"/>
            <a:chOff x="-1951475" y="3273100"/>
            <a:chExt cx="291875" cy="222775"/>
          </a:xfrm>
          <a:solidFill>
            <a:schemeClr val="accent2"/>
          </a:solidFill>
        </p:grpSpPr>
        <p:sp>
          <p:nvSpPr>
            <p:cNvPr id="62" name="Google Shape;12546;p90">
              <a:extLst>
                <a:ext uri="{FF2B5EF4-FFF2-40B4-BE49-F238E27FC236}">
                  <a16:creationId xmlns:a16="http://schemas.microsoft.com/office/drawing/2014/main" id="{B38ED4E6-23A9-6E34-2D8B-2366403D9C4B}"/>
                </a:ext>
              </a:extLst>
            </p:cNvPr>
            <p:cNvSpPr/>
            <p:nvPr/>
          </p:nvSpPr>
          <p:spPr>
            <a:xfrm>
              <a:off x="-1951475" y="3325050"/>
              <a:ext cx="51225" cy="119250"/>
            </a:xfrm>
            <a:custGeom>
              <a:avLst/>
              <a:gdLst/>
              <a:ahLst/>
              <a:cxnLst/>
              <a:rect l="l" t="t" r="r" b="b"/>
              <a:pathLst>
                <a:path w="2049" h="4770" extrusionOk="0">
                  <a:moveTo>
                    <a:pt x="1033" y="0"/>
                  </a:moveTo>
                  <a:cubicBezTo>
                    <a:pt x="518" y="0"/>
                    <a:pt x="0" y="339"/>
                    <a:pt x="0" y="1004"/>
                  </a:cubicBezTo>
                  <a:lnTo>
                    <a:pt x="0" y="3777"/>
                  </a:lnTo>
                  <a:cubicBezTo>
                    <a:pt x="0" y="4438"/>
                    <a:pt x="512" y="4769"/>
                    <a:pt x="1024" y="4769"/>
                  </a:cubicBezTo>
                  <a:cubicBezTo>
                    <a:pt x="1536" y="4769"/>
                    <a:pt x="2048" y="4438"/>
                    <a:pt x="2048" y="3777"/>
                  </a:cubicBezTo>
                  <a:lnTo>
                    <a:pt x="2048" y="1004"/>
                  </a:lnTo>
                  <a:cubicBezTo>
                    <a:pt x="2048" y="331"/>
                    <a:pt x="1542" y="0"/>
                    <a:pt x="103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12547;p90">
              <a:extLst>
                <a:ext uri="{FF2B5EF4-FFF2-40B4-BE49-F238E27FC236}">
                  <a16:creationId xmlns:a16="http://schemas.microsoft.com/office/drawing/2014/main" id="{07126DCB-C3D2-CE2E-E5AC-79041E97881C}"/>
                </a:ext>
              </a:extLst>
            </p:cNvPr>
            <p:cNvSpPr/>
            <p:nvPr/>
          </p:nvSpPr>
          <p:spPr>
            <a:xfrm>
              <a:off x="-1711250" y="3273100"/>
              <a:ext cx="51650" cy="221725"/>
            </a:xfrm>
            <a:custGeom>
              <a:avLst/>
              <a:gdLst/>
              <a:ahLst/>
              <a:cxnLst/>
              <a:rect l="l" t="t" r="r" b="b"/>
              <a:pathLst>
                <a:path w="2066" h="8869" extrusionOk="0">
                  <a:moveTo>
                    <a:pt x="1027" y="0"/>
                  </a:moveTo>
                  <a:cubicBezTo>
                    <a:pt x="608" y="0"/>
                    <a:pt x="186" y="229"/>
                    <a:pt x="32" y="719"/>
                  </a:cubicBezTo>
                  <a:cubicBezTo>
                    <a:pt x="0" y="814"/>
                    <a:pt x="0" y="940"/>
                    <a:pt x="0" y="1003"/>
                  </a:cubicBezTo>
                  <a:lnTo>
                    <a:pt x="0" y="7871"/>
                  </a:lnTo>
                  <a:cubicBezTo>
                    <a:pt x="0" y="7934"/>
                    <a:pt x="0" y="8060"/>
                    <a:pt x="32" y="8123"/>
                  </a:cubicBezTo>
                  <a:cubicBezTo>
                    <a:pt x="173" y="8632"/>
                    <a:pt x="594" y="8869"/>
                    <a:pt x="1015" y="8869"/>
                  </a:cubicBezTo>
                  <a:cubicBezTo>
                    <a:pt x="1532" y="8869"/>
                    <a:pt x="2048" y="8513"/>
                    <a:pt x="2048" y="7871"/>
                  </a:cubicBezTo>
                  <a:lnTo>
                    <a:pt x="2048" y="1003"/>
                  </a:lnTo>
                  <a:cubicBezTo>
                    <a:pt x="2066" y="356"/>
                    <a:pt x="1549" y="0"/>
                    <a:pt x="102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4" name="Google Shape;12548;p90">
              <a:extLst>
                <a:ext uri="{FF2B5EF4-FFF2-40B4-BE49-F238E27FC236}">
                  <a16:creationId xmlns:a16="http://schemas.microsoft.com/office/drawing/2014/main" id="{6D8014F6-30D6-F254-E998-E37DE31DD971}"/>
                </a:ext>
              </a:extLst>
            </p:cNvPr>
            <p:cNvSpPr/>
            <p:nvPr/>
          </p:nvSpPr>
          <p:spPr>
            <a:xfrm>
              <a:off x="-1886900" y="3296575"/>
              <a:ext cx="156775" cy="199300"/>
            </a:xfrm>
            <a:custGeom>
              <a:avLst/>
              <a:gdLst/>
              <a:ahLst/>
              <a:cxnLst/>
              <a:rect l="l" t="t" r="r" b="b"/>
              <a:pathLst>
                <a:path w="6271" h="7972" extrusionOk="0">
                  <a:moveTo>
                    <a:pt x="851" y="5672"/>
                  </a:moveTo>
                  <a:lnTo>
                    <a:pt x="3466" y="6333"/>
                  </a:lnTo>
                  <a:cubicBezTo>
                    <a:pt x="3277" y="6869"/>
                    <a:pt x="2773" y="7279"/>
                    <a:pt x="2174" y="7279"/>
                  </a:cubicBezTo>
                  <a:cubicBezTo>
                    <a:pt x="1418" y="7279"/>
                    <a:pt x="788" y="6648"/>
                    <a:pt x="788" y="5892"/>
                  </a:cubicBezTo>
                  <a:cubicBezTo>
                    <a:pt x="851" y="5798"/>
                    <a:pt x="851" y="5735"/>
                    <a:pt x="851" y="5672"/>
                  </a:cubicBezTo>
                  <a:close/>
                  <a:moveTo>
                    <a:pt x="6270" y="1"/>
                  </a:moveTo>
                  <a:lnTo>
                    <a:pt x="1" y="1576"/>
                  </a:lnTo>
                  <a:cubicBezTo>
                    <a:pt x="95" y="1734"/>
                    <a:pt x="127" y="1923"/>
                    <a:pt x="127" y="2143"/>
                  </a:cubicBezTo>
                  <a:lnTo>
                    <a:pt x="127" y="4916"/>
                  </a:lnTo>
                  <a:cubicBezTo>
                    <a:pt x="127" y="5105"/>
                    <a:pt x="95" y="5294"/>
                    <a:pt x="1" y="5514"/>
                  </a:cubicBezTo>
                  <a:lnTo>
                    <a:pt x="158" y="5546"/>
                  </a:lnTo>
                  <a:cubicBezTo>
                    <a:pt x="127" y="5672"/>
                    <a:pt x="127" y="5829"/>
                    <a:pt x="127" y="5924"/>
                  </a:cubicBezTo>
                  <a:cubicBezTo>
                    <a:pt x="127" y="7090"/>
                    <a:pt x="1040" y="7972"/>
                    <a:pt x="2174" y="7972"/>
                  </a:cubicBezTo>
                  <a:cubicBezTo>
                    <a:pt x="3120" y="7972"/>
                    <a:pt x="3907" y="7405"/>
                    <a:pt x="4159" y="6522"/>
                  </a:cubicBezTo>
                  <a:lnTo>
                    <a:pt x="6270" y="7090"/>
                  </a:lnTo>
                  <a:lnTo>
                    <a:pt x="6270" y="5672"/>
                  </a:lnTo>
                  <a:lnTo>
                    <a:pt x="6270" y="2238"/>
                  </a:lnTo>
                  <a:lnTo>
                    <a:pt x="627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85" name="Google Shape;11877;p88">
            <a:extLst>
              <a:ext uri="{FF2B5EF4-FFF2-40B4-BE49-F238E27FC236}">
                <a16:creationId xmlns:a16="http://schemas.microsoft.com/office/drawing/2014/main" id="{238B36DD-7FB4-D656-45B6-3992CCF10D0E}"/>
              </a:ext>
            </a:extLst>
          </p:cNvPr>
          <p:cNvGrpSpPr/>
          <p:nvPr/>
        </p:nvGrpSpPr>
        <p:grpSpPr>
          <a:xfrm>
            <a:off x="898877" y="3156147"/>
            <a:ext cx="360175" cy="358423"/>
            <a:chOff x="-9961625" y="4048175"/>
            <a:chExt cx="357600" cy="355825"/>
          </a:xfrm>
          <a:solidFill>
            <a:schemeClr val="accent2"/>
          </a:solidFill>
        </p:grpSpPr>
        <p:sp>
          <p:nvSpPr>
            <p:cNvPr id="3586" name="Google Shape;11878;p88">
              <a:extLst>
                <a:ext uri="{FF2B5EF4-FFF2-40B4-BE49-F238E27FC236}">
                  <a16:creationId xmlns:a16="http://schemas.microsoft.com/office/drawing/2014/main" id="{B7E9F7B5-1803-3491-CC96-D53A071FE7E3}"/>
                </a:ext>
              </a:extLst>
            </p:cNvPr>
            <p:cNvSpPr/>
            <p:nvPr/>
          </p:nvSpPr>
          <p:spPr>
            <a:xfrm>
              <a:off x="-9958475" y="4048175"/>
              <a:ext cx="64625" cy="62650"/>
            </a:xfrm>
            <a:custGeom>
              <a:avLst/>
              <a:gdLst/>
              <a:ahLst/>
              <a:cxnLst/>
              <a:rect l="l" t="t" r="r" b="b"/>
              <a:pathLst>
                <a:path w="2585" h="2506" extrusionOk="0">
                  <a:moveTo>
                    <a:pt x="442" y="0"/>
                  </a:moveTo>
                  <a:cubicBezTo>
                    <a:pt x="339" y="0"/>
                    <a:pt x="237" y="40"/>
                    <a:pt x="158" y="119"/>
                  </a:cubicBezTo>
                  <a:cubicBezTo>
                    <a:pt x="1" y="339"/>
                    <a:pt x="1" y="560"/>
                    <a:pt x="158" y="717"/>
                  </a:cubicBezTo>
                  <a:lnTo>
                    <a:pt x="1828" y="2387"/>
                  </a:lnTo>
                  <a:cubicBezTo>
                    <a:pt x="1923" y="2466"/>
                    <a:pt x="2033" y="2505"/>
                    <a:pt x="2139" y="2505"/>
                  </a:cubicBezTo>
                  <a:cubicBezTo>
                    <a:pt x="2246" y="2505"/>
                    <a:pt x="2348" y="2466"/>
                    <a:pt x="2427" y="2387"/>
                  </a:cubicBezTo>
                  <a:cubicBezTo>
                    <a:pt x="2584" y="2229"/>
                    <a:pt x="2584" y="1946"/>
                    <a:pt x="2427" y="1788"/>
                  </a:cubicBezTo>
                  <a:lnTo>
                    <a:pt x="725" y="119"/>
                  </a:lnTo>
                  <a:cubicBezTo>
                    <a:pt x="647" y="40"/>
                    <a:pt x="544" y="0"/>
                    <a:pt x="44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7" name="Google Shape;11879;p88">
              <a:extLst>
                <a:ext uri="{FF2B5EF4-FFF2-40B4-BE49-F238E27FC236}">
                  <a16:creationId xmlns:a16="http://schemas.microsoft.com/office/drawing/2014/main" id="{738F2CBC-4D40-737D-34E5-AB082E50B666}"/>
                </a:ext>
              </a:extLst>
            </p:cNvPr>
            <p:cNvSpPr/>
            <p:nvPr/>
          </p:nvSpPr>
          <p:spPr>
            <a:xfrm>
              <a:off x="-9873400" y="4048775"/>
              <a:ext cx="21275" cy="63025"/>
            </a:xfrm>
            <a:custGeom>
              <a:avLst/>
              <a:gdLst/>
              <a:ahLst/>
              <a:cxnLst/>
              <a:rect l="l" t="t" r="r" b="b"/>
              <a:pathLst>
                <a:path w="851" h="2521" extrusionOk="0">
                  <a:moveTo>
                    <a:pt x="410" y="0"/>
                  </a:moveTo>
                  <a:cubicBezTo>
                    <a:pt x="189" y="0"/>
                    <a:pt x="0" y="189"/>
                    <a:pt x="0" y="410"/>
                  </a:cubicBezTo>
                  <a:lnTo>
                    <a:pt x="0" y="2079"/>
                  </a:lnTo>
                  <a:cubicBezTo>
                    <a:pt x="0" y="2300"/>
                    <a:pt x="221" y="2520"/>
                    <a:pt x="410" y="2520"/>
                  </a:cubicBezTo>
                  <a:cubicBezTo>
                    <a:pt x="630" y="2520"/>
                    <a:pt x="851" y="2300"/>
                    <a:pt x="851" y="2079"/>
                  </a:cubicBezTo>
                  <a:lnTo>
                    <a:pt x="851" y="410"/>
                  </a:lnTo>
                  <a:cubicBezTo>
                    <a:pt x="851" y="189"/>
                    <a:pt x="630" y="0"/>
                    <a:pt x="4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8" name="Google Shape;11880;p88">
              <a:extLst>
                <a:ext uri="{FF2B5EF4-FFF2-40B4-BE49-F238E27FC236}">
                  <a16:creationId xmlns:a16="http://schemas.microsoft.com/office/drawing/2014/main" id="{2F1B4264-44B1-4236-2F49-25E717B5E0D0}"/>
                </a:ext>
              </a:extLst>
            </p:cNvPr>
            <p:cNvSpPr/>
            <p:nvPr/>
          </p:nvSpPr>
          <p:spPr>
            <a:xfrm>
              <a:off x="-9957675" y="4133050"/>
              <a:ext cx="63025" cy="19700"/>
            </a:xfrm>
            <a:custGeom>
              <a:avLst/>
              <a:gdLst/>
              <a:ahLst/>
              <a:cxnLst/>
              <a:rect l="l" t="t" r="r" b="b"/>
              <a:pathLst>
                <a:path w="2521" h="788" extrusionOk="0">
                  <a:moveTo>
                    <a:pt x="441" y="0"/>
                  </a:moveTo>
                  <a:cubicBezTo>
                    <a:pt x="189" y="0"/>
                    <a:pt x="0" y="189"/>
                    <a:pt x="0" y="410"/>
                  </a:cubicBezTo>
                  <a:cubicBezTo>
                    <a:pt x="0" y="599"/>
                    <a:pt x="189" y="788"/>
                    <a:pt x="441" y="788"/>
                  </a:cubicBezTo>
                  <a:lnTo>
                    <a:pt x="2111" y="788"/>
                  </a:lnTo>
                  <a:cubicBezTo>
                    <a:pt x="2363" y="788"/>
                    <a:pt x="2521" y="599"/>
                    <a:pt x="2521" y="410"/>
                  </a:cubicBezTo>
                  <a:cubicBezTo>
                    <a:pt x="2521" y="158"/>
                    <a:pt x="2332" y="0"/>
                    <a:pt x="211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9" name="Google Shape;11881;p88">
              <a:extLst>
                <a:ext uri="{FF2B5EF4-FFF2-40B4-BE49-F238E27FC236}">
                  <a16:creationId xmlns:a16="http://schemas.microsoft.com/office/drawing/2014/main" id="{F4F600D8-3E72-9EF8-E15F-8C28B15A3544}"/>
                </a:ext>
              </a:extLst>
            </p:cNvPr>
            <p:cNvSpPr/>
            <p:nvPr/>
          </p:nvSpPr>
          <p:spPr>
            <a:xfrm>
              <a:off x="-9961625" y="4132250"/>
              <a:ext cx="253650" cy="271750"/>
            </a:xfrm>
            <a:custGeom>
              <a:avLst/>
              <a:gdLst/>
              <a:ahLst/>
              <a:cxnLst/>
              <a:rect l="l" t="t" r="r" b="b"/>
              <a:pathLst>
                <a:path w="10146" h="10870" extrusionOk="0">
                  <a:moveTo>
                    <a:pt x="5357" y="1"/>
                  </a:moveTo>
                  <a:cubicBezTo>
                    <a:pt x="5010" y="1"/>
                    <a:pt x="4727" y="253"/>
                    <a:pt x="4727" y="631"/>
                  </a:cubicBezTo>
                  <a:lnTo>
                    <a:pt x="4727" y="5388"/>
                  </a:lnTo>
                  <a:cubicBezTo>
                    <a:pt x="4727" y="5640"/>
                    <a:pt x="4537" y="5797"/>
                    <a:pt x="4317" y="5797"/>
                  </a:cubicBezTo>
                  <a:cubicBezTo>
                    <a:pt x="4128" y="5797"/>
                    <a:pt x="3907" y="5577"/>
                    <a:pt x="3907" y="5388"/>
                  </a:cubicBezTo>
                  <a:lnTo>
                    <a:pt x="3907" y="1450"/>
                  </a:lnTo>
                  <a:cubicBezTo>
                    <a:pt x="3907" y="1103"/>
                    <a:pt x="3624" y="820"/>
                    <a:pt x="3277" y="820"/>
                  </a:cubicBezTo>
                  <a:cubicBezTo>
                    <a:pt x="2931" y="820"/>
                    <a:pt x="2647" y="1103"/>
                    <a:pt x="2647" y="1450"/>
                  </a:cubicBezTo>
                  <a:lnTo>
                    <a:pt x="2647" y="7940"/>
                  </a:lnTo>
                  <a:lnTo>
                    <a:pt x="1576" y="6900"/>
                  </a:lnTo>
                  <a:cubicBezTo>
                    <a:pt x="1416" y="6740"/>
                    <a:pt x="1176" y="6640"/>
                    <a:pt x="935" y="6640"/>
                  </a:cubicBezTo>
                  <a:cubicBezTo>
                    <a:pt x="748" y="6640"/>
                    <a:pt x="561" y="6700"/>
                    <a:pt x="410" y="6837"/>
                  </a:cubicBezTo>
                  <a:cubicBezTo>
                    <a:pt x="95" y="7121"/>
                    <a:pt x="1" y="7625"/>
                    <a:pt x="284" y="7971"/>
                  </a:cubicBezTo>
                  <a:lnTo>
                    <a:pt x="1734" y="10208"/>
                  </a:lnTo>
                  <a:cubicBezTo>
                    <a:pt x="2049" y="10618"/>
                    <a:pt x="2521" y="10870"/>
                    <a:pt x="3088" y="10870"/>
                  </a:cubicBezTo>
                  <a:lnTo>
                    <a:pt x="8035" y="10870"/>
                  </a:lnTo>
                  <a:cubicBezTo>
                    <a:pt x="9169" y="10870"/>
                    <a:pt x="10114" y="9925"/>
                    <a:pt x="10114" y="8759"/>
                  </a:cubicBezTo>
                  <a:lnTo>
                    <a:pt x="10114" y="4002"/>
                  </a:lnTo>
                  <a:cubicBezTo>
                    <a:pt x="10145" y="3592"/>
                    <a:pt x="9893" y="3309"/>
                    <a:pt x="9515" y="3309"/>
                  </a:cubicBezTo>
                  <a:cubicBezTo>
                    <a:pt x="9169" y="3309"/>
                    <a:pt x="8885" y="3592"/>
                    <a:pt x="8885" y="3939"/>
                  </a:cubicBezTo>
                  <a:lnTo>
                    <a:pt x="8885" y="5388"/>
                  </a:lnTo>
                  <a:cubicBezTo>
                    <a:pt x="8885" y="5640"/>
                    <a:pt x="8696" y="5797"/>
                    <a:pt x="8507" y="5797"/>
                  </a:cubicBezTo>
                  <a:cubicBezTo>
                    <a:pt x="8255" y="5797"/>
                    <a:pt x="8066" y="5577"/>
                    <a:pt x="8066" y="5388"/>
                  </a:cubicBezTo>
                  <a:lnTo>
                    <a:pt x="8066" y="1450"/>
                  </a:lnTo>
                  <a:cubicBezTo>
                    <a:pt x="8066" y="1103"/>
                    <a:pt x="7782" y="820"/>
                    <a:pt x="7436" y="820"/>
                  </a:cubicBezTo>
                  <a:cubicBezTo>
                    <a:pt x="7089" y="820"/>
                    <a:pt x="6806" y="1103"/>
                    <a:pt x="6806" y="1450"/>
                  </a:cubicBezTo>
                  <a:lnTo>
                    <a:pt x="6806" y="5388"/>
                  </a:lnTo>
                  <a:cubicBezTo>
                    <a:pt x="6806" y="5640"/>
                    <a:pt x="6617" y="5797"/>
                    <a:pt x="6428" y="5797"/>
                  </a:cubicBezTo>
                  <a:cubicBezTo>
                    <a:pt x="6176" y="5797"/>
                    <a:pt x="5987" y="5577"/>
                    <a:pt x="5987" y="5388"/>
                  </a:cubicBezTo>
                  <a:lnTo>
                    <a:pt x="5987" y="631"/>
                  </a:lnTo>
                  <a:cubicBezTo>
                    <a:pt x="5987" y="284"/>
                    <a:pt x="5703" y="1"/>
                    <a:pt x="53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0" name="Google Shape;11882;p88">
              <a:extLst>
                <a:ext uri="{FF2B5EF4-FFF2-40B4-BE49-F238E27FC236}">
                  <a16:creationId xmlns:a16="http://schemas.microsoft.com/office/drawing/2014/main" id="{275F8D06-FA97-EAE7-7E37-FEE649928D94}"/>
                </a:ext>
              </a:extLst>
            </p:cNvPr>
            <p:cNvSpPr/>
            <p:nvPr/>
          </p:nvSpPr>
          <p:spPr>
            <a:xfrm>
              <a:off x="-9791500" y="4069250"/>
              <a:ext cx="31550" cy="66175"/>
            </a:xfrm>
            <a:custGeom>
              <a:avLst/>
              <a:gdLst/>
              <a:ahLst/>
              <a:cxnLst/>
              <a:rect l="l" t="t" r="r" b="b"/>
              <a:pathLst>
                <a:path w="1262" h="2647" extrusionOk="0">
                  <a:moveTo>
                    <a:pt x="631" y="0"/>
                  </a:moveTo>
                  <a:cubicBezTo>
                    <a:pt x="284" y="0"/>
                    <a:pt x="1" y="252"/>
                    <a:pt x="1" y="630"/>
                  </a:cubicBezTo>
                  <a:lnTo>
                    <a:pt x="1" y="2647"/>
                  </a:lnTo>
                  <a:cubicBezTo>
                    <a:pt x="190" y="2552"/>
                    <a:pt x="410" y="2489"/>
                    <a:pt x="631" y="2489"/>
                  </a:cubicBezTo>
                  <a:cubicBezTo>
                    <a:pt x="883" y="2521"/>
                    <a:pt x="1072" y="2552"/>
                    <a:pt x="1261" y="2647"/>
                  </a:cubicBezTo>
                  <a:lnTo>
                    <a:pt x="1261" y="630"/>
                  </a:lnTo>
                  <a:cubicBezTo>
                    <a:pt x="1261" y="284"/>
                    <a:pt x="977" y="0"/>
                    <a:pt x="63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1" name="Google Shape;11883;p88">
              <a:extLst>
                <a:ext uri="{FF2B5EF4-FFF2-40B4-BE49-F238E27FC236}">
                  <a16:creationId xmlns:a16="http://schemas.microsoft.com/office/drawing/2014/main" id="{9681A361-65DF-089E-8F68-13B106E3D626}"/>
                </a:ext>
              </a:extLst>
            </p:cNvPr>
            <p:cNvSpPr/>
            <p:nvPr/>
          </p:nvSpPr>
          <p:spPr>
            <a:xfrm>
              <a:off x="-9740300" y="4049550"/>
              <a:ext cx="136275" cy="268600"/>
            </a:xfrm>
            <a:custGeom>
              <a:avLst/>
              <a:gdLst/>
              <a:ahLst/>
              <a:cxnLst/>
              <a:rect l="l" t="t" r="r" b="b"/>
              <a:pathLst>
                <a:path w="5451" h="10744" extrusionOk="0">
                  <a:moveTo>
                    <a:pt x="631" y="1"/>
                  </a:moveTo>
                  <a:cubicBezTo>
                    <a:pt x="284" y="1"/>
                    <a:pt x="1" y="253"/>
                    <a:pt x="1" y="631"/>
                  </a:cubicBezTo>
                  <a:lnTo>
                    <a:pt x="1" y="5955"/>
                  </a:lnTo>
                  <a:cubicBezTo>
                    <a:pt x="190" y="5860"/>
                    <a:pt x="410" y="5797"/>
                    <a:pt x="631" y="5797"/>
                  </a:cubicBezTo>
                  <a:cubicBezTo>
                    <a:pt x="1418" y="5797"/>
                    <a:pt x="2080" y="6428"/>
                    <a:pt x="2080" y="7247"/>
                  </a:cubicBezTo>
                  <a:lnTo>
                    <a:pt x="2080" y="10744"/>
                  </a:lnTo>
                  <a:lnTo>
                    <a:pt x="3309" y="10744"/>
                  </a:lnTo>
                  <a:cubicBezTo>
                    <a:pt x="4443" y="10744"/>
                    <a:pt x="5388" y="9799"/>
                    <a:pt x="5388" y="8664"/>
                  </a:cubicBezTo>
                  <a:lnTo>
                    <a:pt x="5388" y="3876"/>
                  </a:lnTo>
                  <a:cubicBezTo>
                    <a:pt x="5451" y="3592"/>
                    <a:pt x="5167" y="3309"/>
                    <a:pt x="4821" y="3309"/>
                  </a:cubicBezTo>
                  <a:cubicBezTo>
                    <a:pt x="4443" y="3309"/>
                    <a:pt x="4191" y="3592"/>
                    <a:pt x="4191" y="3939"/>
                  </a:cubicBezTo>
                  <a:lnTo>
                    <a:pt x="4191" y="5388"/>
                  </a:lnTo>
                  <a:cubicBezTo>
                    <a:pt x="4191" y="5640"/>
                    <a:pt x="3970" y="5797"/>
                    <a:pt x="3781" y="5797"/>
                  </a:cubicBezTo>
                  <a:cubicBezTo>
                    <a:pt x="3561" y="5797"/>
                    <a:pt x="3340" y="5577"/>
                    <a:pt x="3340" y="5388"/>
                  </a:cubicBezTo>
                  <a:lnTo>
                    <a:pt x="3340" y="1450"/>
                  </a:lnTo>
                  <a:cubicBezTo>
                    <a:pt x="3340" y="1103"/>
                    <a:pt x="3088" y="820"/>
                    <a:pt x="2710" y="820"/>
                  </a:cubicBezTo>
                  <a:cubicBezTo>
                    <a:pt x="2364" y="820"/>
                    <a:pt x="2080" y="1103"/>
                    <a:pt x="2080" y="1450"/>
                  </a:cubicBezTo>
                  <a:lnTo>
                    <a:pt x="2080" y="5388"/>
                  </a:lnTo>
                  <a:cubicBezTo>
                    <a:pt x="2080" y="5640"/>
                    <a:pt x="1891" y="5797"/>
                    <a:pt x="1702" y="5797"/>
                  </a:cubicBezTo>
                  <a:cubicBezTo>
                    <a:pt x="1450" y="5797"/>
                    <a:pt x="1261" y="5577"/>
                    <a:pt x="1261" y="5388"/>
                  </a:cubicBezTo>
                  <a:lnTo>
                    <a:pt x="1261" y="631"/>
                  </a:lnTo>
                  <a:cubicBezTo>
                    <a:pt x="1261" y="284"/>
                    <a:pt x="977" y="1"/>
                    <a:pt x="6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92" name="Google Shape;10880;p87">
            <a:extLst>
              <a:ext uri="{FF2B5EF4-FFF2-40B4-BE49-F238E27FC236}">
                <a16:creationId xmlns:a16="http://schemas.microsoft.com/office/drawing/2014/main" id="{D6A7A498-0B15-A897-AF1F-2AE6E2AA29CF}"/>
              </a:ext>
            </a:extLst>
          </p:cNvPr>
          <p:cNvGrpSpPr/>
          <p:nvPr/>
        </p:nvGrpSpPr>
        <p:grpSpPr>
          <a:xfrm>
            <a:off x="902142" y="3716613"/>
            <a:ext cx="353645" cy="353645"/>
            <a:chOff x="-35481425" y="3202075"/>
            <a:chExt cx="291450" cy="291450"/>
          </a:xfrm>
          <a:solidFill>
            <a:schemeClr val="accent2"/>
          </a:solidFill>
        </p:grpSpPr>
        <p:sp>
          <p:nvSpPr>
            <p:cNvPr id="3593" name="Google Shape;10881;p87">
              <a:extLst>
                <a:ext uri="{FF2B5EF4-FFF2-40B4-BE49-F238E27FC236}">
                  <a16:creationId xmlns:a16="http://schemas.microsoft.com/office/drawing/2014/main" id="{35CD6F00-6D87-7B8B-FDCD-1794373DC7E9}"/>
                </a:ext>
              </a:extLst>
            </p:cNvPr>
            <p:cNvSpPr/>
            <p:nvPr/>
          </p:nvSpPr>
          <p:spPr>
            <a:xfrm>
              <a:off x="-35414475" y="3304600"/>
              <a:ext cx="154400" cy="85975"/>
            </a:xfrm>
            <a:custGeom>
              <a:avLst/>
              <a:gdLst/>
              <a:ahLst/>
              <a:cxnLst/>
              <a:rect l="l" t="t" r="r" b="b"/>
              <a:pathLst>
                <a:path w="6176" h="3439" extrusionOk="0">
                  <a:moveTo>
                    <a:pt x="4433" y="0"/>
                  </a:moveTo>
                  <a:cubicBezTo>
                    <a:pt x="4393" y="0"/>
                    <a:pt x="4354" y="8"/>
                    <a:pt x="4317" y="26"/>
                  </a:cubicBezTo>
                  <a:cubicBezTo>
                    <a:pt x="4191" y="58"/>
                    <a:pt x="4128" y="216"/>
                    <a:pt x="4128" y="342"/>
                  </a:cubicBezTo>
                  <a:lnTo>
                    <a:pt x="4128" y="1003"/>
                  </a:lnTo>
                  <a:lnTo>
                    <a:pt x="2048" y="1003"/>
                  </a:lnTo>
                  <a:lnTo>
                    <a:pt x="2048" y="342"/>
                  </a:lnTo>
                  <a:cubicBezTo>
                    <a:pt x="2048" y="184"/>
                    <a:pt x="1954" y="58"/>
                    <a:pt x="1828" y="26"/>
                  </a:cubicBezTo>
                  <a:cubicBezTo>
                    <a:pt x="1793" y="15"/>
                    <a:pt x="1750" y="8"/>
                    <a:pt x="1705" y="8"/>
                  </a:cubicBezTo>
                  <a:cubicBezTo>
                    <a:pt x="1626" y="8"/>
                    <a:pt x="1541" y="30"/>
                    <a:pt x="1481" y="89"/>
                  </a:cubicBezTo>
                  <a:lnTo>
                    <a:pt x="95" y="1476"/>
                  </a:lnTo>
                  <a:cubicBezTo>
                    <a:pt x="0" y="1602"/>
                    <a:pt x="0" y="1822"/>
                    <a:pt x="95" y="1948"/>
                  </a:cubicBezTo>
                  <a:lnTo>
                    <a:pt x="1481" y="3334"/>
                  </a:lnTo>
                  <a:cubicBezTo>
                    <a:pt x="1548" y="3379"/>
                    <a:pt x="1646" y="3424"/>
                    <a:pt x="1732" y="3424"/>
                  </a:cubicBezTo>
                  <a:cubicBezTo>
                    <a:pt x="1767" y="3424"/>
                    <a:pt x="1800" y="3416"/>
                    <a:pt x="1828" y="3398"/>
                  </a:cubicBezTo>
                  <a:cubicBezTo>
                    <a:pt x="1954" y="3366"/>
                    <a:pt x="2048" y="3208"/>
                    <a:pt x="2048" y="3082"/>
                  </a:cubicBezTo>
                  <a:lnTo>
                    <a:pt x="2048" y="2421"/>
                  </a:lnTo>
                  <a:lnTo>
                    <a:pt x="4128" y="2421"/>
                  </a:lnTo>
                  <a:lnTo>
                    <a:pt x="4128" y="3082"/>
                  </a:lnTo>
                  <a:cubicBezTo>
                    <a:pt x="4128" y="3240"/>
                    <a:pt x="4191" y="3366"/>
                    <a:pt x="4317" y="3398"/>
                  </a:cubicBezTo>
                  <a:cubicBezTo>
                    <a:pt x="4369" y="3424"/>
                    <a:pt x="4426" y="3439"/>
                    <a:pt x="4483" y="3439"/>
                  </a:cubicBezTo>
                  <a:cubicBezTo>
                    <a:pt x="4562" y="3439"/>
                    <a:pt x="4639" y="3408"/>
                    <a:pt x="4695" y="3334"/>
                  </a:cubicBezTo>
                  <a:lnTo>
                    <a:pt x="6049" y="1948"/>
                  </a:lnTo>
                  <a:cubicBezTo>
                    <a:pt x="6175" y="1822"/>
                    <a:pt x="6175" y="1602"/>
                    <a:pt x="6049" y="1476"/>
                  </a:cubicBezTo>
                  <a:lnTo>
                    <a:pt x="4695" y="89"/>
                  </a:lnTo>
                  <a:cubicBezTo>
                    <a:pt x="4628" y="45"/>
                    <a:pt x="4530" y="0"/>
                    <a:pt x="443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4" name="Google Shape;10882;p87">
              <a:extLst>
                <a:ext uri="{FF2B5EF4-FFF2-40B4-BE49-F238E27FC236}">
                  <a16:creationId xmlns:a16="http://schemas.microsoft.com/office/drawing/2014/main" id="{9EC62FC7-78DD-18D8-ABCB-AFA3F0C2F226}"/>
                </a:ext>
              </a:extLst>
            </p:cNvPr>
            <p:cNvSpPr/>
            <p:nvPr/>
          </p:nvSpPr>
          <p:spPr>
            <a:xfrm>
              <a:off x="-35413700" y="3202075"/>
              <a:ext cx="34700" cy="103200"/>
            </a:xfrm>
            <a:custGeom>
              <a:avLst/>
              <a:gdLst/>
              <a:ahLst/>
              <a:cxnLst/>
              <a:rect l="l" t="t" r="r" b="b"/>
              <a:pathLst>
                <a:path w="1388" h="4128" extrusionOk="0">
                  <a:moveTo>
                    <a:pt x="1" y="0"/>
                  </a:moveTo>
                  <a:lnTo>
                    <a:pt x="1" y="4127"/>
                  </a:lnTo>
                  <a:lnTo>
                    <a:pt x="348" y="4127"/>
                  </a:lnTo>
                  <a:cubicBezTo>
                    <a:pt x="915" y="4127"/>
                    <a:pt x="1387" y="3655"/>
                    <a:pt x="1387" y="3088"/>
                  </a:cubicBezTo>
                  <a:lnTo>
                    <a:pt x="1387" y="1009"/>
                  </a:lnTo>
                  <a:cubicBezTo>
                    <a:pt x="1387" y="473"/>
                    <a:pt x="915" y="0"/>
                    <a:pt x="34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5" name="Google Shape;10883;p87">
              <a:extLst>
                <a:ext uri="{FF2B5EF4-FFF2-40B4-BE49-F238E27FC236}">
                  <a16:creationId xmlns:a16="http://schemas.microsoft.com/office/drawing/2014/main" id="{547065CB-7A84-8B2E-1882-419649D3E089}"/>
                </a:ext>
              </a:extLst>
            </p:cNvPr>
            <p:cNvSpPr/>
            <p:nvPr/>
          </p:nvSpPr>
          <p:spPr>
            <a:xfrm>
              <a:off x="-35413700" y="3389525"/>
              <a:ext cx="34700" cy="103250"/>
            </a:xfrm>
            <a:custGeom>
              <a:avLst/>
              <a:gdLst/>
              <a:ahLst/>
              <a:cxnLst/>
              <a:rect l="l" t="t" r="r" b="b"/>
              <a:pathLst>
                <a:path w="1388" h="4130" extrusionOk="0">
                  <a:moveTo>
                    <a:pt x="1" y="1"/>
                  </a:moveTo>
                  <a:lnTo>
                    <a:pt x="1" y="4128"/>
                  </a:lnTo>
                  <a:lnTo>
                    <a:pt x="348" y="4128"/>
                  </a:lnTo>
                  <a:cubicBezTo>
                    <a:pt x="367" y="4129"/>
                    <a:pt x="386" y="4129"/>
                    <a:pt x="405" y="4129"/>
                  </a:cubicBezTo>
                  <a:cubicBezTo>
                    <a:pt x="946" y="4129"/>
                    <a:pt x="1387" y="3698"/>
                    <a:pt x="1387" y="3119"/>
                  </a:cubicBezTo>
                  <a:lnTo>
                    <a:pt x="1387" y="1040"/>
                  </a:lnTo>
                  <a:cubicBezTo>
                    <a:pt x="1387" y="473"/>
                    <a:pt x="915" y="1"/>
                    <a:pt x="34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7" name="Google Shape;10884;p87">
              <a:extLst>
                <a:ext uri="{FF2B5EF4-FFF2-40B4-BE49-F238E27FC236}">
                  <a16:creationId xmlns:a16="http://schemas.microsoft.com/office/drawing/2014/main" id="{13400052-6ED2-FD21-82F1-C9965AA9782C}"/>
                </a:ext>
              </a:extLst>
            </p:cNvPr>
            <p:cNvSpPr/>
            <p:nvPr/>
          </p:nvSpPr>
          <p:spPr>
            <a:xfrm>
              <a:off x="-35292400" y="3202075"/>
              <a:ext cx="33900" cy="103200"/>
            </a:xfrm>
            <a:custGeom>
              <a:avLst/>
              <a:gdLst/>
              <a:ahLst/>
              <a:cxnLst/>
              <a:rect l="l" t="t" r="r" b="b"/>
              <a:pathLst>
                <a:path w="1356" h="4128" extrusionOk="0">
                  <a:moveTo>
                    <a:pt x="1009" y="0"/>
                  </a:moveTo>
                  <a:cubicBezTo>
                    <a:pt x="473" y="0"/>
                    <a:pt x="1" y="473"/>
                    <a:pt x="1" y="1009"/>
                  </a:cubicBezTo>
                  <a:lnTo>
                    <a:pt x="1" y="3088"/>
                  </a:lnTo>
                  <a:cubicBezTo>
                    <a:pt x="1" y="3655"/>
                    <a:pt x="410" y="4127"/>
                    <a:pt x="1009" y="4127"/>
                  </a:cubicBezTo>
                  <a:lnTo>
                    <a:pt x="1355" y="4127"/>
                  </a:lnTo>
                  <a:lnTo>
                    <a:pt x="135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9" name="Google Shape;10885;p87">
              <a:extLst>
                <a:ext uri="{FF2B5EF4-FFF2-40B4-BE49-F238E27FC236}">
                  <a16:creationId xmlns:a16="http://schemas.microsoft.com/office/drawing/2014/main" id="{563CB221-611F-90D1-CF06-4DE5C709619F}"/>
                </a:ext>
              </a:extLst>
            </p:cNvPr>
            <p:cNvSpPr/>
            <p:nvPr/>
          </p:nvSpPr>
          <p:spPr>
            <a:xfrm>
              <a:off x="-35241200" y="3202850"/>
              <a:ext cx="51225" cy="290675"/>
            </a:xfrm>
            <a:custGeom>
              <a:avLst/>
              <a:gdLst/>
              <a:ahLst/>
              <a:cxnLst/>
              <a:rect l="l" t="t" r="r" b="b"/>
              <a:pathLst>
                <a:path w="2049" h="11627" extrusionOk="0">
                  <a:moveTo>
                    <a:pt x="1" y="1"/>
                  </a:moveTo>
                  <a:lnTo>
                    <a:pt x="1" y="11626"/>
                  </a:lnTo>
                  <a:cubicBezTo>
                    <a:pt x="1135" y="11469"/>
                    <a:pt x="2048" y="10460"/>
                    <a:pt x="2048" y="9263"/>
                  </a:cubicBezTo>
                  <a:lnTo>
                    <a:pt x="2048" y="2395"/>
                  </a:lnTo>
                  <a:cubicBezTo>
                    <a:pt x="2048" y="1167"/>
                    <a:pt x="1135" y="158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0" name="Google Shape;10886;p87">
              <a:extLst>
                <a:ext uri="{FF2B5EF4-FFF2-40B4-BE49-F238E27FC236}">
                  <a16:creationId xmlns:a16="http://schemas.microsoft.com/office/drawing/2014/main" id="{1FEAF9ED-FF7A-13B1-90D5-DB2DE4DBF485}"/>
                </a:ext>
              </a:extLst>
            </p:cNvPr>
            <p:cNvSpPr/>
            <p:nvPr/>
          </p:nvSpPr>
          <p:spPr>
            <a:xfrm>
              <a:off x="-35292400" y="3389525"/>
              <a:ext cx="33900" cy="104000"/>
            </a:xfrm>
            <a:custGeom>
              <a:avLst/>
              <a:gdLst/>
              <a:ahLst/>
              <a:cxnLst/>
              <a:rect l="l" t="t" r="r" b="b"/>
              <a:pathLst>
                <a:path w="1356" h="4160" extrusionOk="0">
                  <a:moveTo>
                    <a:pt x="1009" y="1"/>
                  </a:moveTo>
                  <a:cubicBezTo>
                    <a:pt x="473" y="1"/>
                    <a:pt x="1" y="473"/>
                    <a:pt x="1" y="1040"/>
                  </a:cubicBezTo>
                  <a:lnTo>
                    <a:pt x="1" y="3119"/>
                  </a:lnTo>
                  <a:cubicBezTo>
                    <a:pt x="1" y="3718"/>
                    <a:pt x="410" y="4159"/>
                    <a:pt x="1009" y="4159"/>
                  </a:cubicBezTo>
                  <a:lnTo>
                    <a:pt x="1355" y="4159"/>
                  </a:lnTo>
                  <a:lnTo>
                    <a:pt x="135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2" name="Google Shape;10887;p87">
              <a:extLst>
                <a:ext uri="{FF2B5EF4-FFF2-40B4-BE49-F238E27FC236}">
                  <a16:creationId xmlns:a16="http://schemas.microsoft.com/office/drawing/2014/main" id="{74C8C199-B805-B05D-674D-0B0B3F061AA1}"/>
                </a:ext>
              </a:extLst>
            </p:cNvPr>
            <p:cNvSpPr/>
            <p:nvPr/>
          </p:nvSpPr>
          <p:spPr>
            <a:xfrm>
              <a:off x="-35481425" y="3202075"/>
              <a:ext cx="51225" cy="289875"/>
            </a:xfrm>
            <a:custGeom>
              <a:avLst/>
              <a:gdLst/>
              <a:ahLst/>
              <a:cxnLst/>
              <a:rect l="l" t="t" r="r" b="b"/>
              <a:pathLst>
                <a:path w="2049" h="11595" extrusionOk="0">
                  <a:moveTo>
                    <a:pt x="2048" y="0"/>
                  </a:moveTo>
                  <a:cubicBezTo>
                    <a:pt x="883" y="158"/>
                    <a:pt x="1" y="1166"/>
                    <a:pt x="1" y="2363"/>
                  </a:cubicBezTo>
                  <a:lnTo>
                    <a:pt x="1" y="9200"/>
                  </a:lnTo>
                  <a:cubicBezTo>
                    <a:pt x="1" y="10460"/>
                    <a:pt x="851" y="11437"/>
                    <a:pt x="2048" y="11594"/>
                  </a:cubicBezTo>
                  <a:lnTo>
                    <a:pt x="204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605" name="Picture 32" descr="2,800+ Ignorance Icon Stock Illustrations, Royalty-Free Vector Graphics &amp;  Clip Art - iStock">
            <a:extLst>
              <a:ext uri="{FF2B5EF4-FFF2-40B4-BE49-F238E27FC236}">
                <a16:creationId xmlns:a16="http://schemas.microsoft.com/office/drawing/2014/main" id="{02CE16B7-0175-7375-88B1-B1BC86A3D6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5079" y="1642685"/>
            <a:ext cx="2049899" cy="2049899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586783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5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500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500" fill="hold">
                                          <p:stCondLst>
                                            <p:cond delay="15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500" fill="hold">
                                          <p:stCondLst>
                                            <p:cond delay="20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500"/>
                            </p:stCondLst>
                            <p:childTnLst>
                              <p:par>
                                <p:cTn id="12" presetID="3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3" dur="1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6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3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9" dur="1000"/>
                                        <p:tgtEl>
                                          <p:spTgt spid="10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/>
                                        <p:tgtEl>
                                          <p:spTgt spid="10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/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2" dur="1000"/>
                                        <p:tgtEl>
                                          <p:spTgt spid="10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3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5" dur="1000"/>
                                        <p:tgtEl>
                                          <p:spTgt spid="10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/>
                                        <p:tgtEl>
                                          <p:spTgt spid="10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/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8" dur="1000"/>
                                        <p:tgtEl>
                                          <p:spTgt spid="10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3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1" dur="1000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4" dur="1000"/>
                                        <p:tgtEl>
                                          <p:spTgt spid="10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3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7" dur="1000"/>
                                        <p:tgtEl>
                                          <p:spTgt spid="10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/>
                                        <p:tgtEl>
                                          <p:spTgt spid="10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/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0" dur="1000"/>
                                        <p:tgtEl>
                                          <p:spTgt spid="10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3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3" dur="1000"/>
                                        <p:tgtEl>
                                          <p:spTgt spid="10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/>
                                        <p:tgtEl>
                                          <p:spTgt spid="10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/>
                                        <p:tgtEl>
                                          <p:spTgt spid="104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6" dur="1000"/>
                                        <p:tgtEl>
                                          <p:spTgt spid="10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3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9" dur="1000"/>
                                        <p:tgtEl>
                                          <p:spTgt spid="10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/>
                                        <p:tgtEl>
                                          <p:spTgt spid="10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/>
                                        <p:tgtEl>
                                          <p:spTgt spid="105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2" dur="1000"/>
                                        <p:tgtEl>
                                          <p:spTgt spid="10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3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5" dur="1000"/>
                                        <p:tgtEl>
                                          <p:spTgt spid="10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/>
                                        <p:tgtEl>
                                          <p:spTgt spid="10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/>
                                        <p:tgtEl>
                                          <p:spTgt spid="105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8" dur="1000"/>
                                        <p:tgtEl>
                                          <p:spTgt spid="10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3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1" dur="1000"/>
                                        <p:tgtEl>
                                          <p:spTgt spid="10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/>
                                        <p:tgtEl>
                                          <p:spTgt spid="10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/>
                                        <p:tgtEl>
                                          <p:spTgt spid="105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4" dur="1000"/>
                                        <p:tgtEl>
                                          <p:spTgt spid="10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3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7" dur="1000"/>
                                        <p:tgtEl>
                                          <p:spTgt spid="10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/>
                                        <p:tgtEl>
                                          <p:spTgt spid="10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/>
                                        <p:tgtEl>
                                          <p:spTgt spid="105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0" dur="1000"/>
                                        <p:tgtEl>
                                          <p:spTgt spid="10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3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3" dur="1000"/>
                                        <p:tgtEl>
                                          <p:spTgt spid="36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/>
                                        <p:tgtEl>
                                          <p:spTgt spid="36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/>
                                        <p:tgtEl>
                                          <p:spTgt spid="360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6" dur="1000"/>
                                        <p:tgtEl>
                                          <p:spTgt spid="36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95">
          <a:extLst>
            <a:ext uri="{FF2B5EF4-FFF2-40B4-BE49-F238E27FC236}">
              <a16:creationId xmlns:a16="http://schemas.microsoft.com/office/drawing/2014/main" id="{F0044CBA-EDA5-A885-A706-5CFBA2E0FF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6" name="Google Shape;3596;p52">
            <a:extLst>
              <a:ext uri="{FF2B5EF4-FFF2-40B4-BE49-F238E27FC236}">
                <a16:creationId xmlns:a16="http://schemas.microsoft.com/office/drawing/2014/main" id="{A8EC8092-8E68-16B9-3CA1-450DEB41A5B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US" dirty="0">
                <a:solidFill>
                  <a:schemeClr val="accent2"/>
                </a:solidFill>
              </a:rPr>
              <a:t>The Pain Points &amp; </a:t>
            </a:r>
            <a:r>
              <a:rPr lang="en-US" dirty="0">
                <a:solidFill>
                  <a:schemeClr val="bg1"/>
                </a:solidFill>
              </a:rPr>
              <a:t>Our Solution</a:t>
            </a:r>
            <a:endParaRPr dirty="0">
              <a:solidFill>
                <a:schemeClr val="accent2"/>
              </a:solidFill>
            </a:endParaRPr>
          </a:p>
        </p:txBody>
      </p:sp>
      <p:grpSp>
        <p:nvGrpSpPr>
          <p:cNvPr id="3637" name="Google Shape;3637;p52">
            <a:extLst>
              <a:ext uri="{FF2B5EF4-FFF2-40B4-BE49-F238E27FC236}">
                <a16:creationId xmlns:a16="http://schemas.microsoft.com/office/drawing/2014/main" id="{DD54D566-54D0-F3DB-639E-8DBDE2B113B3}"/>
              </a:ext>
            </a:extLst>
          </p:cNvPr>
          <p:cNvGrpSpPr/>
          <p:nvPr/>
        </p:nvGrpSpPr>
        <p:grpSpPr>
          <a:xfrm rot="5400000">
            <a:off x="8227473" y="2334240"/>
            <a:ext cx="883262" cy="242091"/>
            <a:chOff x="2300350" y="2601250"/>
            <a:chExt cx="2275275" cy="623625"/>
          </a:xfrm>
        </p:grpSpPr>
        <p:sp>
          <p:nvSpPr>
            <p:cNvPr id="3638" name="Google Shape;3638;p52">
              <a:extLst>
                <a:ext uri="{FF2B5EF4-FFF2-40B4-BE49-F238E27FC236}">
                  <a16:creationId xmlns:a16="http://schemas.microsoft.com/office/drawing/2014/main" id="{F5260D68-FF9C-21EF-FBE7-38130BE74FEC}"/>
                </a:ext>
              </a:extLst>
            </p:cNvPr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9" name="Google Shape;3639;p52">
              <a:extLst>
                <a:ext uri="{FF2B5EF4-FFF2-40B4-BE49-F238E27FC236}">
                  <a16:creationId xmlns:a16="http://schemas.microsoft.com/office/drawing/2014/main" id="{845397AD-34E7-C758-D59A-0496927C398F}"/>
                </a:ext>
              </a:extLst>
            </p:cNvPr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0" name="Google Shape;3640;p52">
              <a:extLst>
                <a:ext uri="{FF2B5EF4-FFF2-40B4-BE49-F238E27FC236}">
                  <a16:creationId xmlns:a16="http://schemas.microsoft.com/office/drawing/2014/main" id="{144CD072-AFF3-B0B0-6E9D-6A9F96240758}"/>
                </a:ext>
              </a:extLst>
            </p:cNvPr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1" name="Google Shape;3641;p52">
              <a:extLst>
                <a:ext uri="{FF2B5EF4-FFF2-40B4-BE49-F238E27FC236}">
                  <a16:creationId xmlns:a16="http://schemas.microsoft.com/office/drawing/2014/main" id="{6EB4466B-0AA7-0438-AA5C-9E74783BA84B}"/>
                </a:ext>
              </a:extLst>
            </p:cNvPr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2" name="Google Shape;3642;p52">
              <a:extLst>
                <a:ext uri="{FF2B5EF4-FFF2-40B4-BE49-F238E27FC236}">
                  <a16:creationId xmlns:a16="http://schemas.microsoft.com/office/drawing/2014/main" id="{16E92748-6C32-592E-30D8-0BFB323C93AB}"/>
                </a:ext>
              </a:extLst>
            </p:cNvPr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3" name="Google Shape;3643;p52">
              <a:extLst>
                <a:ext uri="{FF2B5EF4-FFF2-40B4-BE49-F238E27FC236}">
                  <a16:creationId xmlns:a16="http://schemas.microsoft.com/office/drawing/2014/main" id="{D9643FA1-0F4D-EE00-EA16-999879BC45A7}"/>
                </a:ext>
              </a:extLst>
            </p:cNvPr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" name="Google Shape;3598;p52">
            <a:extLst>
              <a:ext uri="{FF2B5EF4-FFF2-40B4-BE49-F238E27FC236}">
                <a16:creationId xmlns:a16="http://schemas.microsoft.com/office/drawing/2014/main" id="{114C5ADB-D00E-04F7-132B-900045065CB9}"/>
              </a:ext>
            </a:extLst>
          </p:cNvPr>
          <p:cNvSpPr txBox="1">
            <a:spLocks/>
          </p:cNvSpPr>
          <p:nvPr/>
        </p:nvSpPr>
        <p:spPr>
          <a:xfrm>
            <a:off x="1220581" y="1506835"/>
            <a:ext cx="2473322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pPr marL="0" indent="0"/>
            <a:r>
              <a:rPr lang="en-US" b="1" dirty="0"/>
              <a:t>9 integrated modules</a:t>
            </a:r>
            <a:r>
              <a:rPr lang="en-US" dirty="0"/>
              <a:t> </a:t>
            </a:r>
          </a:p>
          <a:p>
            <a:pPr marL="0" indent="0"/>
            <a:r>
              <a:rPr lang="en-US" dirty="0"/>
              <a:t>in ONE platform</a:t>
            </a:r>
          </a:p>
        </p:txBody>
      </p:sp>
      <p:sp>
        <p:nvSpPr>
          <p:cNvPr id="14" name="Google Shape;3601;p52">
            <a:extLst>
              <a:ext uri="{FF2B5EF4-FFF2-40B4-BE49-F238E27FC236}">
                <a16:creationId xmlns:a16="http://schemas.microsoft.com/office/drawing/2014/main" id="{C944E7A8-279D-0421-B0F9-3CAB3B8C92BC}"/>
              </a:ext>
            </a:extLst>
          </p:cNvPr>
          <p:cNvSpPr txBox="1">
            <a:spLocks/>
          </p:cNvSpPr>
          <p:nvPr/>
        </p:nvSpPr>
        <p:spPr>
          <a:xfrm>
            <a:off x="1384142" y="2045881"/>
            <a:ext cx="2146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pPr marL="0" indent="0"/>
            <a:r>
              <a:rPr lang="en-US" b="1" dirty="0"/>
              <a:t>Role System</a:t>
            </a:r>
          </a:p>
        </p:txBody>
      </p:sp>
      <p:sp>
        <p:nvSpPr>
          <p:cNvPr id="15" name="Google Shape;3606;p52">
            <a:extLst>
              <a:ext uri="{FF2B5EF4-FFF2-40B4-BE49-F238E27FC236}">
                <a16:creationId xmlns:a16="http://schemas.microsoft.com/office/drawing/2014/main" id="{F119ACFD-85B8-3CC4-DF42-E8015B31A752}"/>
              </a:ext>
            </a:extLst>
          </p:cNvPr>
          <p:cNvSpPr txBox="1">
            <a:spLocks/>
          </p:cNvSpPr>
          <p:nvPr/>
        </p:nvSpPr>
        <p:spPr>
          <a:xfrm>
            <a:off x="1384142" y="2584927"/>
            <a:ext cx="2146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pPr marL="0" indent="0"/>
            <a:r>
              <a:rPr lang="en-US" dirty="0"/>
              <a:t>Bangladesh-first design</a:t>
            </a:r>
          </a:p>
        </p:txBody>
      </p:sp>
      <p:sp>
        <p:nvSpPr>
          <p:cNvPr id="16" name="Google Shape;3606;p52">
            <a:extLst>
              <a:ext uri="{FF2B5EF4-FFF2-40B4-BE49-F238E27FC236}">
                <a16:creationId xmlns:a16="http://schemas.microsoft.com/office/drawing/2014/main" id="{628727DB-35CA-75A7-79A5-41857EA1DA42}"/>
              </a:ext>
            </a:extLst>
          </p:cNvPr>
          <p:cNvSpPr txBox="1">
            <a:spLocks/>
          </p:cNvSpPr>
          <p:nvPr/>
        </p:nvSpPr>
        <p:spPr>
          <a:xfrm>
            <a:off x="1384142" y="3123973"/>
            <a:ext cx="2146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pPr marL="0" indent="0"/>
            <a:r>
              <a:rPr lang="en-US" b="1" dirty="0"/>
              <a:t>Gamification &amp; rewards</a:t>
            </a:r>
            <a:r>
              <a:rPr lang="en-US" dirty="0"/>
              <a:t> for engagement</a:t>
            </a:r>
          </a:p>
        </p:txBody>
      </p:sp>
      <p:sp>
        <p:nvSpPr>
          <p:cNvPr id="17" name="Google Shape;3606;p52">
            <a:extLst>
              <a:ext uri="{FF2B5EF4-FFF2-40B4-BE49-F238E27FC236}">
                <a16:creationId xmlns:a16="http://schemas.microsoft.com/office/drawing/2014/main" id="{5C03BB2D-E377-1F7E-36B9-18C32C0F5807}"/>
              </a:ext>
            </a:extLst>
          </p:cNvPr>
          <p:cNvSpPr txBox="1">
            <a:spLocks/>
          </p:cNvSpPr>
          <p:nvPr/>
        </p:nvSpPr>
        <p:spPr>
          <a:xfrm>
            <a:off x="1302362" y="3663019"/>
            <a:ext cx="2309761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pPr marL="0" indent="0"/>
            <a:r>
              <a:rPr lang="en-US" b="1" dirty="0"/>
              <a:t>Cross-module intelligence</a:t>
            </a:r>
            <a:r>
              <a:rPr lang="en-US" dirty="0"/>
              <a:t> (health data → nutrition)</a:t>
            </a:r>
          </a:p>
        </p:txBody>
      </p:sp>
      <p:sp>
        <p:nvSpPr>
          <p:cNvPr id="18" name="Google Shape;3597;p52">
            <a:extLst>
              <a:ext uri="{FF2B5EF4-FFF2-40B4-BE49-F238E27FC236}">
                <a16:creationId xmlns:a16="http://schemas.microsoft.com/office/drawing/2014/main" id="{0937C174-9EBA-D8A3-D976-E001991F5E78}"/>
              </a:ext>
            </a:extLst>
          </p:cNvPr>
          <p:cNvSpPr txBox="1">
            <a:spLocks/>
          </p:cNvSpPr>
          <p:nvPr/>
        </p:nvSpPr>
        <p:spPr>
          <a:xfrm>
            <a:off x="759581" y="1112100"/>
            <a:ext cx="3369593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1126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Exo"/>
              <a:buNone/>
              <a:defRPr sz="1800" b="1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Exo"/>
              <a:buNone/>
              <a:defRPr sz="20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Exo"/>
              <a:buNone/>
              <a:defRPr sz="20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Exo"/>
              <a:buNone/>
              <a:defRPr sz="20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Exo"/>
              <a:buNone/>
              <a:defRPr sz="20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Exo"/>
              <a:buNone/>
              <a:defRPr sz="20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Exo"/>
              <a:buNone/>
              <a:defRPr sz="20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Exo"/>
              <a:buNone/>
              <a:defRPr sz="20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Exo"/>
              <a:buNone/>
              <a:defRPr sz="20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9pPr>
          </a:lstStyle>
          <a:p>
            <a:r>
              <a:rPr lang="en-US" dirty="0"/>
              <a:t>Our Unified Solution</a:t>
            </a:r>
          </a:p>
        </p:txBody>
      </p:sp>
      <p:grpSp>
        <p:nvGrpSpPr>
          <p:cNvPr id="19" name="Google Shape;10928;p87">
            <a:extLst>
              <a:ext uri="{FF2B5EF4-FFF2-40B4-BE49-F238E27FC236}">
                <a16:creationId xmlns:a16="http://schemas.microsoft.com/office/drawing/2014/main" id="{4741507B-EDFC-71F1-824F-7599B03A7700}"/>
              </a:ext>
            </a:extLst>
          </p:cNvPr>
          <p:cNvGrpSpPr/>
          <p:nvPr/>
        </p:nvGrpSpPr>
        <p:grpSpPr>
          <a:xfrm>
            <a:off x="902142" y="1521015"/>
            <a:ext cx="353645" cy="355557"/>
            <a:chOff x="-31811100" y="3550975"/>
            <a:chExt cx="291450" cy="293025"/>
          </a:xfrm>
          <a:solidFill>
            <a:schemeClr val="accent2"/>
          </a:solidFill>
        </p:grpSpPr>
        <p:sp>
          <p:nvSpPr>
            <p:cNvPr id="20" name="Google Shape;10929;p87">
              <a:extLst>
                <a:ext uri="{FF2B5EF4-FFF2-40B4-BE49-F238E27FC236}">
                  <a16:creationId xmlns:a16="http://schemas.microsoft.com/office/drawing/2014/main" id="{D3F18209-164D-F6FA-A4F6-A27A2075E561}"/>
                </a:ext>
              </a:extLst>
            </p:cNvPr>
            <p:cNvSpPr/>
            <p:nvPr/>
          </p:nvSpPr>
          <p:spPr>
            <a:xfrm>
              <a:off x="-31554325" y="3595875"/>
              <a:ext cx="34675" cy="33900"/>
            </a:xfrm>
            <a:custGeom>
              <a:avLst/>
              <a:gdLst/>
              <a:ahLst/>
              <a:cxnLst/>
              <a:rect l="l" t="t" r="r" b="b"/>
              <a:pathLst>
                <a:path w="1387" h="1356" extrusionOk="0">
                  <a:moveTo>
                    <a:pt x="0" y="1"/>
                  </a:moveTo>
                  <a:lnTo>
                    <a:pt x="0" y="1355"/>
                  </a:lnTo>
                  <a:lnTo>
                    <a:pt x="662" y="1355"/>
                  </a:lnTo>
                  <a:cubicBezTo>
                    <a:pt x="1071" y="1355"/>
                    <a:pt x="1324" y="1040"/>
                    <a:pt x="1324" y="694"/>
                  </a:cubicBezTo>
                  <a:cubicBezTo>
                    <a:pt x="1387" y="316"/>
                    <a:pt x="1071" y="1"/>
                    <a:pt x="6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0930;p87">
              <a:extLst>
                <a:ext uri="{FF2B5EF4-FFF2-40B4-BE49-F238E27FC236}">
                  <a16:creationId xmlns:a16="http://schemas.microsoft.com/office/drawing/2014/main" id="{3FFC5058-55DF-F2AE-BA65-26779E7983FE}"/>
                </a:ext>
              </a:extLst>
            </p:cNvPr>
            <p:cNvSpPr/>
            <p:nvPr/>
          </p:nvSpPr>
          <p:spPr>
            <a:xfrm>
              <a:off x="-31659075" y="3628650"/>
              <a:ext cx="139425" cy="71650"/>
            </a:xfrm>
            <a:custGeom>
              <a:avLst/>
              <a:gdLst/>
              <a:ahLst/>
              <a:cxnLst/>
              <a:rect l="l" t="t" r="r" b="b"/>
              <a:pathLst>
                <a:path w="5577" h="2866" extrusionOk="0">
                  <a:moveTo>
                    <a:pt x="1438" y="1"/>
                  </a:moveTo>
                  <a:cubicBezTo>
                    <a:pt x="1338" y="1"/>
                    <a:pt x="1235" y="30"/>
                    <a:pt x="1166" y="76"/>
                  </a:cubicBezTo>
                  <a:lnTo>
                    <a:pt x="126" y="1179"/>
                  </a:lnTo>
                  <a:cubicBezTo>
                    <a:pt x="0" y="1305"/>
                    <a:pt x="0" y="1525"/>
                    <a:pt x="126" y="1651"/>
                  </a:cubicBezTo>
                  <a:lnTo>
                    <a:pt x="1166" y="2754"/>
                  </a:lnTo>
                  <a:cubicBezTo>
                    <a:pt x="1208" y="2838"/>
                    <a:pt x="1292" y="2866"/>
                    <a:pt x="1390" y="2866"/>
                  </a:cubicBezTo>
                  <a:cubicBezTo>
                    <a:pt x="1439" y="2866"/>
                    <a:pt x="1491" y="2859"/>
                    <a:pt x="1544" y="2848"/>
                  </a:cubicBezTo>
                  <a:cubicBezTo>
                    <a:pt x="1670" y="2817"/>
                    <a:pt x="1796" y="2659"/>
                    <a:pt x="1796" y="2533"/>
                  </a:cubicBezTo>
                  <a:lnTo>
                    <a:pt x="1796" y="2124"/>
                  </a:lnTo>
                  <a:lnTo>
                    <a:pt x="4190" y="2124"/>
                  </a:lnTo>
                  <a:cubicBezTo>
                    <a:pt x="4946" y="2124"/>
                    <a:pt x="5577" y="1494"/>
                    <a:pt x="5577" y="769"/>
                  </a:cubicBezTo>
                  <a:lnTo>
                    <a:pt x="5577" y="549"/>
                  </a:lnTo>
                  <a:cubicBezTo>
                    <a:pt x="5356" y="675"/>
                    <a:pt x="5135" y="769"/>
                    <a:pt x="4883" y="769"/>
                  </a:cubicBezTo>
                  <a:cubicBezTo>
                    <a:pt x="3686" y="738"/>
                    <a:pt x="2930" y="738"/>
                    <a:pt x="1796" y="738"/>
                  </a:cubicBezTo>
                  <a:lnTo>
                    <a:pt x="1796" y="328"/>
                  </a:lnTo>
                  <a:cubicBezTo>
                    <a:pt x="1796" y="170"/>
                    <a:pt x="1701" y="44"/>
                    <a:pt x="1544" y="13"/>
                  </a:cubicBezTo>
                  <a:cubicBezTo>
                    <a:pt x="1510" y="5"/>
                    <a:pt x="1474" y="1"/>
                    <a:pt x="143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0931;p87">
              <a:extLst>
                <a:ext uri="{FF2B5EF4-FFF2-40B4-BE49-F238E27FC236}">
                  <a16:creationId xmlns:a16="http://schemas.microsoft.com/office/drawing/2014/main" id="{3B142222-CDFC-216C-8B97-7475B584E2C1}"/>
                </a:ext>
              </a:extLst>
            </p:cNvPr>
            <p:cNvSpPr/>
            <p:nvPr/>
          </p:nvSpPr>
          <p:spPr>
            <a:xfrm>
              <a:off x="-31811100" y="3647075"/>
              <a:ext cx="33100" cy="33100"/>
            </a:xfrm>
            <a:custGeom>
              <a:avLst/>
              <a:gdLst/>
              <a:ahLst/>
              <a:cxnLst/>
              <a:rect l="l" t="t" r="r" b="b"/>
              <a:pathLst>
                <a:path w="1324" h="1324" extrusionOk="0">
                  <a:moveTo>
                    <a:pt x="662" y="1"/>
                  </a:moveTo>
                  <a:cubicBezTo>
                    <a:pt x="253" y="1"/>
                    <a:pt x="1" y="316"/>
                    <a:pt x="1" y="662"/>
                  </a:cubicBezTo>
                  <a:cubicBezTo>
                    <a:pt x="1" y="1040"/>
                    <a:pt x="316" y="1324"/>
                    <a:pt x="662" y="1324"/>
                  </a:cubicBezTo>
                  <a:lnTo>
                    <a:pt x="1324" y="1324"/>
                  </a:lnTo>
                  <a:lnTo>
                    <a:pt x="132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0932;p87">
              <a:extLst>
                <a:ext uri="{FF2B5EF4-FFF2-40B4-BE49-F238E27FC236}">
                  <a16:creationId xmlns:a16="http://schemas.microsoft.com/office/drawing/2014/main" id="{6D2AC8B6-6E60-471D-5D70-EBFA0EB9C049}"/>
                </a:ext>
              </a:extLst>
            </p:cNvPr>
            <p:cNvSpPr/>
            <p:nvPr/>
          </p:nvSpPr>
          <p:spPr>
            <a:xfrm>
              <a:off x="-31811100" y="3678325"/>
              <a:ext cx="138650" cy="72250"/>
            </a:xfrm>
            <a:custGeom>
              <a:avLst/>
              <a:gdLst/>
              <a:ahLst/>
              <a:cxnLst/>
              <a:rect l="l" t="t" r="r" b="b"/>
              <a:pathLst>
                <a:path w="5546" h="2890" extrusionOk="0">
                  <a:moveTo>
                    <a:pt x="4193" y="1"/>
                  </a:moveTo>
                  <a:cubicBezTo>
                    <a:pt x="4132" y="1"/>
                    <a:pt x="4067" y="16"/>
                    <a:pt x="4002" y="42"/>
                  </a:cubicBezTo>
                  <a:cubicBezTo>
                    <a:pt x="3876" y="74"/>
                    <a:pt x="3781" y="231"/>
                    <a:pt x="3781" y="357"/>
                  </a:cubicBezTo>
                  <a:lnTo>
                    <a:pt x="3781" y="735"/>
                  </a:lnTo>
                  <a:lnTo>
                    <a:pt x="662" y="735"/>
                  </a:lnTo>
                  <a:cubicBezTo>
                    <a:pt x="410" y="735"/>
                    <a:pt x="190" y="672"/>
                    <a:pt x="1" y="546"/>
                  </a:cubicBezTo>
                  <a:lnTo>
                    <a:pt x="1" y="767"/>
                  </a:lnTo>
                  <a:cubicBezTo>
                    <a:pt x="1" y="1523"/>
                    <a:pt x="631" y="2153"/>
                    <a:pt x="1355" y="2153"/>
                  </a:cubicBezTo>
                  <a:lnTo>
                    <a:pt x="3781" y="2153"/>
                  </a:lnTo>
                  <a:lnTo>
                    <a:pt x="3781" y="2563"/>
                  </a:lnTo>
                  <a:cubicBezTo>
                    <a:pt x="3781" y="2720"/>
                    <a:pt x="3844" y="2815"/>
                    <a:pt x="4002" y="2878"/>
                  </a:cubicBezTo>
                  <a:cubicBezTo>
                    <a:pt x="4033" y="2886"/>
                    <a:pt x="4067" y="2890"/>
                    <a:pt x="4101" y="2890"/>
                  </a:cubicBezTo>
                  <a:cubicBezTo>
                    <a:pt x="4205" y="2890"/>
                    <a:pt x="4317" y="2854"/>
                    <a:pt x="4411" y="2783"/>
                  </a:cubicBezTo>
                  <a:lnTo>
                    <a:pt x="5420" y="1681"/>
                  </a:lnTo>
                  <a:cubicBezTo>
                    <a:pt x="5546" y="1555"/>
                    <a:pt x="5546" y="1365"/>
                    <a:pt x="5420" y="1208"/>
                  </a:cubicBezTo>
                  <a:lnTo>
                    <a:pt x="4411" y="105"/>
                  </a:lnTo>
                  <a:cubicBezTo>
                    <a:pt x="4356" y="31"/>
                    <a:pt x="4279" y="1"/>
                    <a:pt x="419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0933;p87">
              <a:extLst>
                <a:ext uri="{FF2B5EF4-FFF2-40B4-BE49-F238E27FC236}">
                  <a16:creationId xmlns:a16="http://schemas.microsoft.com/office/drawing/2014/main" id="{956A6646-FC01-45CA-E9C3-767667A4D176}"/>
                </a:ext>
              </a:extLst>
            </p:cNvPr>
            <p:cNvSpPr/>
            <p:nvPr/>
          </p:nvSpPr>
          <p:spPr>
            <a:xfrm>
              <a:off x="-31759900" y="3791200"/>
              <a:ext cx="187475" cy="52800"/>
            </a:xfrm>
            <a:custGeom>
              <a:avLst/>
              <a:gdLst/>
              <a:ahLst/>
              <a:cxnLst/>
              <a:rect l="l" t="t" r="r" b="b"/>
              <a:pathLst>
                <a:path w="7499" h="2112" extrusionOk="0">
                  <a:moveTo>
                    <a:pt x="1" y="1"/>
                  </a:moveTo>
                  <a:lnTo>
                    <a:pt x="1" y="1072"/>
                  </a:lnTo>
                  <a:cubicBezTo>
                    <a:pt x="1" y="1639"/>
                    <a:pt x="473" y="2112"/>
                    <a:pt x="1009" y="2112"/>
                  </a:cubicBezTo>
                  <a:lnTo>
                    <a:pt x="6491" y="2112"/>
                  </a:lnTo>
                  <a:cubicBezTo>
                    <a:pt x="7026" y="2112"/>
                    <a:pt x="7499" y="1639"/>
                    <a:pt x="7499" y="1072"/>
                  </a:cubicBezTo>
                  <a:lnTo>
                    <a:pt x="749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10934;p87">
              <a:extLst>
                <a:ext uri="{FF2B5EF4-FFF2-40B4-BE49-F238E27FC236}">
                  <a16:creationId xmlns:a16="http://schemas.microsoft.com/office/drawing/2014/main" id="{5804E8C5-F6EA-033A-60E0-AEA6F4927FB4}"/>
                </a:ext>
              </a:extLst>
            </p:cNvPr>
            <p:cNvSpPr/>
            <p:nvPr/>
          </p:nvSpPr>
          <p:spPr>
            <a:xfrm>
              <a:off x="-31759900" y="3550975"/>
              <a:ext cx="187475" cy="35475"/>
            </a:xfrm>
            <a:custGeom>
              <a:avLst/>
              <a:gdLst/>
              <a:ahLst/>
              <a:cxnLst/>
              <a:rect l="l" t="t" r="r" b="b"/>
              <a:pathLst>
                <a:path w="7499" h="1419" extrusionOk="0">
                  <a:moveTo>
                    <a:pt x="1009" y="1"/>
                  </a:moveTo>
                  <a:cubicBezTo>
                    <a:pt x="473" y="1"/>
                    <a:pt x="1" y="474"/>
                    <a:pt x="1" y="1072"/>
                  </a:cubicBezTo>
                  <a:lnTo>
                    <a:pt x="1" y="1419"/>
                  </a:lnTo>
                  <a:lnTo>
                    <a:pt x="7499" y="1419"/>
                  </a:lnTo>
                  <a:lnTo>
                    <a:pt x="7499" y="1072"/>
                  </a:lnTo>
                  <a:cubicBezTo>
                    <a:pt x="7499" y="537"/>
                    <a:pt x="7026" y="1"/>
                    <a:pt x="649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10935;p87">
              <a:extLst>
                <a:ext uri="{FF2B5EF4-FFF2-40B4-BE49-F238E27FC236}">
                  <a16:creationId xmlns:a16="http://schemas.microsoft.com/office/drawing/2014/main" id="{65F6AF5F-5251-C686-352F-96ADC92EDBFA}"/>
                </a:ext>
              </a:extLst>
            </p:cNvPr>
            <p:cNvSpPr/>
            <p:nvPr/>
          </p:nvSpPr>
          <p:spPr>
            <a:xfrm>
              <a:off x="-31759100" y="3602975"/>
              <a:ext cx="188250" cy="172500"/>
            </a:xfrm>
            <a:custGeom>
              <a:avLst/>
              <a:gdLst/>
              <a:ahLst/>
              <a:cxnLst/>
              <a:rect l="l" t="t" r="r" b="b"/>
              <a:pathLst>
                <a:path w="7530" h="6900" extrusionOk="0">
                  <a:moveTo>
                    <a:pt x="0" y="0"/>
                  </a:moveTo>
                  <a:lnTo>
                    <a:pt x="0" y="3088"/>
                  </a:lnTo>
                  <a:lnTo>
                    <a:pt x="1071" y="3088"/>
                  </a:lnTo>
                  <a:cubicBezTo>
                    <a:pt x="1134" y="2773"/>
                    <a:pt x="1386" y="2552"/>
                    <a:pt x="1701" y="2426"/>
                  </a:cubicBezTo>
                  <a:cubicBezTo>
                    <a:pt x="1822" y="2376"/>
                    <a:pt x="1952" y="2351"/>
                    <a:pt x="2083" y="2351"/>
                  </a:cubicBezTo>
                  <a:cubicBezTo>
                    <a:pt x="2361" y="2351"/>
                    <a:pt x="2642" y="2464"/>
                    <a:pt x="2835" y="2678"/>
                  </a:cubicBezTo>
                  <a:lnTo>
                    <a:pt x="3844" y="3781"/>
                  </a:lnTo>
                  <a:cubicBezTo>
                    <a:pt x="4222" y="4190"/>
                    <a:pt x="4222" y="4789"/>
                    <a:pt x="3844" y="5167"/>
                  </a:cubicBezTo>
                  <a:lnTo>
                    <a:pt x="2835" y="6270"/>
                  </a:lnTo>
                  <a:cubicBezTo>
                    <a:pt x="2635" y="6493"/>
                    <a:pt x="2339" y="6621"/>
                    <a:pt x="2050" y="6621"/>
                  </a:cubicBezTo>
                  <a:cubicBezTo>
                    <a:pt x="1930" y="6621"/>
                    <a:pt x="1812" y="6599"/>
                    <a:pt x="1701" y="6553"/>
                  </a:cubicBezTo>
                  <a:cubicBezTo>
                    <a:pt x="1386" y="6427"/>
                    <a:pt x="1134" y="6144"/>
                    <a:pt x="1071" y="5892"/>
                  </a:cubicBezTo>
                  <a:lnTo>
                    <a:pt x="0" y="5892"/>
                  </a:lnTo>
                  <a:lnTo>
                    <a:pt x="0" y="6900"/>
                  </a:lnTo>
                  <a:lnTo>
                    <a:pt x="7530" y="6900"/>
                  </a:lnTo>
                  <a:lnTo>
                    <a:pt x="7530" y="3844"/>
                  </a:lnTo>
                  <a:lnTo>
                    <a:pt x="6459" y="3844"/>
                  </a:lnTo>
                  <a:cubicBezTo>
                    <a:pt x="6364" y="4159"/>
                    <a:pt x="6143" y="4379"/>
                    <a:pt x="5828" y="4505"/>
                  </a:cubicBezTo>
                  <a:cubicBezTo>
                    <a:pt x="5709" y="4551"/>
                    <a:pt x="5589" y="4573"/>
                    <a:pt x="5472" y="4573"/>
                  </a:cubicBezTo>
                  <a:cubicBezTo>
                    <a:pt x="5188" y="4573"/>
                    <a:pt x="4917" y="4445"/>
                    <a:pt x="4694" y="4222"/>
                  </a:cubicBezTo>
                  <a:lnTo>
                    <a:pt x="3655" y="3119"/>
                  </a:lnTo>
                  <a:cubicBezTo>
                    <a:pt x="3308" y="2741"/>
                    <a:pt x="3308" y="2143"/>
                    <a:pt x="3655" y="1765"/>
                  </a:cubicBezTo>
                  <a:lnTo>
                    <a:pt x="4694" y="630"/>
                  </a:lnTo>
                  <a:cubicBezTo>
                    <a:pt x="4866" y="416"/>
                    <a:pt x="5140" y="304"/>
                    <a:pt x="5427" y="304"/>
                  </a:cubicBezTo>
                  <a:cubicBezTo>
                    <a:pt x="5561" y="304"/>
                    <a:pt x="5698" y="328"/>
                    <a:pt x="5828" y="378"/>
                  </a:cubicBezTo>
                  <a:cubicBezTo>
                    <a:pt x="6143" y="504"/>
                    <a:pt x="6364" y="756"/>
                    <a:pt x="6459" y="1040"/>
                  </a:cubicBezTo>
                  <a:lnTo>
                    <a:pt x="7530" y="1040"/>
                  </a:lnTo>
                  <a:lnTo>
                    <a:pt x="753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" name="Google Shape;10901;p87">
            <a:extLst>
              <a:ext uri="{FF2B5EF4-FFF2-40B4-BE49-F238E27FC236}">
                <a16:creationId xmlns:a16="http://schemas.microsoft.com/office/drawing/2014/main" id="{9F8F83E3-5F73-1371-FC95-9DA2A1E4438E}"/>
              </a:ext>
            </a:extLst>
          </p:cNvPr>
          <p:cNvGrpSpPr/>
          <p:nvPr/>
        </p:nvGrpSpPr>
        <p:grpSpPr>
          <a:xfrm>
            <a:off x="900230" y="2078614"/>
            <a:ext cx="357468" cy="352675"/>
            <a:chOff x="-33645475" y="3228075"/>
            <a:chExt cx="294600" cy="290650"/>
          </a:xfrm>
          <a:solidFill>
            <a:schemeClr val="accent2"/>
          </a:solidFill>
        </p:grpSpPr>
        <p:sp>
          <p:nvSpPr>
            <p:cNvPr id="28" name="Google Shape;10902;p87">
              <a:extLst>
                <a:ext uri="{FF2B5EF4-FFF2-40B4-BE49-F238E27FC236}">
                  <a16:creationId xmlns:a16="http://schemas.microsoft.com/office/drawing/2014/main" id="{880DF8E9-D6AE-DF59-2205-6CEBB55DDA2D}"/>
                </a:ext>
              </a:extLst>
            </p:cNvPr>
            <p:cNvSpPr/>
            <p:nvPr/>
          </p:nvSpPr>
          <p:spPr>
            <a:xfrm>
              <a:off x="-33456450" y="3261925"/>
              <a:ext cx="84300" cy="85100"/>
            </a:xfrm>
            <a:custGeom>
              <a:avLst/>
              <a:gdLst/>
              <a:ahLst/>
              <a:cxnLst/>
              <a:rect l="l" t="t" r="r" b="b"/>
              <a:pathLst>
                <a:path w="3372" h="3404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36"/>
                    <a:pt x="158" y="694"/>
                    <a:pt x="347" y="694"/>
                  </a:cubicBezTo>
                  <a:lnTo>
                    <a:pt x="1009" y="694"/>
                  </a:lnTo>
                  <a:cubicBezTo>
                    <a:pt x="1576" y="694"/>
                    <a:pt x="2049" y="1166"/>
                    <a:pt x="2049" y="1733"/>
                  </a:cubicBezTo>
                  <a:lnTo>
                    <a:pt x="2049" y="2269"/>
                  </a:lnTo>
                  <a:lnTo>
                    <a:pt x="1923" y="2175"/>
                  </a:lnTo>
                  <a:cubicBezTo>
                    <a:pt x="1860" y="2112"/>
                    <a:pt x="1773" y="2080"/>
                    <a:pt x="1686" y="2080"/>
                  </a:cubicBezTo>
                  <a:cubicBezTo>
                    <a:pt x="1600" y="2080"/>
                    <a:pt x="1513" y="2112"/>
                    <a:pt x="1450" y="2175"/>
                  </a:cubicBezTo>
                  <a:cubicBezTo>
                    <a:pt x="1324" y="2269"/>
                    <a:pt x="1324" y="2521"/>
                    <a:pt x="1450" y="2647"/>
                  </a:cubicBezTo>
                  <a:lnTo>
                    <a:pt x="2112" y="3309"/>
                  </a:lnTo>
                  <a:cubicBezTo>
                    <a:pt x="2175" y="3372"/>
                    <a:pt x="2269" y="3403"/>
                    <a:pt x="2360" y="3403"/>
                  </a:cubicBezTo>
                  <a:cubicBezTo>
                    <a:pt x="2450" y="3403"/>
                    <a:pt x="2537" y="3372"/>
                    <a:pt x="2584" y="3309"/>
                  </a:cubicBezTo>
                  <a:lnTo>
                    <a:pt x="3277" y="2647"/>
                  </a:lnTo>
                  <a:cubicBezTo>
                    <a:pt x="3372" y="2521"/>
                    <a:pt x="3372" y="2269"/>
                    <a:pt x="3277" y="2175"/>
                  </a:cubicBezTo>
                  <a:cubicBezTo>
                    <a:pt x="3214" y="2112"/>
                    <a:pt x="3120" y="2080"/>
                    <a:pt x="3029" y="2080"/>
                  </a:cubicBezTo>
                  <a:cubicBezTo>
                    <a:pt x="2939" y="2080"/>
                    <a:pt x="2852" y="2112"/>
                    <a:pt x="2805" y="2175"/>
                  </a:cubicBezTo>
                  <a:lnTo>
                    <a:pt x="2679" y="2269"/>
                  </a:lnTo>
                  <a:lnTo>
                    <a:pt x="2679" y="1733"/>
                  </a:lnTo>
                  <a:cubicBezTo>
                    <a:pt x="2742" y="788"/>
                    <a:pt x="1954" y="1"/>
                    <a:pt x="100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10903;p87">
              <a:extLst>
                <a:ext uri="{FF2B5EF4-FFF2-40B4-BE49-F238E27FC236}">
                  <a16:creationId xmlns:a16="http://schemas.microsoft.com/office/drawing/2014/main" id="{9D6E11D1-3519-40AE-E52B-DD73EB5710EE}"/>
                </a:ext>
              </a:extLst>
            </p:cNvPr>
            <p:cNvSpPr/>
            <p:nvPr/>
          </p:nvSpPr>
          <p:spPr>
            <a:xfrm>
              <a:off x="-33575375" y="3433625"/>
              <a:ext cx="85075" cy="85100"/>
            </a:xfrm>
            <a:custGeom>
              <a:avLst/>
              <a:gdLst/>
              <a:ahLst/>
              <a:cxnLst/>
              <a:rect l="l" t="t" r="r" b="b"/>
              <a:pathLst>
                <a:path w="3403" h="3404" extrusionOk="0">
                  <a:moveTo>
                    <a:pt x="1013" y="1"/>
                  </a:moveTo>
                  <a:cubicBezTo>
                    <a:pt x="922" y="1"/>
                    <a:pt x="835" y="32"/>
                    <a:pt x="788" y="95"/>
                  </a:cubicBezTo>
                  <a:lnTo>
                    <a:pt x="127" y="757"/>
                  </a:lnTo>
                  <a:cubicBezTo>
                    <a:pt x="1" y="883"/>
                    <a:pt x="1" y="1135"/>
                    <a:pt x="127" y="1229"/>
                  </a:cubicBezTo>
                  <a:cubicBezTo>
                    <a:pt x="174" y="1292"/>
                    <a:pt x="260" y="1324"/>
                    <a:pt x="351" y="1324"/>
                  </a:cubicBezTo>
                  <a:cubicBezTo>
                    <a:pt x="442" y="1324"/>
                    <a:pt x="536" y="1292"/>
                    <a:pt x="599" y="1229"/>
                  </a:cubicBezTo>
                  <a:lnTo>
                    <a:pt x="694" y="1135"/>
                  </a:lnTo>
                  <a:lnTo>
                    <a:pt x="694" y="1671"/>
                  </a:lnTo>
                  <a:cubicBezTo>
                    <a:pt x="694" y="2616"/>
                    <a:pt x="1450" y="3372"/>
                    <a:pt x="2395" y="3372"/>
                  </a:cubicBezTo>
                  <a:lnTo>
                    <a:pt x="3057" y="3372"/>
                  </a:lnTo>
                  <a:lnTo>
                    <a:pt x="3057" y="3403"/>
                  </a:lnTo>
                  <a:cubicBezTo>
                    <a:pt x="3246" y="3403"/>
                    <a:pt x="3403" y="3246"/>
                    <a:pt x="3403" y="3057"/>
                  </a:cubicBezTo>
                  <a:cubicBezTo>
                    <a:pt x="3403" y="2868"/>
                    <a:pt x="3246" y="2710"/>
                    <a:pt x="3057" y="2710"/>
                  </a:cubicBezTo>
                  <a:lnTo>
                    <a:pt x="2363" y="2710"/>
                  </a:lnTo>
                  <a:cubicBezTo>
                    <a:pt x="1796" y="2710"/>
                    <a:pt x="1324" y="2238"/>
                    <a:pt x="1324" y="1671"/>
                  </a:cubicBezTo>
                  <a:lnTo>
                    <a:pt x="1324" y="1135"/>
                  </a:lnTo>
                  <a:lnTo>
                    <a:pt x="1450" y="1229"/>
                  </a:lnTo>
                  <a:cubicBezTo>
                    <a:pt x="1513" y="1292"/>
                    <a:pt x="1599" y="1324"/>
                    <a:pt x="1686" y="1324"/>
                  </a:cubicBezTo>
                  <a:cubicBezTo>
                    <a:pt x="1773" y="1324"/>
                    <a:pt x="1859" y="1292"/>
                    <a:pt x="1922" y="1229"/>
                  </a:cubicBezTo>
                  <a:cubicBezTo>
                    <a:pt x="2048" y="1135"/>
                    <a:pt x="2048" y="883"/>
                    <a:pt x="1922" y="757"/>
                  </a:cubicBezTo>
                  <a:lnTo>
                    <a:pt x="1261" y="95"/>
                  </a:lnTo>
                  <a:cubicBezTo>
                    <a:pt x="1198" y="32"/>
                    <a:pt x="1103" y="1"/>
                    <a:pt x="101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10904;p87">
              <a:extLst>
                <a:ext uri="{FF2B5EF4-FFF2-40B4-BE49-F238E27FC236}">
                  <a16:creationId xmlns:a16="http://schemas.microsoft.com/office/drawing/2014/main" id="{93616A54-093B-1C90-A9CD-45B5E44993AB}"/>
                </a:ext>
              </a:extLst>
            </p:cNvPr>
            <p:cNvSpPr/>
            <p:nvPr/>
          </p:nvSpPr>
          <p:spPr>
            <a:xfrm>
              <a:off x="-33645475" y="3228075"/>
              <a:ext cx="206375" cy="153600"/>
            </a:xfrm>
            <a:custGeom>
              <a:avLst/>
              <a:gdLst/>
              <a:ahLst/>
              <a:cxnLst/>
              <a:rect l="l" t="t" r="r" b="b"/>
              <a:pathLst>
                <a:path w="8255" h="6144" extrusionOk="0">
                  <a:moveTo>
                    <a:pt x="4191" y="0"/>
                  </a:moveTo>
                  <a:cubicBezTo>
                    <a:pt x="2300" y="0"/>
                    <a:pt x="757" y="1544"/>
                    <a:pt x="757" y="3434"/>
                  </a:cubicBezTo>
                  <a:lnTo>
                    <a:pt x="757" y="3529"/>
                  </a:lnTo>
                  <a:cubicBezTo>
                    <a:pt x="347" y="3686"/>
                    <a:pt x="95" y="4033"/>
                    <a:pt x="95" y="4474"/>
                  </a:cubicBezTo>
                  <a:lnTo>
                    <a:pt x="95" y="5135"/>
                  </a:lnTo>
                  <a:cubicBezTo>
                    <a:pt x="1" y="5671"/>
                    <a:pt x="473" y="6143"/>
                    <a:pt x="1009" y="6143"/>
                  </a:cubicBezTo>
                  <a:cubicBezTo>
                    <a:pt x="1135" y="6143"/>
                    <a:pt x="1261" y="6112"/>
                    <a:pt x="1387" y="6080"/>
                  </a:cubicBezTo>
                  <a:lnTo>
                    <a:pt x="1387" y="3403"/>
                  </a:lnTo>
                  <a:cubicBezTo>
                    <a:pt x="1387" y="1890"/>
                    <a:pt x="2647" y="630"/>
                    <a:pt x="4128" y="630"/>
                  </a:cubicBezTo>
                  <a:cubicBezTo>
                    <a:pt x="5640" y="630"/>
                    <a:pt x="6900" y="1890"/>
                    <a:pt x="6900" y="3403"/>
                  </a:cubicBezTo>
                  <a:lnTo>
                    <a:pt x="6900" y="6080"/>
                  </a:lnTo>
                  <a:cubicBezTo>
                    <a:pt x="6995" y="6112"/>
                    <a:pt x="7121" y="6143"/>
                    <a:pt x="7247" y="6143"/>
                  </a:cubicBezTo>
                  <a:cubicBezTo>
                    <a:pt x="7782" y="6143"/>
                    <a:pt x="8255" y="5671"/>
                    <a:pt x="8255" y="5135"/>
                  </a:cubicBezTo>
                  <a:lnTo>
                    <a:pt x="8255" y="4474"/>
                  </a:lnTo>
                  <a:cubicBezTo>
                    <a:pt x="8255" y="4033"/>
                    <a:pt x="8003" y="3623"/>
                    <a:pt x="7593" y="3529"/>
                  </a:cubicBezTo>
                  <a:lnTo>
                    <a:pt x="7593" y="3434"/>
                  </a:lnTo>
                  <a:cubicBezTo>
                    <a:pt x="7593" y="1544"/>
                    <a:pt x="6050" y="0"/>
                    <a:pt x="41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10905;p87">
              <a:extLst>
                <a:ext uri="{FF2B5EF4-FFF2-40B4-BE49-F238E27FC236}">
                  <a16:creationId xmlns:a16="http://schemas.microsoft.com/office/drawing/2014/main" id="{0E27DE3D-E8FA-4455-CEE4-0C12DD541B6E}"/>
                </a:ext>
              </a:extLst>
            </p:cNvPr>
            <p:cNvSpPr/>
            <p:nvPr/>
          </p:nvSpPr>
          <p:spPr>
            <a:xfrm>
              <a:off x="-33593500" y="3279250"/>
              <a:ext cx="104775" cy="52275"/>
            </a:xfrm>
            <a:custGeom>
              <a:avLst/>
              <a:gdLst/>
              <a:ahLst/>
              <a:cxnLst/>
              <a:rect l="l" t="t" r="r" b="b"/>
              <a:pathLst>
                <a:path w="4191" h="2091" extrusionOk="0">
                  <a:moveTo>
                    <a:pt x="1734" y="1"/>
                  </a:moveTo>
                  <a:cubicBezTo>
                    <a:pt x="789" y="1"/>
                    <a:pt x="1" y="757"/>
                    <a:pt x="1" y="1702"/>
                  </a:cubicBezTo>
                  <a:lnTo>
                    <a:pt x="1" y="2049"/>
                  </a:lnTo>
                  <a:lnTo>
                    <a:pt x="1230" y="2049"/>
                  </a:lnTo>
                  <a:cubicBezTo>
                    <a:pt x="1545" y="2049"/>
                    <a:pt x="1891" y="2049"/>
                    <a:pt x="2017" y="1986"/>
                  </a:cubicBezTo>
                  <a:cubicBezTo>
                    <a:pt x="2049" y="1954"/>
                    <a:pt x="2080" y="1828"/>
                    <a:pt x="2080" y="1734"/>
                  </a:cubicBezTo>
                  <a:cubicBezTo>
                    <a:pt x="2080" y="1545"/>
                    <a:pt x="2238" y="1387"/>
                    <a:pt x="2458" y="1387"/>
                  </a:cubicBezTo>
                  <a:cubicBezTo>
                    <a:pt x="2647" y="1387"/>
                    <a:pt x="2805" y="1545"/>
                    <a:pt x="2805" y="1734"/>
                  </a:cubicBezTo>
                  <a:cubicBezTo>
                    <a:pt x="2805" y="1828"/>
                    <a:pt x="2805" y="1954"/>
                    <a:pt x="2868" y="1986"/>
                  </a:cubicBezTo>
                  <a:cubicBezTo>
                    <a:pt x="2942" y="2059"/>
                    <a:pt x="3091" y="2090"/>
                    <a:pt x="3266" y="2090"/>
                  </a:cubicBezTo>
                  <a:cubicBezTo>
                    <a:pt x="3389" y="2090"/>
                    <a:pt x="3525" y="2075"/>
                    <a:pt x="3656" y="2049"/>
                  </a:cubicBezTo>
                  <a:lnTo>
                    <a:pt x="4191" y="2049"/>
                  </a:lnTo>
                  <a:lnTo>
                    <a:pt x="4191" y="1702"/>
                  </a:lnTo>
                  <a:lnTo>
                    <a:pt x="4128" y="1702"/>
                  </a:lnTo>
                  <a:cubicBezTo>
                    <a:pt x="4128" y="757"/>
                    <a:pt x="3340" y="1"/>
                    <a:pt x="239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10906;p87">
              <a:extLst>
                <a:ext uri="{FF2B5EF4-FFF2-40B4-BE49-F238E27FC236}">
                  <a16:creationId xmlns:a16="http://schemas.microsoft.com/office/drawing/2014/main" id="{7DF1C933-7130-48D7-C600-BC6F0969E922}"/>
                </a:ext>
              </a:extLst>
            </p:cNvPr>
            <p:cNvSpPr/>
            <p:nvPr/>
          </p:nvSpPr>
          <p:spPr>
            <a:xfrm>
              <a:off x="-33593500" y="3341475"/>
              <a:ext cx="104775" cy="74075"/>
            </a:xfrm>
            <a:custGeom>
              <a:avLst/>
              <a:gdLst/>
              <a:ahLst/>
              <a:cxnLst/>
              <a:rect l="l" t="t" r="r" b="b"/>
              <a:pathLst>
                <a:path w="4191" h="2963" extrusionOk="0">
                  <a:moveTo>
                    <a:pt x="2395" y="1"/>
                  </a:moveTo>
                  <a:cubicBezTo>
                    <a:pt x="2080" y="253"/>
                    <a:pt x="1671" y="253"/>
                    <a:pt x="1230" y="253"/>
                  </a:cubicBezTo>
                  <a:lnTo>
                    <a:pt x="1" y="253"/>
                  </a:lnTo>
                  <a:lnTo>
                    <a:pt x="1" y="914"/>
                  </a:lnTo>
                  <a:cubicBezTo>
                    <a:pt x="1" y="2049"/>
                    <a:pt x="946" y="2962"/>
                    <a:pt x="2112" y="2962"/>
                  </a:cubicBezTo>
                  <a:cubicBezTo>
                    <a:pt x="3246" y="2962"/>
                    <a:pt x="4191" y="2049"/>
                    <a:pt x="4191" y="914"/>
                  </a:cubicBezTo>
                  <a:lnTo>
                    <a:pt x="4191" y="253"/>
                  </a:lnTo>
                  <a:lnTo>
                    <a:pt x="3466" y="253"/>
                  </a:lnTo>
                  <a:cubicBezTo>
                    <a:pt x="3088" y="253"/>
                    <a:pt x="2679" y="190"/>
                    <a:pt x="239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10907;p87">
              <a:extLst>
                <a:ext uri="{FF2B5EF4-FFF2-40B4-BE49-F238E27FC236}">
                  <a16:creationId xmlns:a16="http://schemas.microsoft.com/office/drawing/2014/main" id="{CF7E1B6D-56C0-FD66-FF34-1DCA2BB87A72}"/>
                </a:ext>
              </a:extLst>
            </p:cNvPr>
            <p:cNvSpPr/>
            <p:nvPr/>
          </p:nvSpPr>
          <p:spPr>
            <a:xfrm>
              <a:off x="-33455650" y="3381650"/>
              <a:ext cx="104775" cy="52250"/>
            </a:xfrm>
            <a:custGeom>
              <a:avLst/>
              <a:gdLst/>
              <a:ahLst/>
              <a:cxnLst/>
              <a:rect l="l" t="t" r="r" b="b"/>
              <a:pathLst>
                <a:path w="4191" h="2090" extrusionOk="0">
                  <a:moveTo>
                    <a:pt x="1702" y="0"/>
                  </a:moveTo>
                  <a:cubicBezTo>
                    <a:pt x="756" y="0"/>
                    <a:pt x="0" y="757"/>
                    <a:pt x="0" y="1702"/>
                  </a:cubicBezTo>
                  <a:lnTo>
                    <a:pt x="0" y="2048"/>
                  </a:lnTo>
                  <a:lnTo>
                    <a:pt x="1229" y="2048"/>
                  </a:lnTo>
                  <a:cubicBezTo>
                    <a:pt x="1544" y="2048"/>
                    <a:pt x="1891" y="2048"/>
                    <a:pt x="2017" y="1985"/>
                  </a:cubicBezTo>
                  <a:cubicBezTo>
                    <a:pt x="2048" y="1954"/>
                    <a:pt x="2080" y="1828"/>
                    <a:pt x="2080" y="1733"/>
                  </a:cubicBezTo>
                  <a:cubicBezTo>
                    <a:pt x="2080" y="1544"/>
                    <a:pt x="2237" y="1387"/>
                    <a:pt x="2458" y="1387"/>
                  </a:cubicBezTo>
                  <a:cubicBezTo>
                    <a:pt x="2647" y="1387"/>
                    <a:pt x="2804" y="1544"/>
                    <a:pt x="2804" y="1733"/>
                  </a:cubicBezTo>
                  <a:cubicBezTo>
                    <a:pt x="2804" y="1828"/>
                    <a:pt x="2804" y="1954"/>
                    <a:pt x="2867" y="1985"/>
                  </a:cubicBezTo>
                  <a:cubicBezTo>
                    <a:pt x="2941" y="2059"/>
                    <a:pt x="3091" y="2090"/>
                    <a:pt x="3265" y="2090"/>
                  </a:cubicBezTo>
                  <a:cubicBezTo>
                    <a:pt x="3388" y="2090"/>
                    <a:pt x="3524" y="2074"/>
                    <a:pt x="3655" y="2048"/>
                  </a:cubicBezTo>
                  <a:lnTo>
                    <a:pt x="4190" y="2048"/>
                  </a:lnTo>
                  <a:lnTo>
                    <a:pt x="4190" y="1702"/>
                  </a:lnTo>
                  <a:cubicBezTo>
                    <a:pt x="4096" y="757"/>
                    <a:pt x="3308" y="0"/>
                    <a:pt x="23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10908;p87">
              <a:extLst>
                <a:ext uri="{FF2B5EF4-FFF2-40B4-BE49-F238E27FC236}">
                  <a16:creationId xmlns:a16="http://schemas.microsoft.com/office/drawing/2014/main" id="{7ADC0F26-CC4C-4779-620D-31C0FFB472C5}"/>
                </a:ext>
              </a:extLst>
            </p:cNvPr>
            <p:cNvSpPr/>
            <p:nvPr/>
          </p:nvSpPr>
          <p:spPr>
            <a:xfrm>
              <a:off x="-33456450" y="3443875"/>
              <a:ext cx="102425" cy="74850"/>
            </a:xfrm>
            <a:custGeom>
              <a:avLst/>
              <a:gdLst/>
              <a:ahLst/>
              <a:cxnLst/>
              <a:rect l="l" t="t" r="r" b="b"/>
              <a:pathLst>
                <a:path w="4097" h="2994" extrusionOk="0">
                  <a:moveTo>
                    <a:pt x="2395" y="0"/>
                  </a:moveTo>
                  <a:cubicBezTo>
                    <a:pt x="2080" y="252"/>
                    <a:pt x="1639" y="252"/>
                    <a:pt x="1230" y="252"/>
                  </a:cubicBezTo>
                  <a:lnTo>
                    <a:pt x="1" y="252"/>
                  </a:lnTo>
                  <a:lnTo>
                    <a:pt x="1" y="914"/>
                  </a:lnTo>
                  <a:cubicBezTo>
                    <a:pt x="1" y="2048"/>
                    <a:pt x="914" y="2993"/>
                    <a:pt x="2049" y="2993"/>
                  </a:cubicBezTo>
                  <a:cubicBezTo>
                    <a:pt x="3183" y="2993"/>
                    <a:pt x="4096" y="2048"/>
                    <a:pt x="4096" y="914"/>
                  </a:cubicBezTo>
                  <a:lnTo>
                    <a:pt x="4096" y="252"/>
                  </a:lnTo>
                  <a:lnTo>
                    <a:pt x="3435" y="252"/>
                  </a:lnTo>
                  <a:cubicBezTo>
                    <a:pt x="3025" y="252"/>
                    <a:pt x="2679" y="189"/>
                    <a:pt x="239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1" name="Google Shape;12545;p90">
            <a:extLst>
              <a:ext uri="{FF2B5EF4-FFF2-40B4-BE49-F238E27FC236}">
                <a16:creationId xmlns:a16="http://schemas.microsoft.com/office/drawing/2014/main" id="{2943BF7F-1610-5681-D61C-A2F8472C8C14}"/>
              </a:ext>
            </a:extLst>
          </p:cNvPr>
          <p:cNvGrpSpPr/>
          <p:nvPr/>
        </p:nvGrpSpPr>
        <p:grpSpPr>
          <a:xfrm>
            <a:off x="868829" y="2633331"/>
            <a:ext cx="420271" cy="320774"/>
            <a:chOff x="-1951475" y="3273100"/>
            <a:chExt cx="291875" cy="222775"/>
          </a:xfrm>
          <a:solidFill>
            <a:schemeClr val="accent2"/>
          </a:solidFill>
        </p:grpSpPr>
        <p:sp>
          <p:nvSpPr>
            <p:cNvPr id="62" name="Google Shape;12546;p90">
              <a:extLst>
                <a:ext uri="{FF2B5EF4-FFF2-40B4-BE49-F238E27FC236}">
                  <a16:creationId xmlns:a16="http://schemas.microsoft.com/office/drawing/2014/main" id="{F76173D3-7927-0EEA-EEE8-EDE00DE88229}"/>
                </a:ext>
              </a:extLst>
            </p:cNvPr>
            <p:cNvSpPr/>
            <p:nvPr/>
          </p:nvSpPr>
          <p:spPr>
            <a:xfrm>
              <a:off x="-1951475" y="3325050"/>
              <a:ext cx="51225" cy="119250"/>
            </a:xfrm>
            <a:custGeom>
              <a:avLst/>
              <a:gdLst/>
              <a:ahLst/>
              <a:cxnLst/>
              <a:rect l="l" t="t" r="r" b="b"/>
              <a:pathLst>
                <a:path w="2049" h="4770" extrusionOk="0">
                  <a:moveTo>
                    <a:pt x="1033" y="0"/>
                  </a:moveTo>
                  <a:cubicBezTo>
                    <a:pt x="518" y="0"/>
                    <a:pt x="0" y="339"/>
                    <a:pt x="0" y="1004"/>
                  </a:cubicBezTo>
                  <a:lnTo>
                    <a:pt x="0" y="3777"/>
                  </a:lnTo>
                  <a:cubicBezTo>
                    <a:pt x="0" y="4438"/>
                    <a:pt x="512" y="4769"/>
                    <a:pt x="1024" y="4769"/>
                  </a:cubicBezTo>
                  <a:cubicBezTo>
                    <a:pt x="1536" y="4769"/>
                    <a:pt x="2048" y="4438"/>
                    <a:pt x="2048" y="3777"/>
                  </a:cubicBezTo>
                  <a:lnTo>
                    <a:pt x="2048" y="1004"/>
                  </a:lnTo>
                  <a:cubicBezTo>
                    <a:pt x="2048" y="331"/>
                    <a:pt x="1542" y="0"/>
                    <a:pt x="103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12547;p90">
              <a:extLst>
                <a:ext uri="{FF2B5EF4-FFF2-40B4-BE49-F238E27FC236}">
                  <a16:creationId xmlns:a16="http://schemas.microsoft.com/office/drawing/2014/main" id="{416ACB1F-8A09-5559-C17D-2294C21683B4}"/>
                </a:ext>
              </a:extLst>
            </p:cNvPr>
            <p:cNvSpPr/>
            <p:nvPr/>
          </p:nvSpPr>
          <p:spPr>
            <a:xfrm>
              <a:off x="-1711250" y="3273100"/>
              <a:ext cx="51650" cy="221725"/>
            </a:xfrm>
            <a:custGeom>
              <a:avLst/>
              <a:gdLst/>
              <a:ahLst/>
              <a:cxnLst/>
              <a:rect l="l" t="t" r="r" b="b"/>
              <a:pathLst>
                <a:path w="2066" h="8869" extrusionOk="0">
                  <a:moveTo>
                    <a:pt x="1027" y="0"/>
                  </a:moveTo>
                  <a:cubicBezTo>
                    <a:pt x="608" y="0"/>
                    <a:pt x="186" y="229"/>
                    <a:pt x="32" y="719"/>
                  </a:cubicBezTo>
                  <a:cubicBezTo>
                    <a:pt x="0" y="814"/>
                    <a:pt x="0" y="940"/>
                    <a:pt x="0" y="1003"/>
                  </a:cubicBezTo>
                  <a:lnTo>
                    <a:pt x="0" y="7871"/>
                  </a:lnTo>
                  <a:cubicBezTo>
                    <a:pt x="0" y="7934"/>
                    <a:pt x="0" y="8060"/>
                    <a:pt x="32" y="8123"/>
                  </a:cubicBezTo>
                  <a:cubicBezTo>
                    <a:pt x="173" y="8632"/>
                    <a:pt x="594" y="8869"/>
                    <a:pt x="1015" y="8869"/>
                  </a:cubicBezTo>
                  <a:cubicBezTo>
                    <a:pt x="1532" y="8869"/>
                    <a:pt x="2048" y="8513"/>
                    <a:pt x="2048" y="7871"/>
                  </a:cubicBezTo>
                  <a:lnTo>
                    <a:pt x="2048" y="1003"/>
                  </a:lnTo>
                  <a:cubicBezTo>
                    <a:pt x="2066" y="356"/>
                    <a:pt x="1549" y="0"/>
                    <a:pt x="102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4" name="Google Shape;12548;p90">
              <a:extLst>
                <a:ext uri="{FF2B5EF4-FFF2-40B4-BE49-F238E27FC236}">
                  <a16:creationId xmlns:a16="http://schemas.microsoft.com/office/drawing/2014/main" id="{06480350-C73A-6705-1CEE-3A6859BA14E8}"/>
                </a:ext>
              </a:extLst>
            </p:cNvPr>
            <p:cNvSpPr/>
            <p:nvPr/>
          </p:nvSpPr>
          <p:spPr>
            <a:xfrm>
              <a:off x="-1886900" y="3296575"/>
              <a:ext cx="156775" cy="199300"/>
            </a:xfrm>
            <a:custGeom>
              <a:avLst/>
              <a:gdLst/>
              <a:ahLst/>
              <a:cxnLst/>
              <a:rect l="l" t="t" r="r" b="b"/>
              <a:pathLst>
                <a:path w="6271" h="7972" extrusionOk="0">
                  <a:moveTo>
                    <a:pt x="851" y="5672"/>
                  </a:moveTo>
                  <a:lnTo>
                    <a:pt x="3466" y="6333"/>
                  </a:lnTo>
                  <a:cubicBezTo>
                    <a:pt x="3277" y="6869"/>
                    <a:pt x="2773" y="7279"/>
                    <a:pt x="2174" y="7279"/>
                  </a:cubicBezTo>
                  <a:cubicBezTo>
                    <a:pt x="1418" y="7279"/>
                    <a:pt x="788" y="6648"/>
                    <a:pt x="788" y="5892"/>
                  </a:cubicBezTo>
                  <a:cubicBezTo>
                    <a:pt x="851" y="5798"/>
                    <a:pt x="851" y="5735"/>
                    <a:pt x="851" y="5672"/>
                  </a:cubicBezTo>
                  <a:close/>
                  <a:moveTo>
                    <a:pt x="6270" y="1"/>
                  </a:moveTo>
                  <a:lnTo>
                    <a:pt x="1" y="1576"/>
                  </a:lnTo>
                  <a:cubicBezTo>
                    <a:pt x="95" y="1734"/>
                    <a:pt x="127" y="1923"/>
                    <a:pt x="127" y="2143"/>
                  </a:cubicBezTo>
                  <a:lnTo>
                    <a:pt x="127" y="4916"/>
                  </a:lnTo>
                  <a:cubicBezTo>
                    <a:pt x="127" y="5105"/>
                    <a:pt x="95" y="5294"/>
                    <a:pt x="1" y="5514"/>
                  </a:cubicBezTo>
                  <a:lnTo>
                    <a:pt x="158" y="5546"/>
                  </a:lnTo>
                  <a:cubicBezTo>
                    <a:pt x="127" y="5672"/>
                    <a:pt x="127" y="5829"/>
                    <a:pt x="127" y="5924"/>
                  </a:cubicBezTo>
                  <a:cubicBezTo>
                    <a:pt x="127" y="7090"/>
                    <a:pt x="1040" y="7972"/>
                    <a:pt x="2174" y="7972"/>
                  </a:cubicBezTo>
                  <a:cubicBezTo>
                    <a:pt x="3120" y="7972"/>
                    <a:pt x="3907" y="7405"/>
                    <a:pt x="4159" y="6522"/>
                  </a:cubicBezTo>
                  <a:lnTo>
                    <a:pt x="6270" y="7090"/>
                  </a:lnTo>
                  <a:lnTo>
                    <a:pt x="6270" y="5672"/>
                  </a:lnTo>
                  <a:lnTo>
                    <a:pt x="6270" y="2238"/>
                  </a:lnTo>
                  <a:lnTo>
                    <a:pt x="627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85" name="Google Shape;11877;p88">
            <a:extLst>
              <a:ext uri="{FF2B5EF4-FFF2-40B4-BE49-F238E27FC236}">
                <a16:creationId xmlns:a16="http://schemas.microsoft.com/office/drawing/2014/main" id="{A869E80E-2605-F84C-6E03-A4A1E3A4E42F}"/>
              </a:ext>
            </a:extLst>
          </p:cNvPr>
          <p:cNvGrpSpPr/>
          <p:nvPr/>
        </p:nvGrpSpPr>
        <p:grpSpPr>
          <a:xfrm>
            <a:off x="898877" y="3156147"/>
            <a:ext cx="360175" cy="358423"/>
            <a:chOff x="-9961625" y="4048175"/>
            <a:chExt cx="357600" cy="355825"/>
          </a:xfrm>
          <a:solidFill>
            <a:schemeClr val="accent2"/>
          </a:solidFill>
        </p:grpSpPr>
        <p:sp>
          <p:nvSpPr>
            <p:cNvPr id="3586" name="Google Shape;11878;p88">
              <a:extLst>
                <a:ext uri="{FF2B5EF4-FFF2-40B4-BE49-F238E27FC236}">
                  <a16:creationId xmlns:a16="http://schemas.microsoft.com/office/drawing/2014/main" id="{45BC0148-33E9-2963-2F33-CCDC44ED80D8}"/>
                </a:ext>
              </a:extLst>
            </p:cNvPr>
            <p:cNvSpPr/>
            <p:nvPr/>
          </p:nvSpPr>
          <p:spPr>
            <a:xfrm>
              <a:off x="-9958475" y="4048175"/>
              <a:ext cx="64625" cy="62650"/>
            </a:xfrm>
            <a:custGeom>
              <a:avLst/>
              <a:gdLst/>
              <a:ahLst/>
              <a:cxnLst/>
              <a:rect l="l" t="t" r="r" b="b"/>
              <a:pathLst>
                <a:path w="2585" h="2506" extrusionOk="0">
                  <a:moveTo>
                    <a:pt x="442" y="0"/>
                  </a:moveTo>
                  <a:cubicBezTo>
                    <a:pt x="339" y="0"/>
                    <a:pt x="237" y="40"/>
                    <a:pt x="158" y="119"/>
                  </a:cubicBezTo>
                  <a:cubicBezTo>
                    <a:pt x="1" y="339"/>
                    <a:pt x="1" y="560"/>
                    <a:pt x="158" y="717"/>
                  </a:cubicBezTo>
                  <a:lnTo>
                    <a:pt x="1828" y="2387"/>
                  </a:lnTo>
                  <a:cubicBezTo>
                    <a:pt x="1923" y="2466"/>
                    <a:pt x="2033" y="2505"/>
                    <a:pt x="2139" y="2505"/>
                  </a:cubicBezTo>
                  <a:cubicBezTo>
                    <a:pt x="2246" y="2505"/>
                    <a:pt x="2348" y="2466"/>
                    <a:pt x="2427" y="2387"/>
                  </a:cubicBezTo>
                  <a:cubicBezTo>
                    <a:pt x="2584" y="2229"/>
                    <a:pt x="2584" y="1946"/>
                    <a:pt x="2427" y="1788"/>
                  </a:cubicBezTo>
                  <a:lnTo>
                    <a:pt x="725" y="119"/>
                  </a:lnTo>
                  <a:cubicBezTo>
                    <a:pt x="647" y="40"/>
                    <a:pt x="544" y="0"/>
                    <a:pt x="44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7" name="Google Shape;11879;p88">
              <a:extLst>
                <a:ext uri="{FF2B5EF4-FFF2-40B4-BE49-F238E27FC236}">
                  <a16:creationId xmlns:a16="http://schemas.microsoft.com/office/drawing/2014/main" id="{3CFF7218-6645-1C96-135C-47EC4363D113}"/>
                </a:ext>
              </a:extLst>
            </p:cNvPr>
            <p:cNvSpPr/>
            <p:nvPr/>
          </p:nvSpPr>
          <p:spPr>
            <a:xfrm>
              <a:off x="-9873400" y="4048775"/>
              <a:ext cx="21275" cy="63025"/>
            </a:xfrm>
            <a:custGeom>
              <a:avLst/>
              <a:gdLst/>
              <a:ahLst/>
              <a:cxnLst/>
              <a:rect l="l" t="t" r="r" b="b"/>
              <a:pathLst>
                <a:path w="851" h="2521" extrusionOk="0">
                  <a:moveTo>
                    <a:pt x="410" y="0"/>
                  </a:moveTo>
                  <a:cubicBezTo>
                    <a:pt x="189" y="0"/>
                    <a:pt x="0" y="189"/>
                    <a:pt x="0" y="410"/>
                  </a:cubicBezTo>
                  <a:lnTo>
                    <a:pt x="0" y="2079"/>
                  </a:lnTo>
                  <a:cubicBezTo>
                    <a:pt x="0" y="2300"/>
                    <a:pt x="221" y="2520"/>
                    <a:pt x="410" y="2520"/>
                  </a:cubicBezTo>
                  <a:cubicBezTo>
                    <a:pt x="630" y="2520"/>
                    <a:pt x="851" y="2300"/>
                    <a:pt x="851" y="2079"/>
                  </a:cubicBezTo>
                  <a:lnTo>
                    <a:pt x="851" y="410"/>
                  </a:lnTo>
                  <a:cubicBezTo>
                    <a:pt x="851" y="189"/>
                    <a:pt x="630" y="0"/>
                    <a:pt x="4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8" name="Google Shape;11880;p88">
              <a:extLst>
                <a:ext uri="{FF2B5EF4-FFF2-40B4-BE49-F238E27FC236}">
                  <a16:creationId xmlns:a16="http://schemas.microsoft.com/office/drawing/2014/main" id="{8B42F754-76C7-09BF-73FD-CA6CB5E6192E}"/>
                </a:ext>
              </a:extLst>
            </p:cNvPr>
            <p:cNvSpPr/>
            <p:nvPr/>
          </p:nvSpPr>
          <p:spPr>
            <a:xfrm>
              <a:off x="-9957675" y="4133050"/>
              <a:ext cx="63025" cy="19700"/>
            </a:xfrm>
            <a:custGeom>
              <a:avLst/>
              <a:gdLst/>
              <a:ahLst/>
              <a:cxnLst/>
              <a:rect l="l" t="t" r="r" b="b"/>
              <a:pathLst>
                <a:path w="2521" h="788" extrusionOk="0">
                  <a:moveTo>
                    <a:pt x="441" y="0"/>
                  </a:moveTo>
                  <a:cubicBezTo>
                    <a:pt x="189" y="0"/>
                    <a:pt x="0" y="189"/>
                    <a:pt x="0" y="410"/>
                  </a:cubicBezTo>
                  <a:cubicBezTo>
                    <a:pt x="0" y="599"/>
                    <a:pt x="189" y="788"/>
                    <a:pt x="441" y="788"/>
                  </a:cubicBezTo>
                  <a:lnTo>
                    <a:pt x="2111" y="788"/>
                  </a:lnTo>
                  <a:cubicBezTo>
                    <a:pt x="2363" y="788"/>
                    <a:pt x="2521" y="599"/>
                    <a:pt x="2521" y="410"/>
                  </a:cubicBezTo>
                  <a:cubicBezTo>
                    <a:pt x="2521" y="158"/>
                    <a:pt x="2332" y="0"/>
                    <a:pt x="211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9" name="Google Shape;11881;p88">
              <a:extLst>
                <a:ext uri="{FF2B5EF4-FFF2-40B4-BE49-F238E27FC236}">
                  <a16:creationId xmlns:a16="http://schemas.microsoft.com/office/drawing/2014/main" id="{26A4A0A8-C2A5-CE9C-202E-29DA67C92A72}"/>
                </a:ext>
              </a:extLst>
            </p:cNvPr>
            <p:cNvSpPr/>
            <p:nvPr/>
          </p:nvSpPr>
          <p:spPr>
            <a:xfrm>
              <a:off x="-9961625" y="4132250"/>
              <a:ext cx="253650" cy="271750"/>
            </a:xfrm>
            <a:custGeom>
              <a:avLst/>
              <a:gdLst/>
              <a:ahLst/>
              <a:cxnLst/>
              <a:rect l="l" t="t" r="r" b="b"/>
              <a:pathLst>
                <a:path w="10146" h="10870" extrusionOk="0">
                  <a:moveTo>
                    <a:pt x="5357" y="1"/>
                  </a:moveTo>
                  <a:cubicBezTo>
                    <a:pt x="5010" y="1"/>
                    <a:pt x="4727" y="253"/>
                    <a:pt x="4727" y="631"/>
                  </a:cubicBezTo>
                  <a:lnTo>
                    <a:pt x="4727" y="5388"/>
                  </a:lnTo>
                  <a:cubicBezTo>
                    <a:pt x="4727" y="5640"/>
                    <a:pt x="4537" y="5797"/>
                    <a:pt x="4317" y="5797"/>
                  </a:cubicBezTo>
                  <a:cubicBezTo>
                    <a:pt x="4128" y="5797"/>
                    <a:pt x="3907" y="5577"/>
                    <a:pt x="3907" y="5388"/>
                  </a:cubicBezTo>
                  <a:lnTo>
                    <a:pt x="3907" y="1450"/>
                  </a:lnTo>
                  <a:cubicBezTo>
                    <a:pt x="3907" y="1103"/>
                    <a:pt x="3624" y="820"/>
                    <a:pt x="3277" y="820"/>
                  </a:cubicBezTo>
                  <a:cubicBezTo>
                    <a:pt x="2931" y="820"/>
                    <a:pt x="2647" y="1103"/>
                    <a:pt x="2647" y="1450"/>
                  </a:cubicBezTo>
                  <a:lnTo>
                    <a:pt x="2647" y="7940"/>
                  </a:lnTo>
                  <a:lnTo>
                    <a:pt x="1576" y="6900"/>
                  </a:lnTo>
                  <a:cubicBezTo>
                    <a:pt x="1416" y="6740"/>
                    <a:pt x="1176" y="6640"/>
                    <a:pt x="935" y="6640"/>
                  </a:cubicBezTo>
                  <a:cubicBezTo>
                    <a:pt x="748" y="6640"/>
                    <a:pt x="561" y="6700"/>
                    <a:pt x="410" y="6837"/>
                  </a:cubicBezTo>
                  <a:cubicBezTo>
                    <a:pt x="95" y="7121"/>
                    <a:pt x="1" y="7625"/>
                    <a:pt x="284" y="7971"/>
                  </a:cubicBezTo>
                  <a:lnTo>
                    <a:pt x="1734" y="10208"/>
                  </a:lnTo>
                  <a:cubicBezTo>
                    <a:pt x="2049" y="10618"/>
                    <a:pt x="2521" y="10870"/>
                    <a:pt x="3088" y="10870"/>
                  </a:cubicBezTo>
                  <a:lnTo>
                    <a:pt x="8035" y="10870"/>
                  </a:lnTo>
                  <a:cubicBezTo>
                    <a:pt x="9169" y="10870"/>
                    <a:pt x="10114" y="9925"/>
                    <a:pt x="10114" y="8759"/>
                  </a:cubicBezTo>
                  <a:lnTo>
                    <a:pt x="10114" y="4002"/>
                  </a:lnTo>
                  <a:cubicBezTo>
                    <a:pt x="10145" y="3592"/>
                    <a:pt x="9893" y="3309"/>
                    <a:pt x="9515" y="3309"/>
                  </a:cubicBezTo>
                  <a:cubicBezTo>
                    <a:pt x="9169" y="3309"/>
                    <a:pt x="8885" y="3592"/>
                    <a:pt x="8885" y="3939"/>
                  </a:cubicBezTo>
                  <a:lnTo>
                    <a:pt x="8885" y="5388"/>
                  </a:lnTo>
                  <a:cubicBezTo>
                    <a:pt x="8885" y="5640"/>
                    <a:pt x="8696" y="5797"/>
                    <a:pt x="8507" y="5797"/>
                  </a:cubicBezTo>
                  <a:cubicBezTo>
                    <a:pt x="8255" y="5797"/>
                    <a:pt x="8066" y="5577"/>
                    <a:pt x="8066" y="5388"/>
                  </a:cubicBezTo>
                  <a:lnTo>
                    <a:pt x="8066" y="1450"/>
                  </a:lnTo>
                  <a:cubicBezTo>
                    <a:pt x="8066" y="1103"/>
                    <a:pt x="7782" y="820"/>
                    <a:pt x="7436" y="820"/>
                  </a:cubicBezTo>
                  <a:cubicBezTo>
                    <a:pt x="7089" y="820"/>
                    <a:pt x="6806" y="1103"/>
                    <a:pt x="6806" y="1450"/>
                  </a:cubicBezTo>
                  <a:lnTo>
                    <a:pt x="6806" y="5388"/>
                  </a:lnTo>
                  <a:cubicBezTo>
                    <a:pt x="6806" y="5640"/>
                    <a:pt x="6617" y="5797"/>
                    <a:pt x="6428" y="5797"/>
                  </a:cubicBezTo>
                  <a:cubicBezTo>
                    <a:pt x="6176" y="5797"/>
                    <a:pt x="5987" y="5577"/>
                    <a:pt x="5987" y="5388"/>
                  </a:cubicBezTo>
                  <a:lnTo>
                    <a:pt x="5987" y="631"/>
                  </a:lnTo>
                  <a:cubicBezTo>
                    <a:pt x="5987" y="284"/>
                    <a:pt x="5703" y="1"/>
                    <a:pt x="53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0" name="Google Shape;11882;p88">
              <a:extLst>
                <a:ext uri="{FF2B5EF4-FFF2-40B4-BE49-F238E27FC236}">
                  <a16:creationId xmlns:a16="http://schemas.microsoft.com/office/drawing/2014/main" id="{7F955264-2CD5-1E55-4EBD-A773F6D5B1D7}"/>
                </a:ext>
              </a:extLst>
            </p:cNvPr>
            <p:cNvSpPr/>
            <p:nvPr/>
          </p:nvSpPr>
          <p:spPr>
            <a:xfrm>
              <a:off x="-9791500" y="4069250"/>
              <a:ext cx="31550" cy="66175"/>
            </a:xfrm>
            <a:custGeom>
              <a:avLst/>
              <a:gdLst/>
              <a:ahLst/>
              <a:cxnLst/>
              <a:rect l="l" t="t" r="r" b="b"/>
              <a:pathLst>
                <a:path w="1262" h="2647" extrusionOk="0">
                  <a:moveTo>
                    <a:pt x="631" y="0"/>
                  </a:moveTo>
                  <a:cubicBezTo>
                    <a:pt x="284" y="0"/>
                    <a:pt x="1" y="252"/>
                    <a:pt x="1" y="630"/>
                  </a:cubicBezTo>
                  <a:lnTo>
                    <a:pt x="1" y="2647"/>
                  </a:lnTo>
                  <a:cubicBezTo>
                    <a:pt x="190" y="2552"/>
                    <a:pt x="410" y="2489"/>
                    <a:pt x="631" y="2489"/>
                  </a:cubicBezTo>
                  <a:cubicBezTo>
                    <a:pt x="883" y="2521"/>
                    <a:pt x="1072" y="2552"/>
                    <a:pt x="1261" y="2647"/>
                  </a:cubicBezTo>
                  <a:lnTo>
                    <a:pt x="1261" y="630"/>
                  </a:lnTo>
                  <a:cubicBezTo>
                    <a:pt x="1261" y="284"/>
                    <a:pt x="977" y="0"/>
                    <a:pt x="63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1" name="Google Shape;11883;p88">
              <a:extLst>
                <a:ext uri="{FF2B5EF4-FFF2-40B4-BE49-F238E27FC236}">
                  <a16:creationId xmlns:a16="http://schemas.microsoft.com/office/drawing/2014/main" id="{D5B2825C-5470-DDFF-CEDF-91DD373139D3}"/>
                </a:ext>
              </a:extLst>
            </p:cNvPr>
            <p:cNvSpPr/>
            <p:nvPr/>
          </p:nvSpPr>
          <p:spPr>
            <a:xfrm>
              <a:off x="-9740300" y="4049550"/>
              <a:ext cx="136275" cy="268600"/>
            </a:xfrm>
            <a:custGeom>
              <a:avLst/>
              <a:gdLst/>
              <a:ahLst/>
              <a:cxnLst/>
              <a:rect l="l" t="t" r="r" b="b"/>
              <a:pathLst>
                <a:path w="5451" h="10744" extrusionOk="0">
                  <a:moveTo>
                    <a:pt x="631" y="1"/>
                  </a:moveTo>
                  <a:cubicBezTo>
                    <a:pt x="284" y="1"/>
                    <a:pt x="1" y="253"/>
                    <a:pt x="1" y="631"/>
                  </a:cubicBezTo>
                  <a:lnTo>
                    <a:pt x="1" y="5955"/>
                  </a:lnTo>
                  <a:cubicBezTo>
                    <a:pt x="190" y="5860"/>
                    <a:pt x="410" y="5797"/>
                    <a:pt x="631" y="5797"/>
                  </a:cubicBezTo>
                  <a:cubicBezTo>
                    <a:pt x="1418" y="5797"/>
                    <a:pt x="2080" y="6428"/>
                    <a:pt x="2080" y="7247"/>
                  </a:cubicBezTo>
                  <a:lnTo>
                    <a:pt x="2080" y="10744"/>
                  </a:lnTo>
                  <a:lnTo>
                    <a:pt x="3309" y="10744"/>
                  </a:lnTo>
                  <a:cubicBezTo>
                    <a:pt x="4443" y="10744"/>
                    <a:pt x="5388" y="9799"/>
                    <a:pt x="5388" y="8664"/>
                  </a:cubicBezTo>
                  <a:lnTo>
                    <a:pt x="5388" y="3876"/>
                  </a:lnTo>
                  <a:cubicBezTo>
                    <a:pt x="5451" y="3592"/>
                    <a:pt x="5167" y="3309"/>
                    <a:pt x="4821" y="3309"/>
                  </a:cubicBezTo>
                  <a:cubicBezTo>
                    <a:pt x="4443" y="3309"/>
                    <a:pt x="4191" y="3592"/>
                    <a:pt x="4191" y="3939"/>
                  </a:cubicBezTo>
                  <a:lnTo>
                    <a:pt x="4191" y="5388"/>
                  </a:lnTo>
                  <a:cubicBezTo>
                    <a:pt x="4191" y="5640"/>
                    <a:pt x="3970" y="5797"/>
                    <a:pt x="3781" y="5797"/>
                  </a:cubicBezTo>
                  <a:cubicBezTo>
                    <a:pt x="3561" y="5797"/>
                    <a:pt x="3340" y="5577"/>
                    <a:pt x="3340" y="5388"/>
                  </a:cubicBezTo>
                  <a:lnTo>
                    <a:pt x="3340" y="1450"/>
                  </a:lnTo>
                  <a:cubicBezTo>
                    <a:pt x="3340" y="1103"/>
                    <a:pt x="3088" y="820"/>
                    <a:pt x="2710" y="820"/>
                  </a:cubicBezTo>
                  <a:cubicBezTo>
                    <a:pt x="2364" y="820"/>
                    <a:pt x="2080" y="1103"/>
                    <a:pt x="2080" y="1450"/>
                  </a:cubicBezTo>
                  <a:lnTo>
                    <a:pt x="2080" y="5388"/>
                  </a:lnTo>
                  <a:cubicBezTo>
                    <a:pt x="2080" y="5640"/>
                    <a:pt x="1891" y="5797"/>
                    <a:pt x="1702" y="5797"/>
                  </a:cubicBezTo>
                  <a:cubicBezTo>
                    <a:pt x="1450" y="5797"/>
                    <a:pt x="1261" y="5577"/>
                    <a:pt x="1261" y="5388"/>
                  </a:cubicBezTo>
                  <a:lnTo>
                    <a:pt x="1261" y="631"/>
                  </a:lnTo>
                  <a:cubicBezTo>
                    <a:pt x="1261" y="284"/>
                    <a:pt x="977" y="1"/>
                    <a:pt x="6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92" name="Google Shape;10880;p87">
            <a:extLst>
              <a:ext uri="{FF2B5EF4-FFF2-40B4-BE49-F238E27FC236}">
                <a16:creationId xmlns:a16="http://schemas.microsoft.com/office/drawing/2014/main" id="{13E71E19-B003-F18C-6E79-7B4E6D65E40C}"/>
              </a:ext>
            </a:extLst>
          </p:cNvPr>
          <p:cNvGrpSpPr/>
          <p:nvPr/>
        </p:nvGrpSpPr>
        <p:grpSpPr>
          <a:xfrm>
            <a:off x="902142" y="3716613"/>
            <a:ext cx="353645" cy="353645"/>
            <a:chOff x="-35481425" y="3202075"/>
            <a:chExt cx="291450" cy="291450"/>
          </a:xfrm>
          <a:solidFill>
            <a:schemeClr val="accent2"/>
          </a:solidFill>
        </p:grpSpPr>
        <p:sp>
          <p:nvSpPr>
            <p:cNvPr id="3593" name="Google Shape;10881;p87">
              <a:extLst>
                <a:ext uri="{FF2B5EF4-FFF2-40B4-BE49-F238E27FC236}">
                  <a16:creationId xmlns:a16="http://schemas.microsoft.com/office/drawing/2014/main" id="{4D929BB8-2D4B-C597-F442-EF3127510336}"/>
                </a:ext>
              </a:extLst>
            </p:cNvPr>
            <p:cNvSpPr/>
            <p:nvPr/>
          </p:nvSpPr>
          <p:spPr>
            <a:xfrm>
              <a:off x="-35414475" y="3304600"/>
              <a:ext cx="154400" cy="85975"/>
            </a:xfrm>
            <a:custGeom>
              <a:avLst/>
              <a:gdLst/>
              <a:ahLst/>
              <a:cxnLst/>
              <a:rect l="l" t="t" r="r" b="b"/>
              <a:pathLst>
                <a:path w="6176" h="3439" extrusionOk="0">
                  <a:moveTo>
                    <a:pt x="4433" y="0"/>
                  </a:moveTo>
                  <a:cubicBezTo>
                    <a:pt x="4393" y="0"/>
                    <a:pt x="4354" y="8"/>
                    <a:pt x="4317" y="26"/>
                  </a:cubicBezTo>
                  <a:cubicBezTo>
                    <a:pt x="4191" y="58"/>
                    <a:pt x="4128" y="216"/>
                    <a:pt x="4128" y="342"/>
                  </a:cubicBezTo>
                  <a:lnTo>
                    <a:pt x="4128" y="1003"/>
                  </a:lnTo>
                  <a:lnTo>
                    <a:pt x="2048" y="1003"/>
                  </a:lnTo>
                  <a:lnTo>
                    <a:pt x="2048" y="342"/>
                  </a:lnTo>
                  <a:cubicBezTo>
                    <a:pt x="2048" y="184"/>
                    <a:pt x="1954" y="58"/>
                    <a:pt x="1828" y="26"/>
                  </a:cubicBezTo>
                  <a:cubicBezTo>
                    <a:pt x="1793" y="15"/>
                    <a:pt x="1750" y="8"/>
                    <a:pt x="1705" y="8"/>
                  </a:cubicBezTo>
                  <a:cubicBezTo>
                    <a:pt x="1626" y="8"/>
                    <a:pt x="1541" y="30"/>
                    <a:pt x="1481" y="89"/>
                  </a:cubicBezTo>
                  <a:lnTo>
                    <a:pt x="95" y="1476"/>
                  </a:lnTo>
                  <a:cubicBezTo>
                    <a:pt x="0" y="1602"/>
                    <a:pt x="0" y="1822"/>
                    <a:pt x="95" y="1948"/>
                  </a:cubicBezTo>
                  <a:lnTo>
                    <a:pt x="1481" y="3334"/>
                  </a:lnTo>
                  <a:cubicBezTo>
                    <a:pt x="1548" y="3379"/>
                    <a:pt x="1646" y="3424"/>
                    <a:pt x="1732" y="3424"/>
                  </a:cubicBezTo>
                  <a:cubicBezTo>
                    <a:pt x="1767" y="3424"/>
                    <a:pt x="1800" y="3416"/>
                    <a:pt x="1828" y="3398"/>
                  </a:cubicBezTo>
                  <a:cubicBezTo>
                    <a:pt x="1954" y="3366"/>
                    <a:pt x="2048" y="3208"/>
                    <a:pt x="2048" y="3082"/>
                  </a:cubicBezTo>
                  <a:lnTo>
                    <a:pt x="2048" y="2421"/>
                  </a:lnTo>
                  <a:lnTo>
                    <a:pt x="4128" y="2421"/>
                  </a:lnTo>
                  <a:lnTo>
                    <a:pt x="4128" y="3082"/>
                  </a:lnTo>
                  <a:cubicBezTo>
                    <a:pt x="4128" y="3240"/>
                    <a:pt x="4191" y="3366"/>
                    <a:pt x="4317" y="3398"/>
                  </a:cubicBezTo>
                  <a:cubicBezTo>
                    <a:pt x="4369" y="3424"/>
                    <a:pt x="4426" y="3439"/>
                    <a:pt x="4483" y="3439"/>
                  </a:cubicBezTo>
                  <a:cubicBezTo>
                    <a:pt x="4562" y="3439"/>
                    <a:pt x="4639" y="3408"/>
                    <a:pt x="4695" y="3334"/>
                  </a:cubicBezTo>
                  <a:lnTo>
                    <a:pt x="6049" y="1948"/>
                  </a:lnTo>
                  <a:cubicBezTo>
                    <a:pt x="6175" y="1822"/>
                    <a:pt x="6175" y="1602"/>
                    <a:pt x="6049" y="1476"/>
                  </a:cubicBezTo>
                  <a:lnTo>
                    <a:pt x="4695" y="89"/>
                  </a:lnTo>
                  <a:cubicBezTo>
                    <a:pt x="4628" y="45"/>
                    <a:pt x="4530" y="0"/>
                    <a:pt x="443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4" name="Google Shape;10882;p87">
              <a:extLst>
                <a:ext uri="{FF2B5EF4-FFF2-40B4-BE49-F238E27FC236}">
                  <a16:creationId xmlns:a16="http://schemas.microsoft.com/office/drawing/2014/main" id="{E2E49DC5-50D1-77F2-EA7F-5B5433EC026A}"/>
                </a:ext>
              </a:extLst>
            </p:cNvPr>
            <p:cNvSpPr/>
            <p:nvPr/>
          </p:nvSpPr>
          <p:spPr>
            <a:xfrm>
              <a:off x="-35413700" y="3202075"/>
              <a:ext cx="34700" cy="103200"/>
            </a:xfrm>
            <a:custGeom>
              <a:avLst/>
              <a:gdLst/>
              <a:ahLst/>
              <a:cxnLst/>
              <a:rect l="l" t="t" r="r" b="b"/>
              <a:pathLst>
                <a:path w="1388" h="4128" extrusionOk="0">
                  <a:moveTo>
                    <a:pt x="1" y="0"/>
                  </a:moveTo>
                  <a:lnTo>
                    <a:pt x="1" y="4127"/>
                  </a:lnTo>
                  <a:lnTo>
                    <a:pt x="348" y="4127"/>
                  </a:lnTo>
                  <a:cubicBezTo>
                    <a:pt x="915" y="4127"/>
                    <a:pt x="1387" y="3655"/>
                    <a:pt x="1387" y="3088"/>
                  </a:cubicBezTo>
                  <a:lnTo>
                    <a:pt x="1387" y="1009"/>
                  </a:lnTo>
                  <a:cubicBezTo>
                    <a:pt x="1387" y="473"/>
                    <a:pt x="915" y="0"/>
                    <a:pt x="34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5" name="Google Shape;10883;p87">
              <a:extLst>
                <a:ext uri="{FF2B5EF4-FFF2-40B4-BE49-F238E27FC236}">
                  <a16:creationId xmlns:a16="http://schemas.microsoft.com/office/drawing/2014/main" id="{6C91A07C-F060-E942-031A-9326FCF6AB2D}"/>
                </a:ext>
              </a:extLst>
            </p:cNvPr>
            <p:cNvSpPr/>
            <p:nvPr/>
          </p:nvSpPr>
          <p:spPr>
            <a:xfrm>
              <a:off x="-35413700" y="3389525"/>
              <a:ext cx="34700" cy="103250"/>
            </a:xfrm>
            <a:custGeom>
              <a:avLst/>
              <a:gdLst/>
              <a:ahLst/>
              <a:cxnLst/>
              <a:rect l="l" t="t" r="r" b="b"/>
              <a:pathLst>
                <a:path w="1388" h="4130" extrusionOk="0">
                  <a:moveTo>
                    <a:pt x="1" y="1"/>
                  </a:moveTo>
                  <a:lnTo>
                    <a:pt x="1" y="4128"/>
                  </a:lnTo>
                  <a:lnTo>
                    <a:pt x="348" y="4128"/>
                  </a:lnTo>
                  <a:cubicBezTo>
                    <a:pt x="367" y="4129"/>
                    <a:pt x="386" y="4129"/>
                    <a:pt x="405" y="4129"/>
                  </a:cubicBezTo>
                  <a:cubicBezTo>
                    <a:pt x="946" y="4129"/>
                    <a:pt x="1387" y="3698"/>
                    <a:pt x="1387" y="3119"/>
                  </a:cubicBezTo>
                  <a:lnTo>
                    <a:pt x="1387" y="1040"/>
                  </a:lnTo>
                  <a:cubicBezTo>
                    <a:pt x="1387" y="473"/>
                    <a:pt x="915" y="1"/>
                    <a:pt x="34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7" name="Google Shape;10884;p87">
              <a:extLst>
                <a:ext uri="{FF2B5EF4-FFF2-40B4-BE49-F238E27FC236}">
                  <a16:creationId xmlns:a16="http://schemas.microsoft.com/office/drawing/2014/main" id="{8196BB0F-80DC-F5DB-ACEF-77BB611FD3C5}"/>
                </a:ext>
              </a:extLst>
            </p:cNvPr>
            <p:cNvSpPr/>
            <p:nvPr/>
          </p:nvSpPr>
          <p:spPr>
            <a:xfrm>
              <a:off x="-35292400" y="3202075"/>
              <a:ext cx="33900" cy="103200"/>
            </a:xfrm>
            <a:custGeom>
              <a:avLst/>
              <a:gdLst/>
              <a:ahLst/>
              <a:cxnLst/>
              <a:rect l="l" t="t" r="r" b="b"/>
              <a:pathLst>
                <a:path w="1356" h="4128" extrusionOk="0">
                  <a:moveTo>
                    <a:pt x="1009" y="0"/>
                  </a:moveTo>
                  <a:cubicBezTo>
                    <a:pt x="473" y="0"/>
                    <a:pt x="1" y="473"/>
                    <a:pt x="1" y="1009"/>
                  </a:cubicBezTo>
                  <a:lnTo>
                    <a:pt x="1" y="3088"/>
                  </a:lnTo>
                  <a:cubicBezTo>
                    <a:pt x="1" y="3655"/>
                    <a:pt x="410" y="4127"/>
                    <a:pt x="1009" y="4127"/>
                  </a:cubicBezTo>
                  <a:lnTo>
                    <a:pt x="1355" y="4127"/>
                  </a:lnTo>
                  <a:lnTo>
                    <a:pt x="135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9" name="Google Shape;10885;p87">
              <a:extLst>
                <a:ext uri="{FF2B5EF4-FFF2-40B4-BE49-F238E27FC236}">
                  <a16:creationId xmlns:a16="http://schemas.microsoft.com/office/drawing/2014/main" id="{5593E5B3-F373-0062-DA90-BED4B2618EE4}"/>
                </a:ext>
              </a:extLst>
            </p:cNvPr>
            <p:cNvSpPr/>
            <p:nvPr/>
          </p:nvSpPr>
          <p:spPr>
            <a:xfrm>
              <a:off x="-35241200" y="3202850"/>
              <a:ext cx="51225" cy="290675"/>
            </a:xfrm>
            <a:custGeom>
              <a:avLst/>
              <a:gdLst/>
              <a:ahLst/>
              <a:cxnLst/>
              <a:rect l="l" t="t" r="r" b="b"/>
              <a:pathLst>
                <a:path w="2049" h="11627" extrusionOk="0">
                  <a:moveTo>
                    <a:pt x="1" y="1"/>
                  </a:moveTo>
                  <a:lnTo>
                    <a:pt x="1" y="11626"/>
                  </a:lnTo>
                  <a:cubicBezTo>
                    <a:pt x="1135" y="11469"/>
                    <a:pt x="2048" y="10460"/>
                    <a:pt x="2048" y="9263"/>
                  </a:cubicBezTo>
                  <a:lnTo>
                    <a:pt x="2048" y="2395"/>
                  </a:lnTo>
                  <a:cubicBezTo>
                    <a:pt x="2048" y="1167"/>
                    <a:pt x="1135" y="158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0" name="Google Shape;10886;p87">
              <a:extLst>
                <a:ext uri="{FF2B5EF4-FFF2-40B4-BE49-F238E27FC236}">
                  <a16:creationId xmlns:a16="http://schemas.microsoft.com/office/drawing/2014/main" id="{08A7BEA2-35BD-7E45-7E25-817CE3CDB20C}"/>
                </a:ext>
              </a:extLst>
            </p:cNvPr>
            <p:cNvSpPr/>
            <p:nvPr/>
          </p:nvSpPr>
          <p:spPr>
            <a:xfrm>
              <a:off x="-35292400" y="3389525"/>
              <a:ext cx="33900" cy="104000"/>
            </a:xfrm>
            <a:custGeom>
              <a:avLst/>
              <a:gdLst/>
              <a:ahLst/>
              <a:cxnLst/>
              <a:rect l="l" t="t" r="r" b="b"/>
              <a:pathLst>
                <a:path w="1356" h="4160" extrusionOk="0">
                  <a:moveTo>
                    <a:pt x="1009" y="1"/>
                  </a:moveTo>
                  <a:cubicBezTo>
                    <a:pt x="473" y="1"/>
                    <a:pt x="1" y="473"/>
                    <a:pt x="1" y="1040"/>
                  </a:cubicBezTo>
                  <a:lnTo>
                    <a:pt x="1" y="3119"/>
                  </a:lnTo>
                  <a:cubicBezTo>
                    <a:pt x="1" y="3718"/>
                    <a:pt x="410" y="4159"/>
                    <a:pt x="1009" y="4159"/>
                  </a:cubicBezTo>
                  <a:lnTo>
                    <a:pt x="1355" y="4159"/>
                  </a:lnTo>
                  <a:lnTo>
                    <a:pt x="135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2" name="Google Shape;10887;p87">
              <a:extLst>
                <a:ext uri="{FF2B5EF4-FFF2-40B4-BE49-F238E27FC236}">
                  <a16:creationId xmlns:a16="http://schemas.microsoft.com/office/drawing/2014/main" id="{65EBF641-688A-73E5-33AC-59AE351842EB}"/>
                </a:ext>
              </a:extLst>
            </p:cNvPr>
            <p:cNvSpPr/>
            <p:nvPr/>
          </p:nvSpPr>
          <p:spPr>
            <a:xfrm>
              <a:off x="-35481425" y="3202075"/>
              <a:ext cx="51225" cy="289875"/>
            </a:xfrm>
            <a:custGeom>
              <a:avLst/>
              <a:gdLst/>
              <a:ahLst/>
              <a:cxnLst/>
              <a:rect l="l" t="t" r="r" b="b"/>
              <a:pathLst>
                <a:path w="2049" h="11595" extrusionOk="0">
                  <a:moveTo>
                    <a:pt x="2048" y="0"/>
                  </a:moveTo>
                  <a:cubicBezTo>
                    <a:pt x="883" y="158"/>
                    <a:pt x="1" y="1166"/>
                    <a:pt x="1" y="2363"/>
                  </a:cubicBezTo>
                  <a:lnTo>
                    <a:pt x="1" y="9200"/>
                  </a:lnTo>
                  <a:cubicBezTo>
                    <a:pt x="1" y="10460"/>
                    <a:pt x="851" y="11437"/>
                    <a:pt x="2048" y="11594"/>
                  </a:cubicBezTo>
                  <a:lnTo>
                    <a:pt x="204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235DBAB2-B605-663A-E042-E29D8C95DE5B}"/>
              </a:ext>
            </a:extLst>
          </p:cNvPr>
          <p:cNvGrpSpPr/>
          <p:nvPr/>
        </p:nvGrpSpPr>
        <p:grpSpPr>
          <a:xfrm>
            <a:off x="5889573" y="2495393"/>
            <a:ext cx="946395" cy="914400"/>
            <a:chOff x="6173272" y="2222947"/>
            <a:chExt cx="946395" cy="914400"/>
          </a:xfrm>
        </p:grpSpPr>
        <p:sp>
          <p:nvSpPr>
            <p:cNvPr id="34" name="Google Shape;3661;p53">
              <a:extLst>
                <a:ext uri="{FF2B5EF4-FFF2-40B4-BE49-F238E27FC236}">
                  <a16:creationId xmlns:a16="http://schemas.microsoft.com/office/drawing/2014/main" id="{F73CBD67-58FA-BBBF-305A-7D2E71C0FCD4}"/>
                </a:ext>
              </a:extLst>
            </p:cNvPr>
            <p:cNvSpPr/>
            <p:nvPr/>
          </p:nvSpPr>
          <p:spPr>
            <a:xfrm>
              <a:off x="6189269" y="2222947"/>
              <a:ext cx="914400" cy="914400"/>
            </a:xfrm>
            <a:prstGeom prst="ellipse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bg1"/>
                </a:solidFill>
              </a:endParaRPr>
            </a:p>
          </p:txBody>
        </p:sp>
        <p:sp>
          <p:nvSpPr>
            <p:cNvPr id="35" name="Google Shape;3601;p52">
              <a:extLst>
                <a:ext uri="{FF2B5EF4-FFF2-40B4-BE49-F238E27FC236}">
                  <a16:creationId xmlns:a16="http://schemas.microsoft.com/office/drawing/2014/main" id="{B9D2623B-65F4-3F24-FBCA-49482CDABBB8}"/>
                </a:ext>
              </a:extLst>
            </p:cNvPr>
            <p:cNvSpPr txBox="1">
              <a:spLocks/>
            </p:cNvSpPr>
            <p:nvPr/>
          </p:nvSpPr>
          <p:spPr>
            <a:xfrm>
              <a:off x="6173272" y="2555317"/>
              <a:ext cx="946395" cy="2496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1pPr>
              <a:lvl2pPr marL="914400" marR="0" lvl="1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2pPr>
              <a:lvl3pPr marL="1371600" marR="0" lvl="2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3pPr>
              <a:lvl4pPr marL="1828800" marR="0" lvl="3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4pPr>
              <a:lvl5pPr marL="2286000" marR="0" lvl="4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5pPr>
              <a:lvl6pPr marL="2743200" marR="0" lvl="5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6pPr>
              <a:lvl7pPr marL="3200400" marR="0" lvl="6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7pPr>
              <a:lvl8pPr marL="3657600" marR="0" lvl="7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8pPr>
              <a:lvl9pPr marL="4114800" marR="0" lvl="8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9pPr>
            </a:lstStyle>
            <a:p>
              <a:pPr marL="0" indent="0"/>
              <a:r>
                <a:rPr lang="en-US" b="1" dirty="0"/>
                <a:t>ElderCare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B4A8C643-5F66-1B1D-B3FF-014CAAC17719}"/>
              </a:ext>
            </a:extLst>
          </p:cNvPr>
          <p:cNvGrpSpPr/>
          <p:nvPr/>
        </p:nvGrpSpPr>
        <p:grpSpPr>
          <a:xfrm>
            <a:off x="5110889" y="1189029"/>
            <a:ext cx="946395" cy="914400"/>
            <a:chOff x="6173272" y="2222947"/>
            <a:chExt cx="946395" cy="914400"/>
          </a:xfrm>
        </p:grpSpPr>
        <p:sp>
          <p:nvSpPr>
            <p:cNvPr id="41" name="Google Shape;3661;p53">
              <a:extLst>
                <a:ext uri="{FF2B5EF4-FFF2-40B4-BE49-F238E27FC236}">
                  <a16:creationId xmlns:a16="http://schemas.microsoft.com/office/drawing/2014/main" id="{DAC325D1-537B-5CE5-A30B-056C43B226DE}"/>
                </a:ext>
              </a:extLst>
            </p:cNvPr>
            <p:cNvSpPr/>
            <p:nvPr/>
          </p:nvSpPr>
          <p:spPr>
            <a:xfrm>
              <a:off x="6189269" y="2222947"/>
              <a:ext cx="914400" cy="914400"/>
            </a:xfrm>
            <a:prstGeom prst="ellipse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bg1"/>
                </a:solidFill>
              </a:endParaRPr>
            </a:p>
          </p:txBody>
        </p:sp>
        <p:sp>
          <p:nvSpPr>
            <p:cNvPr id="42" name="Google Shape;3601;p52">
              <a:extLst>
                <a:ext uri="{FF2B5EF4-FFF2-40B4-BE49-F238E27FC236}">
                  <a16:creationId xmlns:a16="http://schemas.microsoft.com/office/drawing/2014/main" id="{3AD51E7A-C61C-E3D5-BCD6-90999D94C4F2}"/>
                </a:ext>
              </a:extLst>
            </p:cNvPr>
            <p:cNvSpPr txBox="1">
              <a:spLocks/>
            </p:cNvSpPr>
            <p:nvPr/>
          </p:nvSpPr>
          <p:spPr>
            <a:xfrm>
              <a:off x="6173272" y="2555317"/>
              <a:ext cx="946395" cy="2496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1pPr>
              <a:lvl2pPr marL="914400" marR="0" lvl="1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2pPr>
              <a:lvl3pPr marL="1371600" marR="0" lvl="2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3pPr>
              <a:lvl4pPr marL="1828800" marR="0" lvl="3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4pPr>
              <a:lvl5pPr marL="2286000" marR="0" lvl="4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5pPr>
              <a:lvl6pPr marL="2743200" marR="0" lvl="5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6pPr>
              <a:lvl7pPr marL="3200400" marR="0" lvl="6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7pPr>
              <a:lvl8pPr marL="3657600" marR="0" lvl="7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8pPr>
              <a:lvl9pPr marL="4114800" marR="0" lvl="8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9pPr>
            </a:lstStyle>
            <a:p>
              <a:pPr marL="0" indent="0"/>
              <a:r>
                <a:rPr lang="en-US" b="1" dirty="0"/>
                <a:t>Care360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F8B5719D-A2F3-E4F5-A48B-E3A7ECC9D050}"/>
              </a:ext>
            </a:extLst>
          </p:cNvPr>
          <p:cNvGrpSpPr/>
          <p:nvPr/>
        </p:nvGrpSpPr>
        <p:grpSpPr>
          <a:xfrm>
            <a:off x="6103517" y="1080175"/>
            <a:ext cx="946395" cy="914400"/>
            <a:chOff x="6173272" y="2222947"/>
            <a:chExt cx="946395" cy="914400"/>
          </a:xfrm>
        </p:grpSpPr>
        <p:sp>
          <p:nvSpPr>
            <p:cNvPr id="44" name="Google Shape;3661;p53">
              <a:extLst>
                <a:ext uri="{FF2B5EF4-FFF2-40B4-BE49-F238E27FC236}">
                  <a16:creationId xmlns:a16="http://schemas.microsoft.com/office/drawing/2014/main" id="{C22C88B7-942E-00F6-78D2-47D7AA3F4B58}"/>
                </a:ext>
              </a:extLst>
            </p:cNvPr>
            <p:cNvSpPr/>
            <p:nvPr/>
          </p:nvSpPr>
          <p:spPr>
            <a:xfrm>
              <a:off x="6189269" y="2222947"/>
              <a:ext cx="914400" cy="914400"/>
            </a:xfrm>
            <a:prstGeom prst="ellipse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bg1"/>
                </a:solidFill>
              </a:endParaRPr>
            </a:p>
          </p:txBody>
        </p:sp>
        <p:sp>
          <p:nvSpPr>
            <p:cNvPr id="45" name="Google Shape;3601;p52">
              <a:extLst>
                <a:ext uri="{FF2B5EF4-FFF2-40B4-BE49-F238E27FC236}">
                  <a16:creationId xmlns:a16="http://schemas.microsoft.com/office/drawing/2014/main" id="{77D67A0A-8064-4E65-87D9-E91337908A9D}"/>
                </a:ext>
              </a:extLst>
            </p:cNvPr>
            <p:cNvSpPr txBox="1">
              <a:spLocks/>
            </p:cNvSpPr>
            <p:nvPr/>
          </p:nvSpPr>
          <p:spPr>
            <a:xfrm>
              <a:off x="6173272" y="2555317"/>
              <a:ext cx="946395" cy="2496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1pPr>
              <a:lvl2pPr marL="914400" marR="0" lvl="1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2pPr>
              <a:lvl3pPr marL="1371600" marR="0" lvl="2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3pPr>
              <a:lvl4pPr marL="1828800" marR="0" lvl="3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4pPr>
              <a:lvl5pPr marL="2286000" marR="0" lvl="4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5pPr>
              <a:lvl6pPr marL="2743200" marR="0" lvl="5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6pPr>
              <a:lvl7pPr marL="3200400" marR="0" lvl="6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7pPr>
              <a:lvl8pPr marL="3657600" marR="0" lvl="7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8pPr>
              <a:lvl9pPr marL="4114800" marR="0" lvl="8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9pPr>
            </a:lstStyle>
            <a:p>
              <a:pPr marL="0" indent="0"/>
              <a:r>
                <a:rPr lang="en-US" b="1" dirty="0" err="1"/>
                <a:t>AgeWell</a:t>
              </a:r>
              <a:endParaRPr lang="en-US" b="1" dirty="0"/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2AC5B7BF-B95B-81BF-0166-96E5EC6BAA3C}"/>
              </a:ext>
            </a:extLst>
          </p:cNvPr>
          <p:cNvGrpSpPr/>
          <p:nvPr/>
        </p:nvGrpSpPr>
        <p:grpSpPr>
          <a:xfrm>
            <a:off x="7065910" y="1392810"/>
            <a:ext cx="946395" cy="914400"/>
            <a:chOff x="6173272" y="2222947"/>
            <a:chExt cx="946395" cy="914400"/>
          </a:xfrm>
        </p:grpSpPr>
        <p:sp>
          <p:nvSpPr>
            <p:cNvPr id="47" name="Google Shape;3661;p53">
              <a:extLst>
                <a:ext uri="{FF2B5EF4-FFF2-40B4-BE49-F238E27FC236}">
                  <a16:creationId xmlns:a16="http://schemas.microsoft.com/office/drawing/2014/main" id="{A37B50D2-D8C7-BA33-CDD4-D1B5EAA049C2}"/>
                </a:ext>
              </a:extLst>
            </p:cNvPr>
            <p:cNvSpPr/>
            <p:nvPr/>
          </p:nvSpPr>
          <p:spPr>
            <a:xfrm>
              <a:off x="6189269" y="2222947"/>
              <a:ext cx="914400" cy="914400"/>
            </a:xfrm>
            <a:prstGeom prst="ellipse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bg1"/>
                </a:solidFill>
              </a:endParaRPr>
            </a:p>
          </p:txBody>
        </p:sp>
        <p:sp>
          <p:nvSpPr>
            <p:cNvPr id="48" name="Google Shape;3601;p52">
              <a:extLst>
                <a:ext uri="{FF2B5EF4-FFF2-40B4-BE49-F238E27FC236}">
                  <a16:creationId xmlns:a16="http://schemas.microsoft.com/office/drawing/2014/main" id="{8F488093-B859-0A6F-9B62-E018328E3DC4}"/>
                </a:ext>
              </a:extLst>
            </p:cNvPr>
            <p:cNvSpPr txBox="1">
              <a:spLocks/>
            </p:cNvSpPr>
            <p:nvPr/>
          </p:nvSpPr>
          <p:spPr>
            <a:xfrm>
              <a:off x="6173272" y="2555317"/>
              <a:ext cx="946395" cy="2496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1pPr>
              <a:lvl2pPr marL="914400" marR="0" lvl="1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2pPr>
              <a:lvl3pPr marL="1371600" marR="0" lvl="2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3pPr>
              <a:lvl4pPr marL="1828800" marR="0" lvl="3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4pPr>
              <a:lvl5pPr marL="2286000" marR="0" lvl="4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5pPr>
              <a:lvl6pPr marL="2743200" marR="0" lvl="5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6pPr>
              <a:lvl7pPr marL="3200400" marR="0" lvl="6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7pPr>
              <a:lvl8pPr marL="3657600" marR="0" lvl="7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8pPr>
              <a:lvl9pPr marL="4114800" marR="0" lvl="8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9pPr>
            </a:lstStyle>
            <a:p>
              <a:pPr marL="0" indent="0"/>
              <a:r>
                <a:rPr lang="en-US" b="1" dirty="0" err="1"/>
                <a:t>SilverBox</a:t>
              </a:r>
              <a:endParaRPr lang="en-US" b="1" dirty="0"/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E442AF99-940B-83E9-D58E-36F315B53C91}"/>
              </a:ext>
            </a:extLst>
          </p:cNvPr>
          <p:cNvGrpSpPr/>
          <p:nvPr/>
        </p:nvGrpSpPr>
        <p:grpSpPr>
          <a:xfrm>
            <a:off x="4485736" y="1983716"/>
            <a:ext cx="946395" cy="914400"/>
            <a:chOff x="6173272" y="2222947"/>
            <a:chExt cx="946395" cy="914400"/>
          </a:xfrm>
        </p:grpSpPr>
        <p:sp>
          <p:nvSpPr>
            <p:cNvPr id="50" name="Google Shape;3661;p53">
              <a:extLst>
                <a:ext uri="{FF2B5EF4-FFF2-40B4-BE49-F238E27FC236}">
                  <a16:creationId xmlns:a16="http://schemas.microsoft.com/office/drawing/2014/main" id="{38A5E163-BE00-D029-E7E9-2AFA576349B5}"/>
                </a:ext>
              </a:extLst>
            </p:cNvPr>
            <p:cNvSpPr/>
            <p:nvPr/>
          </p:nvSpPr>
          <p:spPr>
            <a:xfrm>
              <a:off x="6189269" y="2222947"/>
              <a:ext cx="914400" cy="914400"/>
            </a:xfrm>
            <a:prstGeom prst="ellipse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bg1"/>
                </a:solidFill>
              </a:endParaRPr>
            </a:p>
          </p:txBody>
        </p:sp>
        <p:sp>
          <p:nvSpPr>
            <p:cNvPr id="51" name="Google Shape;3601;p52">
              <a:extLst>
                <a:ext uri="{FF2B5EF4-FFF2-40B4-BE49-F238E27FC236}">
                  <a16:creationId xmlns:a16="http://schemas.microsoft.com/office/drawing/2014/main" id="{76A0DF2F-BEF8-9937-8B40-926E68E1A60F}"/>
                </a:ext>
              </a:extLst>
            </p:cNvPr>
            <p:cNvSpPr txBox="1">
              <a:spLocks/>
            </p:cNvSpPr>
            <p:nvPr/>
          </p:nvSpPr>
          <p:spPr>
            <a:xfrm>
              <a:off x="6173272" y="2555317"/>
              <a:ext cx="946395" cy="2496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1pPr>
              <a:lvl2pPr marL="914400" marR="0" lvl="1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2pPr>
              <a:lvl3pPr marL="1371600" marR="0" lvl="2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3pPr>
              <a:lvl4pPr marL="1828800" marR="0" lvl="3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4pPr>
              <a:lvl5pPr marL="2286000" marR="0" lvl="4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5pPr>
              <a:lvl6pPr marL="2743200" marR="0" lvl="5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6pPr>
              <a:lvl7pPr marL="3200400" marR="0" lvl="6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7pPr>
              <a:lvl8pPr marL="3657600" marR="0" lvl="7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8pPr>
              <a:lvl9pPr marL="4114800" marR="0" lvl="8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9pPr>
            </a:lstStyle>
            <a:p>
              <a:pPr marL="0" indent="0"/>
              <a:r>
                <a:rPr lang="en-US" sz="1200" b="1" dirty="0" err="1"/>
                <a:t>GoldenCare</a:t>
              </a:r>
              <a:endParaRPr lang="en-US" sz="1200" b="1" dirty="0"/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538A7D6B-5559-BADD-9057-3971EA84278D}"/>
              </a:ext>
            </a:extLst>
          </p:cNvPr>
          <p:cNvGrpSpPr/>
          <p:nvPr/>
        </p:nvGrpSpPr>
        <p:grpSpPr>
          <a:xfrm>
            <a:off x="5096157" y="3857956"/>
            <a:ext cx="946395" cy="914400"/>
            <a:chOff x="6173272" y="2222947"/>
            <a:chExt cx="946395" cy="914400"/>
          </a:xfrm>
        </p:grpSpPr>
        <p:sp>
          <p:nvSpPr>
            <p:cNvPr id="53" name="Google Shape;3661;p53">
              <a:extLst>
                <a:ext uri="{FF2B5EF4-FFF2-40B4-BE49-F238E27FC236}">
                  <a16:creationId xmlns:a16="http://schemas.microsoft.com/office/drawing/2014/main" id="{230098E1-27CC-7DA4-E684-E57E1AF90684}"/>
                </a:ext>
              </a:extLst>
            </p:cNvPr>
            <p:cNvSpPr/>
            <p:nvPr/>
          </p:nvSpPr>
          <p:spPr>
            <a:xfrm>
              <a:off x="6189269" y="2222947"/>
              <a:ext cx="914400" cy="914400"/>
            </a:xfrm>
            <a:prstGeom prst="ellipse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bg1"/>
                </a:solidFill>
              </a:endParaRPr>
            </a:p>
          </p:txBody>
        </p:sp>
        <p:sp>
          <p:nvSpPr>
            <p:cNvPr id="54" name="Google Shape;3601;p52">
              <a:extLst>
                <a:ext uri="{FF2B5EF4-FFF2-40B4-BE49-F238E27FC236}">
                  <a16:creationId xmlns:a16="http://schemas.microsoft.com/office/drawing/2014/main" id="{D2451059-4B26-2E21-1854-8FDDD7425944}"/>
                </a:ext>
              </a:extLst>
            </p:cNvPr>
            <p:cNvSpPr txBox="1">
              <a:spLocks/>
            </p:cNvSpPr>
            <p:nvPr/>
          </p:nvSpPr>
          <p:spPr>
            <a:xfrm>
              <a:off x="6173272" y="2555317"/>
              <a:ext cx="946395" cy="2496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1pPr>
              <a:lvl2pPr marL="914400" marR="0" lvl="1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2pPr>
              <a:lvl3pPr marL="1371600" marR="0" lvl="2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3pPr>
              <a:lvl4pPr marL="1828800" marR="0" lvl="3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4pPr>
              <a:lvl5pPr marL="2286000" marR="0" lvl="4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5pPr>
              <a:lvl6pPr marL="2743200" marR="0" lvl="5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6pPr>
              <a:lvl7pPr marL="3200400" marR="0" lvl="6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7pPr>
              <a:lvl8pPr marL="3657600" marR="0" lvl="7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8pPr>
              <a:lvl9pPr marL="4114800" marR="0" lvl="8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9pPr>
            </a:lstStyle>
            <a:p>
              <a:pPr marL="0" indent="0"/>
              <a:r>
                <a:rPr lang="en-US" sz="1200" b="1" dirty="0" err="1"/>
                <a:t>TeleHealth</a:t>
              </a:r>
              <a:endParaRPr lang="en-US" sz="1200" b="1" dirty="0"/>
            </a:p>
          </p:txBody>
        </p:sp>
      </p:grpSp>
      <p:grpSp>
        <p:nvGrpSpPr>
          <p:cNvPr id="3598" name="Group 3597">
            <a:extLst>
              <a:ext uri="{FF2B5EF4-FFF2-40B4-BE49-F238E27FC236}">
                <a16:creationId xmlns:a16="http://schemas.microsoft.com/office/drawing/2014/main" id="{9FEC346D-56FB-A496-0074-1B280734843C}"/>
              </a:ext>
            </a:extLst>
          </p:cNvPr>
          <p:cNvGrpSpPr/>
          <p:nvPr/>
        </p:nvGrpSpPr>
        <p:grpSpPr>
          <a:xfrm>
            <a:off x="7121801" y="3453284"/>
            <a:ext cx="986668" cy="914400"/>
            <a:chOff x="6173272" y="2208880"/>
            <a:chExt cx="986668" cy="914400"/>
          </a:xfrm>
        </p:grpSpPr>
        <p:sp>
          <p:nvSpPr>
            <p:cNvPr id="3601" name="Google Shape;3661;p53">
              <a:extLst>
                <a:ext uri="{FF2B5EF4-FFF2-40B4-BE49-F238E27FC236}">
                  <a16:creationId xmlns:a16="http://schemas.microsoft.com/office/drawing/2014/main" id="{DF64D384-FE28-F1A9-7A00-A7C62B148106}"/>
                </a:ext>
              </a:extLst>
            </p:cNvPr>
            <p:cNvSpPr/>
            <p:nvPr/>
          </p:nvSpPr>
          <p:spPr>
            <a:xfrm>
              <a:off x="6245540" y="2208880"/>
              <a:ext cx="914400" cy="914400"/>
            </a:xfrm>
            <a:prstGeom prst="ellipse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bg1"/>
                </a:solidFill>
              </a:endParaRPr>
            </a:p>
          </p:txBody>
        </p:sp>
        <p:sp>
          <p:nvSpPr>
            <p:cNvPr id="3603" name="Google Shape;3601;p52">
              <a:extLst>
                <a:ext uri="{FF2B5EF4-FFF2-40B4-BE49-F238E27FC236}">
                  <a16:creationId xmlns:a16="http://schemas.microsoft.com/office/drawing/2014/main" id="{F05BD0FC-ACA7-6FC2-57A7-F173D6A4A2C7}"/>
                </a:ext>
              </a:extLst>
            </p:cNvPr>
            <p:cNvSpPr txBox="1">
              <a:spLocks/>
            </p:cNvSpPr>
            <p:nvPr/>
          </p:nvSpPr>
          <p:spPr>
            <a:xfrm>
              <a:off x="6173272" y="2555317"/>
              <a:ext cx="946395" cy="2496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1pPr>
              <a:lvl2pPr marL="914400" marR="0" lvl="1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2pPr>
              <a:lvl3pPr marL="1371600" marR="0" lvl="2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3pPr>
              <a:lvl4pPr marL="1828800" marR="0" lvl="3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4pPr>
              <a:lvl5pPr marL="2286000" marR="0" lvl="4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5pPr>
              <a:lvl6pPr marL="2743200" marR="0" lvl="5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6pPr>
              <a:lvl7pPr marL="3200400" marR="0" lvl="6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7pPr>
              <a:lvl8pPr marL="3657600" marR="0" lvl="7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8pPr>
              <a:lvl9pPr marL="4114800" marR="0" lvl="8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9pPr>
            </a:lstStyle>
            <a:p>
              <a:pPr marL="0" indent="0"/>
              <a:r>
                <a:rPr lang="en-US" b="1" dirty="0"/>
                <a:t>Reward</a:t>
              </a:r>
            </a:p>
          </p:txBody>
        </p:sp>
      </p:grpSp>
      <p:grpSp>
        <p:nvGrpSpPr>
          <p:cNvPr id="3604" name="Group 3603">
            <a:extLst>
              <a:ext uri="{FF2B5EF4-FFF2-40B4-BE49-F238E27FC236}">
                <a16:creationId xmlns:a16="http://schemas.microsoft.com/office/drawing/2014/main" id="{DB1A4028-8191-F842-94E6-6F35E78E8F38}"/>
              </a:ext>
            </a:extLst>
          </p:cNvPr>
          <p:cNvGrpSpPr/>
          <p:nvPr/>
        </p:nvGrpSpPr>
        <p:grpSpPr>
          <a:xfrm>
            <a:off x="6207231" y="3986614"/>
            <a:ext cx="946395" cy="914400"/>
            <a:chOff x="6173272" y="2222947"/>
            <a:chExt cx="946395" cy="914400"/>
          </a:xfrm>
        </p:grpSpPr>
        <p:sp>
          <p:nvSpPr>
            <p:cNvPr id="3606" name="Google Shape;3661;p53">
              <a:extLst>
                <a:ext uri="{FF2B5EF4-FFF2-40B4-BE49-F238E27FC236}">
                  <a16:creationId xmlns:a16="http://schemas.microsoft.com/office/drawing/2014/main" id="{E9AD7C11-79BE-D861-6D6C-10745836A484}"/>
                </a:ext>
              </a:extLst>
            </p:cNvPr>
            <p:cNvSpPr/>
            <p:nvPr/>
          </p:nvSpPr>
          <p:spPr>
            <a:xfrm>
              <a:off x="6189269" y="2222947"/>
              <a:ext cx="914400" cy="914400"/>
            </a:xfrm>
            <a:prstGeom prst="ellipse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bg1"/>
                </a:solidFill>
              </a:endParaRPr>
            </a:p>
          </p:txBody>
        </p:sp>
        <p:sp>
          <p:nvSpPr>
            <p:cNvPr id="3607" name="Google Shape;3601;p52">
              <a:extLst>
                <a:ext uri="{FF2B5EF4-FFF2-40B4-BE49-F238E27FC236}">
                  <a16:creationId xmlns:a16="http://schemas.microsoft.com/office/drawing/2014/main" id="{ACFD755B-BC44-3341-310A-AB3717F2FD9D}"/>
                </a:ext>
              </a:extLst>
            </p:cNvPr>
            <p:cNvSpPr txBox="1">
              <a:spLocks/>
            </p:cNvSpPr>
            <p:nvPr/>
          </p:nvSpPr>
          <p:spPr>
            <a:xfrm>
              <a:off x="6173272" y="2555317"/>
              <a:ext cx="946395" cy="2496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1pPr>
              <a:lvl2pPr marL="914400" marR="0" lvl="1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2pPr>
              <a:lvl3pPr marL="1371600" marR="0" lvl="2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3pPr>
              <a:lvl4pPr marL="1828800" marR="0" lvl="3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4pPr>
              <a:lvl5pPr marL="2286000" marR="0" lvl="4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5pPr>
              <a:lvl6pPr marL="2743200" marR="0" lvl="5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6pPr>
              <a:lvl7pPr marL="3200400" marR="0" lvl="6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7pPr>
              <a:lvl8pPr marL="3657600" marR="0" lvl="7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8pPr>
              <a:lvl9pPr marL="4114800" marR="0" lvl="8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9pPr>
            </a:lstStyle>
            <a:p>
              <a:pPr marL="0" indent="0"/>
              <a:r>
                <a:rPr lang="en-US" sz="1200" b="1" dirty="0"/>
                <a:t>Community</a:t>
              </a:r>
            </a:p>
          </p:txBody>
        </p:sp>
      </p:grpSp>
      <p:grpSp>
        <p:nvGrpSpPr>
          <p:cNvPr id="3608" name="Group 3607">
            <a:extLst>
              <a:ext uri="{FF2B5EF4-FFF2-40B4-BE49-F238E27FC236}">
                <a16:creationId xmlns:a16="http://schemas.microsoft.com/office/drawing/2014/main" id="{C3F3F132-D3EB-0D7A-7525-454652FC2F56}"/>
              </a:ext>
            </a:extLst>
          </p:cNvPr>
          <p:cNvGrpSpPr/>
          <p:nvPr/>
        </p:nvGrpSpPr>
        <p:grpSpPr>
          <a:xfrm>
            <a:off x="7284685" y="2436762"/>
            <a:ext cx="946395" cy="914400"/>
            <a:chOff x="6173272" y="2222947"/>
            <a:chExt cx="946395" cy="914400"/>
          </a:xfrm>
        </p:grpSpPr>
        <p:sp>
          <p:nvSpPr>
            <p:cNvPr id="3609" name="Google Shape;3661;p53">
              <a:extLst>
                <a:ext uri="{FF2B5EF4-FFF2-40B4-BE49-F238E27FC236}">
                  <a16:creationId xmlns:a16="http://schemas.microsoft.com/office/drawing/2014/main" id="{BF2A5531-F752-CE62-1F33-E02A86054932}"/>
                </a:ext>
              </a:extLst>
            </p:cNvPr>
            <p:cNvSpPr/>
            <p:nvPr/>
          </p:nvSpPr>
          <p:spPr>
            <a:xfrm>
              <a:off x="6189269" y="2222947"/>
              <a:ext cx="914400" cy="914400"/>
            </a:xfrm>
            <a:prstGeom prst="ellipse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bg1"/>
                </a:solidFill>
              </a:endParaRPr>
            </a:p>
          </p:txBody>
        </p:sp>
        <p:sp>
          <p:nvSpPr>
            <p:cNvPr id="3610" name="Google Shape;3601;p52">
              <a:extLst>
                <a:ext uri="{FF2B5EF4-FFF2-40B4-BE49-F238E27FC236}">
                  <a16:creationId xmlns:a16="http://schemas.microsoft.com/office/drawing/2014/main" id="{77D76775-419D-11DA-FE04-CEE667439FCC}"/>
                </a:ext>
              </a:extLst>
            </p:cNvPr>
            <p:cNvSpPr txBox="1">
              <a:spLocks/>
            </p:cNvSpPr>
            <p:nvPr/>
          </p:nvSpPr>
          <p:spPr>
            <a:xfrm>
              <a:off x="6173272" y="2555317"/>
              <a:ext cx="946395" cy="2496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1pPr>
              <a:lvl2pPr marL="914400" marR="0" lvl="1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2pPr>
              <a:lvl3pPr marL="1371600" marR="0" lvl="2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3pPr>
              <a:lvl4pPr marL="1828800" marR="0" lvl="3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4pPr>
              <a:lvl5pPr marL="2286000" marR="0" lvl="4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5pPr>
              <a:lvl6pPr marL="2743200" marR="0" lvl="5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6pPr>
              <a:lvl7pPr marL="3200400" marR="0" lvl="6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7pPr>
              <a:lvl8pPr marL="3657600" marR="0" lvl="7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8pPr>
              <a:lvl9pPr marL="4114800" marR="0" lvl="8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9pPr>
            </a:lstStyle>
            <a:p>
              <a:pPr marL="0" indent="0"/>
              <a:r>
                <a:rPr lang="en-US" b="1" dirty="0" err="1"/>
                <a:t>ElderLink</a:t>
              </a:r>
              <a:endParaRPr lang="en-US" b="1" dirty="0"/>
            </a:p>
          </p:txBody>
        </p:sp>
      </p:grpSp>
      <p:grpSp>
        <p:nvGrpSpPr>
          <p:cNvPr id="3611" name="Group 3610">
            <a:extLst>
              <a:ext uri="{FF2B5EF4-FFF2-40B4-BE49-F238E27FC236}">
                <a16:creationId xmlns:a16="http://schemas.microsoft.com/office/drawing/2014/main" id="{A2671360-3B71-0FB9-0824-9714EBE9809F}"/>
              </a:ext>
            </a:extLst>
          </p:cNvPr>
          <p:cNvGrpSpPr/>
          <p:nvPr/>
        </p:nvGrpSpPr>
        <p:grpSpPr>
          <a:xfrm>
            <a:off x="4501906" y="3013910"/>
            <a:ext cx="946395" cy="914400"/>
            <a:chOff x="6173272" y="2222947"/>
            <a:chExt cx="946395" cy="914400"/>
          </a:xfrm>
        </p:grpSpPr>
        <p:sp>
          <p:nvSpPr>
            <p:cNvPr id="3612" name="Google Shape;3661;p53">
              <a:extLst>
                <a:ext uri="{FF2B5EF4-FFF2-40B4-BE49-F238E27FC236}">
                  <a16:creationId xmlns:a16="http://schemas.microsoft.com/office/drawing/2014/main" id="{61D3005E-24A2-00F4-C958-A7C2978E13FD}"/>
                </a:ext>
              </a:extLst>
            </p:cNvPr>
            <p:cNvSpPr/>
            <p:nvPr/>
          </p:nvSpPr>
          <p:spPr>
            <a:xfrm>
              <a:off x="6189269" y="2222947"/>
              <a:ext cx="914400" cy="914400"/>
            </a:xfrm>
            <a:prstGeom prst="ellipse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bg1"/>
                </a:solidFill>
              </a:endParaRPr>
            </a:p>
          </p:txBody>
        </p:sp>
        <p:sp>
          <p:nvSpPr>
            <p:cNvPr id="3613" name="Google Shape;3601;p52">
              <a:extLst>
                <a:ext uri="{FF2B5EF4-FFF2-40B4-BE49-F238E27FC236}">
                  <a16:creationId xmlns:a16="http://schemas.microsoft.com/office/drawing/2014/main" id="{AFC19190-5277-11F1-0C52-6474FE819E73}"/>
                </a:ext>
              </a:extLst>
            </p:cNvPr>
            <p:cNvSpPr txBox="1">
              <a:spLocks/>
            </p:cNvSpPr>
            <p:nvPr/>
          </p:nvSpPr>
          <p:spPr>
            <a:xfrm>
              <a:off x="6173272" y="2555317"/>
              <a:ext cx="946395" cy="2496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1pPr>
              <a:lvl2pPr marL="914400" marR="0" lvl="1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2pPr>
              <a:lvl3pPr marL="1371600" marR="0" lvl="2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3pPr>
              <a:lvl4pPr marL="1828800" marR="0" lvl="3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4pPr>
              <a:lvl5pPr marL="2286000" marR="0" lvl="4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5pPr>
              <a:lvl6pPr marL="2743200" marR="0" lvl="5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6pPr>
              <a:lvl7pPr marL="3200400" marR="0" lvl="6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7pPr>
              <a:lvl8pPr marL="3657600" marR="0" lvl="7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8pPr>
              <a:lvl9pPr marL="4114800" marR="0" lvl="8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9pPr>
            </a:lstStyle>
            <a:p>
              <a:pPr marL="0" indent="0"/>
              <a:r>
                <a:rPr lang="en-US" sz="1100" b="1" dirty="0" err="1"/>
                <a:t>NutriSensor</a:t>
              </a:r>
              <a:endParaRPr lang="en-US" sz="1100" b="1" dirty="0"/>
            </a:p>
          </p:txBody>
        </p:sp>
      </p:grpSp>
      <p:cxnSp>
        <p:nvCxnSpPr>
          <p:cNvPr id="3616" name="Google Shape;3668;p53">
            <a:extLst>
              <a:ext uri="{FF2B5EF4-FFF2-40B4-BE49-F238E27FC236}">
                <a16:creationId xmlns:a16="http://schemas.microsoft.com/office/drawing/2014/main" id="{89758590-BE96-BE6E-C1D8-403EE81D25DB}"/>
              </a:ext>
            </a:extLst>
          </p:cNvPr>
          <p:cNvCxnSpPr>
            <a:cxnSpLocks/>
            <a:stCxn id="35" idx="1"/>
            <a:endCxn id="51" idx="3"/>
          </p:cNvCxnSpPr>
          <p:nvPr/>
        </p:nvCxnSpPr>
        <p:spPr>
          <a:xfrm flipH="1" flipV="1">
            <a:off x="5432131" y="2440917"/>
            <a:ext cx="457442" cy="511677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20" name="Google Shape;3668;p53">
            <a:extLst>
              <a:ext uri="{FF2B5EF4-FFF2-40B4-BE49-F238E27FC236}">
                <a16:creationId xmlns:a16="http://schemas.microsoft.com/office/drawing/2014/main" id="{64D10161-93BC-F6A0-3296-1F4B6F65D070}"/>
              </a:ext>
            </a:extLst>
          </p:cNvPr>
          <p:cNvCxnSpPr>
            <a:cxnSpLocks/>
            <a:stCxn id="34" idx="3"/>
            <a:endCxn id="3613" idx="3"/>
          </p:cNvCxnSpPr>
          <p:nvPr/>
        </p:nvCxnSpPr>
        <p:spPr>
          <a:xfrm flipH="1">
            <a:off x="5448301" y="3275882"/>
            <a:ext cx="591180" cy="195229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23" name="Google Shape;3668;p53">
            <a:extLst>
              <a:ext uri="{FF2B5EF4-FFF2-40B4-BE49-F238E27FC236}">
                <a16:creationId xmlns:a16="http://schemas.microsoft.com/office/drawing/2014/main" id="{2FE711EB-9CC1-C8A6-CCBA-5BD3F2806361}"/>
              </a:ext>
            </a:extLst>
          </p:cNvPr>
          <p:cNvCxnSpPr>
            <a:cxnSpLocks/>
            <a:stCxn id="34" idx="1"/>
            <a:endCxn id="41" idx="5"/>
          </p:cNvCxnSpPr>
          <p:nvPr/>
        </p:nvCxnSpPr>
        <p:spPr>
          <a:xfrm flipH="1" flipV="1">
            <a:off x="5907375" y="1969518"/>
            <a:ext cx="132106" cy="659786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26" name="Google Shape;3668;p53">
            <a:extLst>
              <a:ext uri="{FF2B5EF4-FFF2-40B4-BE49-F238E27FC236}">
                <a16:creationId xmlns:a16="http://schemas.microsoft.com/office/drawing/2014/main" id="{5474D758-7030-2A18-792B-179AACA399C6}"/>
              </a:ext>
            </a:extLst>
          </p:cNvPr>
          <p:cNvCxnSpPr>
            <a:cxnSpLocks/>
            <a:stCxn id="34" idx="0"/>
            <a:endCxn id="44" idx="4"/>
          </p:cNvCxnSpPr>
          <p:nvPr/>
        </p:nvCxnSpPr>
        <p:spPr>
          <a:xfrm flipV="1">
            <a:off x="6362770" y="1994575"/>
            <a:ext cx="213944" cy="500818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29" name="Google Shape;3668;p53">
            <a:extLst>
              <a:ext uri="{FF2B5EF4-FFF2-40B4-BE49-F238E27FC236}">
                <a16:creationId xmlns:a16="http://schemas.microsoft.com/office/drawing/2014/main" id="{69EA7057-9185-4D68-293D-2CDA2B9A25BE}"/>
              </a:ext>
            </a:extLst>
          </p:cNvPr>
          <p:cNvCxnSpPr>
            <a:cxnSpLocks/>
            <a:stCxn id="34" idx="7"/>
            <a:endCxn id="47" idx="3"/>
          </p:cNvCxnSpPr>
          <p:nvPr/>
        </p:nvCxnSpPr>
        <p:spPr>
          <a:xfrm flipV="1">
            <a:off x="6686059" y="2173299"/>
            <a:ext cx="529759" cy="456005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32" name="Google Shape;3668;p53">
            <a:extLst>
              <a:ext uri="{FF2B5EF4-FFF2-40B4-BE49-F238E27FC236}">
                <a16:creationId xmlns:a16="http://schemas.microsoft.com/office/drawing/2014/main" id="{B94A1952-03C8-0024-7458-E6BEF03AC792}"/>
              </a:ext>
            </a:extLst>
          </p:cNvPr>
          <p:cNvCxnSpPr>
            <a:cxnSpLocks/>
            <a:stCxn id="35" idx="3"/>
            <a:endCxn id="3610" idx="1"/>
          </p:cNvCxnSpPr>
          <p:nvPr/>
        </p:nvCxnSpPr>
        <p:spPr>
          <a:xfrm flipV="1">
            <a:off x="6835968" y="2893963"/>
            <a:ext cx="448717" cy="58631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35" name="Google Shape;3668;p53">
            <a:extLst>
              <a:ext uri="{FF2B5EF4-FFF2-40B4-BE49-F238E27FC236}">
                <a16:creationId xmlns:a16="http://schemas.microsoft.com/office/drawing/2014/main" id="{1086D1D6-33F1-9AEF-C3A0-331D34ED22BE}"/>
              </a:ext>
            </a:extLst>
          </p:cNvPr>
          <p:cNvCxnSpPr>
            <a:cxnSpLocks/>
            <a:stCxn id="34" idx="4"/>
            <a:endCxn id="53" idx="7"/>
          </p:cNvCxnSpPr>
          <p:nvPr/>
        </p:nvCxnSpPr>
        <p:spPr>
          <a:xfrm flipH="1">
            <a:off x="5892643" y="3409793"/>
            <a:ext cx="470127" cy="582074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45" name="Google Shape;3668;p53">
            <a:extLst>
              <a:ext uri="{FF2B5EF4-FFF2-40B4-BE49-F238E27FC236}">
                <a16:creationId xmlns:a16="http://schemas.microsoft.com/office/drawing/2014/main" id="{D0BC0B51-B377-F2E6-C79B-00780E770F73}"/>
              </a:ext>
            </a:extLst>
          </p:cNvPr>
          <p:cNvCxnSpPr>
            <a:cxnSpLocks/>
            <a:stCxn id="34" idx="5"/>
            <a:endCxn id="3601" idx="1"/>
          </p:cNvCxnSpPr>
          <p:nvPr/>
        </p:nvCxnSpPr>
        <p:spPr>
          <a:xfrm>
            <a:off x="6686059" y="3275882"/>
            <a:ext cx="641921" cy="311313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24" name="Google Shape;3668;p53">
            <a:extLst>
              <a:ext uri="{FF2B5EF4-FFF2-40B4-BE49-F238E27FC236}">
                <a16:creationId xmlns:a16="http://schemas.microsoft.com/office/drawing/2014/main" id="{18DA4E64-8AAD-5735-881B-D87FBA01825B}"/>
              </a:ext>
            </a:extLst>
          </p:cNvPr>
          <p:cNvCxnSpPr>
            <a:cxnSpLocks/>
            <a:endCxn id="3606" idx="0"/>
          </p:cNvCxnSpPr>
          <p:nvPr/>
        </p:nvCxnSpPr>
        <p:spPr>
          <a:xfrm>
            <a:off x="6675187" y="3304035"/>
            <a:ext cx="5241" cy="682579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1017568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3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4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5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6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3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500"/>
                            </p:stCondLst>
                            <p:childTnLst>
                              <p:par>
                                <p:cTn id="3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000"/>
                            </p:stCondLst>
                            <p:childTnLst>
                              <p:par>
                                <p:cTn id="3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3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500"/>
                            </p:stCondLst>
                            <p:childTnLst>
                              <p:par>
                                <p:cTn id="4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3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3000"/>
                            </p:stCondLst>
                            <p:childTnLst>
                              <p:par>
                                <p:cTn id="5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3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3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3500"/>
                            </p:stCondLst>
                            <p:childTnLst>
                              <p:par>
                                <p:cTn id="5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3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3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4000"/>
                            </p:stCondLst>
                            <p:childTnLst>
                              <p:par>
                                <p:cTn id="6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1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3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4500"/>
                            </p:stCondLst>
                            <p:childTnLst>
                              <p:par>
                                <p:cTn id="7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3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000"/>
                            </p:stCondLst>
                            <p:childTnLst>
                              <p:par>
                                <p:cTn id="7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00"/>
                                        <p:tgtEl>
                                          <p:spTgt spid="3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3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5500"/>
                            </p:stCondLst>
                            <p:childTnLst>
                              <p:par>
                                <p:cTn id="86" presetID="2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" dur="3000" tmFilter="0, 0; .2, .5; .8, .5; 1, 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8" dur="1500" autoRev="1" fill="hold"/>
                                        <p:tgtEl>
                                          <p:spTgt spid="1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9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0" dur="3000" tmFilter="0, 0; .2, .5; .8, .5; 1, 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1" dur="1500" autoRev="1" fill="hold"/>
                                        <p:tgtEl>
                                          <p:spTgt spid="1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92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3" dur="3000" tmFilter="0, 0; .2, .5; .8, .5; 1, 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4" dur="1500" autoRev="1" fill="hold"/>
                                        <p:tgtEl>
                                          <p:spTgt spid="2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95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6" dur="3000" tmFilter="0, 0; .2, .5; .8, .5; 1, 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7" dur="1500" autoRev="1" fill="hold"/>
                                        <p:tgtEl>
                                          <p:spTgt spid="6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98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9" dur="3000" tmFilter="0, 0; .2, .5; .8, .5; 1, 0"/>
                                        <p:tgtEl>
                                          <p:spTgt spid="358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0" dur="1500" autoRev="1" fill="hold"/>
                                        <p:tgtEl>
                                          <p:spTgt spid="358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01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2" dur="3000" tmFilter="0, 0; .2, .5; .8, .5; 1, 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3" dur="1500" autoRev="1" fill="hold"/>
                                        <p:tgtEl>
                                          <p:spTgt spid="1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04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5" dur="3000" tmFilter="0, 0; .2, .5; .8, .5; 1, 0"/>
                                        <p:tgtEl>
                                          <p:spTgt spid="359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6" dur="1500" autoRev="1" fill="hold"/>
                                        <p:tgtEl>
                                          <p:spTgt spid="359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07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8" dur="3000" tmFilter="0, 0; .2, .5; .8, .5; 1, 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9" dur="1500" autoRev="1" fill="hold"/>
                                        <p:tgtEl>
                                          <p:spTgt spid="1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  <p:bldP spid="16" grpId="0"/>
      <p:bldP spid="1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47">
          <a:extLst>
            <a:ext uri="{FF2B5EF4-FFF2-40B4-BE49-F238E27FC236}">
              <a16:creationId xmlns:a16="http://schemas.microsoft.com/office/drawing/2014/main" id="{BBEF617F-191A-5AB0-60AF-A362B57AA0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8" name="Google Shape;3648;p53">
            <a:extLst>
              <a:ext uri="{FF2B5EF4-FFF2-40B4-BE49-F238E27FC236}">
                <a16:creationId xmlns:a16="http://schemas.microsoft.com/office/drawing/2014/main" id="{F183997D-5C07-3D56-DE0F-542F3AB3F82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>
                <a:solidFill>
                  <a:schemeClr val="accent2"/>
                </a:solidFill>
              </a:rPr>
              <a:t>Key Requirements &amp; </a:t>
            </a:r>
            <a:r>
              <a:rPr lang="en-US" dirty="0">
                <a:solidFill>
                  <a:schemeClr val="bg1"/>
                </a:solidFill>
              </a:rPr>
              <a:t>Features</a:t>
            </a:r>
            <a:endParaRPr dirty="0"/>
          </a:p>
        </p:txBody>
      </p:sp>
      <p:sp>
        <p:nvSpPr>
          <p:cNvPr id="3649" name="Google Shape;3649;p53">
            <a:extLst>
              <a:ext uri="{FF2B5EF4-FFF2-40B4-BE49-F238E27FC236}">
                <a16:creationId xmlns:a16="http://schemas.microsoft.com/office/drawing/2014/main" id="{4D55F7C3-48D4-F365-B759-15422324D2BD}"/>
              </a:ext>
            </a:extLst>
          </p:cNvPr>
          <p:cNvSpPr/>
          <p:nvPr/>
        </p:nvSpPr>
        <p:spPr>
          <a:xfrm>
            <a:off x="4406249" y="2840549"/>
            <a:ext cx="331500" cy="331500"/>
          </a:xfrm>
          <a:prstGeom prst="ellipse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50" name="Google Shape;3650;p53">
            <a:extLst>
              <a:ext uri="{FF2B5EF4-FFF2-40B4-BE49-F238E27FC236}">
                <a16:creationId xmlns:a16="http://schemas.microsoft.com/office/drawing/2014/main" id="{E7F77530-DED4-DCAE-ECBA-C6F6520E9CC6}"/>
              </a:ext>
            </a:extLst>
          </p:cNvPr>
          <p:cNvSpPr/>
          <p:nvPr/>
        </p:nvSpPr>
        <p:spPr>
          <a:xfrm>
            <a:off x="4711329" y="3493499"/>
            <a:ext cx="2683389" cy="811654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US" sz="1800" b="1" dirty="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rPr>
              <a:t>Unified Notification &amp; Alert System</a:t>
            </a:r>
            <a:endParaRPr sz="1800" b="1" dirty="0">
              <a:solidFill>
                <a:schemeClr val="lt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3652" name="Google Shape;3652;p53">
            <a:extLst>
              <a:ext uri="{FF2B5EF4-FFF2-40B4-BE49-F238E27FC236}">
                <a16:creationId xmlns:a16="http://schemas.microsoft.com/office/drawing/2014/main" id="{6345295D-D979-3CE0-8144-9322F406C886}"/>
              </a:ext>
            </a:extLst>
          </p:cNvPr>
          <p:cNvSpPr/>
          <p:nvPr/>
        </p:nvSpPr>
        <p:spPr>
          <a:xfrm>
            <a:off x="2194124" y="3483122"/>
            <a:ext cx="1793700" cy="521981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>
              <a:buClr>
                <a:schemeClr val="dk1"/>
              </a:buClr>
              <a:buSzPts val="1100"/>
            </a:pPr>
            <a:r>
              <a:rPr lang="en-US" sz="1800" b="1" dirty="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rPr>
              <a:t>Multi-Role Architecture</a:t>
            </a:r>
            <a:endParaRPr sz="1800" b="1" dirty="0">
              <a:solidFill>
                <a:schemeClr val="lt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3654" name="Google Shape;3654;p53">
            <a:extLst>
              <a:ext uri="{FF2B5EF4-FFF2-40B4-BE49-F238E27FC236}">
                <a16:creationId xmlns:a16="http://schemas.microsoft.com/office/drawing/2014/main" id="{3A0F8420-68A8-F160-6C9C-BE9A4EADF80D}"/>
              </a:ext>
            </a:extLst>
          </p:cNvPr>
          <p:cNvSpPr/>
          <p:nvPr/>
        </p:nvSpPr>
        <p:spPr>
          <a:xfrm>
            <a:off x="629495" y="2119199"/>
            <a:ext cx="1948985" cy="39990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>
              <a:buClr>
                <a:schemeClr val="dk1"/>
              </a:buClr>
              <a:buSzPts val="1100"/>
            </a:pPr>
            <a:r>
              <a:rPr lang="en-US" sz="1800" b="1" dirty="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rPr>
              <a:t>Authentication</a:t>
            </a:r>
            <a:endParaRPr sz="1800" b="1" dirty="0">
              <a:solidFill>
                <a:schemeClr val="lt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3656" name="Google Shape;3656;p53">
            <a:extLst>
              <a:ext uri="{FF2B5EF4-FFF2-40B4-BE49-F238E27FC236}">
                <a16:creationId xmlns:a16="http://schemas.microsoft.com/office/drawing/2014/main" id="{DC07E4F4-30DA-8B7D-AC7A-09C8678AC359}"/>
              </a:ext>
            </a:extLst>
          </p:cNvPr>
          <p:cNvSpPr/>
          <p:nvPr/>
        </p:nvSpPr>
        <p:spPr>
          <a:xfrm>
            <a:off x="6011138" y="1728237"/>
            <a:ext cx="3045822" cy="738461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>
              <a:buClr>
                <a:schemeClr val="dk1"/>
              </a:buClr>
              <a:buSzPts val="1100"/>
            </a:pPr>
            <a:r>
              <a:rPr lang="en-US" sz="1800" b="1" dirty="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rPr>
              <a:t>Real-Time Family Monitoring Dashboard</a:t>
            </a:r>
            <a:endParaRPr sz="1800" b="1" dirty="0">
              <a:solidFill>
                <a:schemeClr val="lt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3658" name="Google Shape;3658;p53">
            <a:extLst>
              <a:ext uri="{FF2B5EF4-FFF2-40B4-BE49-F238E27FC236}">
                <a16:creationId xmlns:a16="http://schemas.microsoft.com/office/drawing/2014/main" id="{3FFC32FD-6367-7A7D-7BEC-738A1132FEB3}"/>
              </a:ext>
            </a:extLst>
          </p:cNvPr>
          <p:cNvSpPr/>
          <p:nvPr/>
        </p:nvSpPr>
        <p:spPr>
          <a:xfrm>
            <a:off x="3675149" y="2026777"/>
            <a:ext cx="1793700" cy="492322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>
              <a:buClr>
                <a:schemeClr val="dk1"/>
              </a:buClr>
              <a:buSzPts val="1100"/>
            </a:pPr>
            <a:r>
              <a:rPr lang="en-US" sz="1800" b="1" dirty="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rPr>
              <a:t>Nine Core Modules</a:t>
            </a:r>
            <a:endParaRPr sz="1800" b="1" dirty="0">
              <a:solidFill>
                <a:schemeClr val="lt1"/>
              </a:solidFill>
              <a:latin typeface="Exo"/>
              <a:ea typeface="Exo"/>
              <a:cs typeface="Exo"/>
              <a:sym typeface="Exo"/>
            </a:endParaRPr>
          </a:p>
        </p:txBody>
      </p:sp>
      <p:cxnSp>
        <p:nvCxnSpPr>
          <p:cNvPr id="3660" name="Google Shape;3660;p53">
            <a:extLst>
              <a:ext uri="{FF2B5EF4-FFF2-40B4-BE49-F238E27FC236}">
                <a16:creationId xmlns:a16="http://schemas.microsoft.com/office/drawing/2014/main" id="{1245F134-A60B-EF0F-60A8-3DA0874625F4}"/>
              </a:ext>
            </a:extLst>
          </p:cNvPr>
          <p:cNvCxnSpPr>
            <a:stCxn id="3661" idx="6"/>
            <a:endCxn id="3662" idx="2"/>
          </p:cNvCxnSpPr>
          <p:nvPr/>
        </p:nvCxnSpPr>
        <p:spPr>
          <a:xfrm>
            <a:off x="1775099" y="3001112"/>
            <a:ext cx="11499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63" name="Google Shape;3663;p53">
            <a:extLst>
              <a:ext uri="{FF2B5EF4-FFF2-40B4-BE49-F238E27FC236}">
                <a16:creationId xmlns:a16="http://schemas.microsoft.com/office/drawing/2014/main" id="{0DC98362-A9F5-48E0-3888-C4AC46DC3F20}"/>
              </a:ext>
            </a:extLst>
          </p:cNvPr>
          <p:cNvCxnSpPr>
            <a:stCxn id="3662" idx="6"/>
            <a:endCxn id="3649" idx="2"/>
          </p:cNvCxnSpPr>
          <p:nvPr/>
        </p:nvCxnSpPr>
        <p:spPr>
          <a:xfrm>
            <a:off x="3256424" y="3001112"/>
            <a:ext cx="1149900" cy="51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64" name="Google Shape;3664;p53">
            <a:extLst>
              <a:ext uri="{FF2B5EF4-FFF2-40B4-BE49-F238E27FC236}">
                <a16:creationId xmlns:a16="http://schemas.microsoft.com/office/drawing/2014/main" id="{904DB1A2-3186-E134-148D-DB4B7E5C8D22}"/>
              </a:ext>
            </a:extLst>
          </p:cNvPr>
          <p:cNvCxnSpPr>
            <a:stCxn id="3649" idx="6"/>
            <a:endCxn id="3665" idx="2"/>
          </p:cNvCxnSpPr>
          <p:nvPr/>
        </p:nvCxnSpPr>
        <p:spPr>
          <a:xfrm>
            <a:off x="4737749" y="3006299"/>
            <a:ext cx="11496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66" name="Google Shape;3666;p53">
            <a:extLst>
              <a:ext uri="{FF2B5EF4-FFF2-40B4-BE49-F238E27FC236}">
                <a16:creationId xmlns:a16="http://schemas.microsoft.com/office/drawing/2014/main" id="{F85147FC-D380-1227-39C0-9E9D83E197B2}"/>
              </a:ext>
            </a:extLst>
          </p:cNvPr>
          <p:cNvCxnSpPr>
            <a:stCxn id="3665" idx="6"/>
            <a:endCxn id="3667" idx="2"/>
          </p:cNvCxnSpPr>
          <p:nvPr/>
        </p:nvCxnSpPr>
        <p:spPr>
          <a:xfrm>
            <a:off x="6218774" y="3006299"/>
            <a:ext cx="11496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68" name="Google Shape;3668;p53">
            <a:extLst>
              <a:ext uri="{FF2B5EF4-FFF2-40B4-BE49-F238E27FC236}">
                <a16:creationId xmlns:a16="http://schemas.microsoft.com/office/drawing/2014/main" id="{A20C94D2-898C-8E06-D411-3531EFD383F8}"/>
              </a:ext>
            </a:extLst>
          </p:cNvPr>
          <p:cNvCxnSpPr>
            <a:cxnSpLocks/>
            <a:stCxn id="3661" idx="0"/>
            <a:endCxn id="3654" idx="2"/>
          </p:cNvCxnSpPr>
          <p:nvPr/>
        </p:nvCxnSpPr>
        <p:spPr>
          <a:xfrm flipH="1" flipV="1">
            <a:off x="1603988" y="2519099"/>
            <a:ext cx="5361" cy="316263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69" name="Google Shape;3669;p53">
            <a:extLst>
              <a:ext uri="{FF2B5EF4-FFF2-40B4-BE49-F238E27FC236}">
                <a16:creationId xmlns:a16="http://schemas.microsoft.com/office/drawing/2014/main" id="{E23EB412-B29B-E126-E328-E811320DACCB}"/>
              </a:ext>
            </a:extLst>
          </p:cNvPr>
          <p:cNvCxnSpPr>
            <a:cxnSpLocks/>
            <a:stCxn id="3649" idx="0"/>
            <a:endCxn id="3658" idx="2"/>
          </p:cNvCxnSpPr>
          <p:nvPr/>
        </p:nvCxnSpPr>
        <p:spPr>
          <a:xfrm flipV="1">
            <a:off x="4571999" y="2519099"/>
            <a:ext cx="0" cy="32145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70" name="Google Shape;3670;p53">
            <a:extLst>
              <a:ext uri="{FF2B5EF4-FFF2-40B4-BE49-F238E27FC236}">
                <a16:creationId xmlns:a16="http://schemas.microsoft.com/office/drawing/2014/main" id="{C18AC4A5-AC14-57B8-0106-6FA23C6D0119}"/>
              </a:ext>
            </a:extLst>
          </p:cNvPr>
          <p:cNvCxnSpPr>
            <a:cxnSpLocks/>
            <a:stCxn id="3667" idx="0"/>
            <a:endCxn id="3656" idx="2"/>
          </p:cNvCxnSpPr>
          <p:nvPr/>
        </p:nvCxnSpPr>
        <p:spPr>
          <a:xfrm flipV="1">
            <a:off x="7534049" y="2466698"/>
            <a:ext cx="0" cy="373851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71" name="Google Shape;3671;p53">
            <a:extLst>
              <a:ext uri="{FF2B5EF4-FFF2-40B4-BE49-F238E27FC236}">
                <a16:creationId xmlns:a16="http://schemas.microsoft.com/office/drawing/2014/main" id="{4DA892C5-2A57-CA64-FD25-5B0CD2F2BE12}"/>
              </a:ext>
            </a:extLst>
          </p:cNvPr>
          <p:cNvCxnSpPr>
            <a:cxnSpLocks/>
            <a:stCxn id="3650" idx="0"/>
            <a:endCxn id="3665" idx="4"/>
          </p:cNvCxnSpPr>
          <p:nvPr/>
        </p:nvCxnSpPr>
        <p:spPr>
          <a:xfrm flipV="1">
            <a:off x="6053024" y="3172049"/>
            <a:ext cx="0" cy="32145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72" name="Google Shape;3672;p53">
            <a:extLst>
              <a:ext uri="{FF2B5EF4-FFF2-40B4-BE49-F238E27FC236}">
                <a16:creationId xmlns:a16="http://schemas.microsoft.com/office/drawing/2014/main" id="{9E664518-09FB-A1E0-12E0-6133BE5995A2}"/>
              </a:ext>
            </a:extLst>
          </p:cNvPr>
          <p:cNvCxnSpPr>
            <a:cxnSpLocks/>
            <a:stCxn id="3652" idx="0"/>
            <a:endCxn id="3662" idx="4"/>
          </p:cNvCxnSpPr>
          <p:nvPr/>
        </p:nvCxnSpPr>
        <p:spPr>
          <a:xfrm flipH="1" flipV="1">
            <a:off x="3090674" y="3166862"/>
            <a:ext cx="300" cy="31626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673" name="Google Shape;3673;p53">
            <a:extLst>
              <a:ext uri="{FF2B5EF4-FFF2-40B4-BE49-F238E27FC236}">
                <a16:creationId xmlns:a16="http://schemas.microsoft.com/office/drawing/2014/main" id="{FCB46902-E6DE-9D8A-45EB-21BF1BC025DC}"/>
              </a:ext>
            </a:extLst>
          </p:cNvPr>
          <p:cNvGrpSpPr/>
          <p:nvPr/>
        </p:nvGrpSpPr>
        <p:grpSpPr>
          <a:xfrm rot="10800000">
            <a:off x="872939" y="3428478"/>
            <a:ext cx="883262" cy="242091"/>
            <a:chOff x="2300350" y="2601250"/>
            <a:chExt cx="2275275" cy="623625"/>
          </a:xfrm>
        </p:grpSpPr>
        <p:sp>
          <p:nvSpPr>
            <p:cNvPr id="3674" name="Google Shape;3674;p53">
              <a:extLst>
                <a:ext uri="{FF2B5EF4-FFF2-40B4-BE49-F238E27FC236}">
                  <a16:creationId xmlns:a16="http://schemas.microsoft.com/office/drawing/2014/main" id="{99652810-12D6-641B-D79D-10467B1817A6}"/>
                </a:ext>
              </a:extLst>
            </p:cNvPr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5" name="Google Shape;3675;p53">
              <a:extLst>
                <a:ext uri="{FF2B5EF4-FFF2-40B4-BE49-F238E27FC236}">
                  <a16:creationId xmlns:a16="http://schemas.microsoft.com/office/drawing/2014/main" id="{3C6839B9-AFE5-A99C-B5E5-86BD1B43D001}"/>
                </a:ext>
              </a:extLst>
            </p:cNvPr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6" name="Google Shape;3676;p53">
              <a:extLst>
                <a:ext uri="{FF2B5EF4-FFF2-40B4-BE49-F238E27FC236}">
                  <a16:creationId xmlns:a16="http://schemas.microsoft.com/office/drawing/2014/main" id="{755B47F6-9E4D-3202-1D36-838EB600F4C5}"/>
                </a:ext>
              </a:extLst>
            </p:cNvPr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7" name="Google Shape;3677;p53">
              <a:extLst>
                <a:ext uri="{FF2B5EF4-FFF2-40B4-BE49-F238E27FC236}">
                  <a16:creationId xmlns:a16="http://schemas.microsoft.com/office/drawing/2014/main" id="{5A6CA96D-7005-2143-7512-CD7D2A492831}"/>
                </a:ext>
              </a:extLst>
            </p:cNvPr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8" name="Google Shape;3678;p53">
              <a:extLst>
                <a:ext uri="{FF2B5EF4-FFF2-40B4-BE49-F238E27FC236}">
                  <a16:creationId xmlns:a16="http://schemas.microsoft.com/office/drawing/2014/main" id="{98D7B947-04F2-B48B-3C2C-BB671D6E7B7F}"/>
                </a:ext>
              </a:extLst>
            </p:cNvPr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9" name="Google Shape;3679;p53">
              <a:extLst>
                <a:ext uri="{FF2B5EF4-FFF2-40B4-BE49-F238E27FC236}">
                  <a16:creationId xmlns:a16="http://schemas.microsoft.com/office/drawing/2014/main" id="{EF6486F5-E282-8B50-007D-9FED4F49AFD7}"/>
                </a:ext>
              </a:extLst>
            </p:cNvPr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80" name="Google Shape;3680;p53">
            <a:extLst>
              <a:ext uri="{FF2B5EF4-FFF2-40B4-BE49-F238E27FC236}">
                <a16:creationId xmlns:a16="http://schemas.microsoft.com/office/drawing/2014/main" id="{F39BFFFE-A9EE-0835-CD80-3DBC7E42225D}"/>
              </a:ext>
            </a:extLst>
          </p:cNvPr>
          <p:cNvGrpSpPr/>
          <p:nvPr/>
        </p:nvGrpSpPr>
        <p:grpSpPr>
          <a:xfrm>
            <a:off x="7644195" y="3512791"/>
            <a:ext cx="2297800" cy="347400"/>
            <a:chOff x="7644195" y="3512791"/>
            <a:chExt cx="2297800" cy="347400"/>
          </a:xfrm>
        </p:grpSpPr>
        <p:sp>
          <p:nvSpPr>
            <p:cNvPr id="3681" name="Google Shape;3681;p53">
              <a:extLst>
                <a:ext uri="{FF2B5EF4-FFF2-40B4-BE49-F238E27FC236}">
                  <a16:creationId xmlns:a16="http://schemas.microsoft.com/office/drawing/2014/main" id="{0B2E862B-E538-C3A4-C51D-0A3762EF98FB}"/>
                </a:ext>
              </a:extLst>
            </p:cNvPr>
            <p:cNvSpPr/>
            <p:nvPr/>
          </p:nvSpPr>
          <p:spPr>
            <a:xfrm flipH="1">
              <a:off x="7947295" y="3792091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2" name="Google Shape;3682;p53">
              <a:extLst>
                <a:ext uri="{FF2B5EF4-FFF2-40B4-BE49-F238E27FC236}">
                  <a16:creationId xmlns:a16="http://schemas.microsoft.com/office/drawing/2014/main" id="{6DF52D10-0BC3-CAAC-9270-D1F95DFFD1D4}"/>
                </a:ext>
              </a:extLst>
            </p:cNvPr>
            <p:cNvSpPr/>
            <p:nvPr/>
          </p:nvSpPr>
          <p:spPr>
            <a:xfrm flipH="1">
              <a:off x="7644195" y="3512791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83" name="Google Shape;3683;p53">
            <a:extLst>
              <a:ext uri="{FF2B5EF4-FFF2-40B4-BE49-F238E27FC236}">
                <a16:creationId xmlns:a16="http://schemas.microsoft.com/office/drawing/2014/main" id="{C999C053-AE59-BDE1-C57D-0BFDDFAE38CC}"/>
              </a:ext>
            </a:extLst>
          </p:cNvPr>
          <p:cNvGrpSpPr/>
          <p:nvPr/>
        </p:nvGrpSpPr>
        <p:grpSpPr>
          <a:xfrm rot="5400000">
            <a:off x="3041525" y="1192975"/>
            <a:ext cx="98902" cy="553090"/>
            <a:chOff x="4898850" y="4820550"/>
            <a:chExt cx="98902" cy="553090"/>
          </a:xfrm>
        </p:grpSpPr>
        <p:sp>
          <p:nvSpPr>
            <p:cNvPr id="3684" name="Google Shape;3684;p53">
              <a:extLst>
                <a:ext uri="{FF2B5EF4-FFF2-40B4-BE49-F238E27FC236}">
                  <a16:creationId xmlns:a16="http://schemas.microsoft.com/office/drawing/2014/main" id="{BD99EBEA-C846-F147-3E78-1D35B7EE1FB6}"/>
                </a:ext>
              </a:extLst>
            </p:cNvPr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5" name="Google Shape;3685;p53">
              <a:extLst>
                <a:ext uri="{FF2B5EF4-FFF2-40B4-BE49-F238E27FC236}">
                  <a16:creationId xmlns:a16="http://schemas.microsoft.com/office/drawing/2014/main" id="{676D8551-1BB8-76F5-5B09-F819F5E2D8F4}"/>
                </a:ext>
              </a:extLst>
            </p:cNvPr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6" name="Google Shape;3686;p53">
              <a:extLst>
                <a:ext uri="{FF2B5EF4-FFF2-40B4-BE49-F238E27FC236}">
                  <a16:creationId xmlns:a16="http://schemas.microsoft.com/office/drawing/2014/main" id="{0AC2F0D8-7E4B-8DD9-9011-CDAC1C667B8E}"/>
                </a:ext>
              </a:extLst>
            </p:cNvPr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7" name="Google Shape;3687;p53">
              <a:extLst>
                <a:ext uri="{FF2B5EF4-FFF2-40B4-BE49-F238E27FC236}">
                  <a16:creationId xmlns:a16="http://schemas.microsoft.com/office/drawing/2014/main" id="{E9793672-BB9F-FD2E-D30A-92AA32CFDF47}"/>
                </a:ext>
              </a:extLst>
            </p:cNvPr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8" name="Google Shape;3688;p53">
              <a:extLst>
                <a:ext uri="{FF2B5EF4-FFF2-40B4-BE49-F238E27FC236}">
                  <a16:creationId xmlns:a16="http://schemas.microsoft.com/office/drawing/2014/main" id="{5073D0D2-C359-41E2-D4A8-4CF9EF0A410B}"/>
                </a:ext>
              </a:extLst>
            </p:cNvPr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89" name="Google Shape;3689;p53">
            <a:extLst>
              <a:ext uri="{FF2B5EF4-FFF2-40B4-BE49-F238E27FC236}">
                <a16:creationId xmlns:a16="http://schemas.microsoft.com/office/drawing/2014/main" id="{05200AB9-F333-6BC2-1B08-4988BD23BFB2}"/>
              </a:ext>
            </a:extLst>
          </p:cNvPr>
          <p:cNvSpPr/>
          <p:nvPr/>
        </p:nvSpPr>
        <p:spPr>
          <a:xfrm>
            <a:off x="4475700" y="2910000"/>
            <a:ext cx="192600" cy="192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690" name="Google Shape;3690;p53">
            <a:extLst>
              <a:ext uri="{FF2B5EF4-FFF2-40B4-BE49-F238E27FC236}">
                <a16:creationId xmlns:a16="http://schemas.microsoft.com/office/drawing/2014/main" id="{69187FF9-9292-A0A6-5195-47FA6F1AB74A}"/>
              </a:ext>
            </a:extLst>
          </p:cNvPr>
          <p:cNvGrpSpPr/>
          <p:nvPr/>
        </p:nvGrpSpPr>
        <p:grpSpPr>
          <a:xfrm>
            <a:off x="2924924" y="2835362"/>
            <a:ext cx="331500" cy="331500"/>
            <a:chOff x="2924924" y="2835362"/>
            <a:chExt cx="331500" cy="331500"/>
          </a:xfrm>
        </p:grpSpPr>
        <p:sp>
          <p:nvSpPr>
            <p:cNvPr id="3691" name="Google Shape;3691;p53">
              <a:extLst>
                <a:ext uri="{FF2B5EF4-FFF2-40B4-BE49-F238E27FC236}">
                  <a16:creationId xmlns:a16="http://schemas.microsoft.com/office/drawing/2014/main" id="{7A867968-F644-3665-4982-16DEB88C2FF8}"/>
                </a:ext>
              </a:extLst>
            </p:cNvPr>
            <p:cNvSpPr/>
            <p:nvPr/>
          </p:nvSpPr>
          <p:spPr>
            <a:xfrm>
              <a:off x="2994675" y="2906923"/>
              <a:ext cx="192600" cy="192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2" name="Google Shape;3662;p53">
              <a:extLst>
                <a:ext uri="{FF2B5EF4-FFF2-40B4-BE49-F238E27FC236}">
                  <a16:creationId xmlns:a16="http://schemas.microsoft.com/office/drawing/2014/main" id="{C5A06D8E-7081-308E-FDC3-96EA9F56811B}"/>
                </a:ext>
              </a:extLst>
            </p:cNvPr>
            <p:cNvSpPr/>
            <p:nvPr/>
          </p:nvSpPr>
          <p:spPr>
            <a:xfrm>
              <a:off x="2924924" y="2835362"/>
              <a:ext cx="331500" cy="331500"/>
            </a:xfrm>
            <a:prstGeom prst="ellipse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92" name="Google Shape;3692;p53">
            <a:extLst>
              <a:ext uri="{FF2B5EF4-FFF2-40B4-BE49-F238E27FC236}">
                <a16:creationId xmlns:a16="http://schemas.microsoft.com/office/drawing/2014/main" id="{053D96DF-1987-DA02-CAFA-FD23AF7F6C7E}"/>
              </a:ext>
            </a:extLst>
          </p:cNvPr>
          <p:cNvGrpSpPr/>
          <p:nvPr/>
        </p:nvGrpSpPr>
        <p:grpSpPr>
          <a:xfrm>
            <a:off x="5887274" y="2840549"/>
            <a:ext cx="331500" cy="331500"/>
            <a:chOff x="5887274" y="2840549"/>
            <a:chExt cx="331500" cy="331500"/>
          </a:xfrm>
        </p:grpSpPr>
        <p:sp>
          <p:nvSpPr>
            <p:cNvPr id="3693" name="Google Shape;3693;p53">
              <a:extLst>
                <a:ext uri="{FF2B5EF4-FFF2-40B4-BE49-F238E27FC236}">
                  <a16:creationId xmlns:a16="http://schemas.microsoft.com/office/drawing/2014/main" id="{F461E7EC-8938-BA23-123E-EBA2FCA345F7}"/>
                </a:ext>
              </a:extLst>
            </p:cNvPr>
            <p:cNvSpPr/>
            <p:nvPr/>
          </p:nvSpPr>
          <p:spPr>
            <a:xfrm>
              <a:off x="5956725" y="2906923"/>
              <a:ext cx="192600" cy="192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5" name="Google Shape;3665;p53">
              <a:extLst>
                <a:ext uri="{FF2B5EF4-FFF2-40B4-BE49-F238E27FC236}">
                  <a16:creationId xmlns:a16="http://schemas.microsoft.com/office/drawing/2014/main" id="{5C631BE8-15E1-80F4-92E4-D3288CF07A03}"/>
                </a:ext>
              </a:extLst>
            </p:cNvPr>
            <p:cNvSpPr/>
            <p:nvPr/>
          </p:nvSpPr>
          <p:spPr>
            <a:xfrm>
              <a:off x="5887274" y="2840549"/>
              <a:ext cx="331500" cy="331500"/>
            </a:xfrm>
            <a:prstGeom prst="ellipse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94" name="Google Shape;3694;p53">
            <a:extLst>
              <a:ext uri="{FF2B5EF4-FFF2-40B4-BE49-F238E27FC236}">
                <a16:creationId xmlns:a16="http://schemas.microsoft.com/office/drawing/2014/main" id="{29FC9E07-A553-790F-C4E7-F3F100CEF80F}"/>
              </a:ext>
            </a:extLst>
          </p:cNvPr>
          <p:cNvGrpSpPr/>
          <p:nvPr/>
        </p:nvGrpSpPr>
        <p:grpSpPr>
          <a:xfrm>
            <a:off x="7368299" y="2840549"/>
            <a:ext cx="331500" cy="331500"/>
            <a:chOff x="7368299" y="2840549"/>
            <a:chExt cx="331500" cy="331500"/>
          </a:xfrm>
        </p:grpSpPr>
        <p:sp>
          <p:nvSpPr>
            <p:cNvPr id="3695" name="Google Shape;3695;p53">
              <a:extLst>
                <a:ext uri="{FF2B5EF4-FFF2-40B4-BE49-F238E27FC236}">
                  <a16:creationId xmlns:a16="http://schemas.microsoft.com/office/drawing/2014/main" id="{AE025A64-1680-494F-FCBA-0949715939B7}"/>
                </a:ext>
              </a:extLst>
            </p:cNvPr>
            <p:cNvSpPr/>
            <p:nvPr/>
          </p:nvSpPr>
          <p:spPr>
            <a:xfrm>
              <a:off x="7437750" y="2906923"/>
              <a:ext cx="192600" cy="192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7" name="Google Shape;3667;p53">
              <a:extLst>
                <a:ext uri="{FF2B5EF4-FFF2-40B4-BE49-F238E27FC236}">
                  <a16:creationId xmlns:a16="http://schemas.microsoft.com/office/drawing/2014/main" id="{5FA129A6-666E-6B6A-8BB9-46152E711753}"/>
                </a:ext>
              </a:extLst>
            </p:cNvPr>
            <p:cNvSpPr/>
            <p:nvPr/>
          </p:nvSpPr>
          <p:spPr>
            <a:xfrm>
              <a:off x="7368299" y="2840549"/>
              <a:ext cx="331500" cy="331500"/>
            </a:xfrm>
            <a:prstGeom prst="ellipse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96" name="Google Shape;3696;p53">
            <a:extLst>
              <a:ext uri="{FF2B5EF4-FFF2-40B4-BE49-F238E27FC236}">
                <a16:creationId xmlns:a16="http://schemas.microsoft.com/office/drawing/2014/main" id="{08F77459-1964-BC82-FD64-23E29F5FE260}"/>
              </a:ext>
            </a:extLst>
          </p:cNvPr>
          <p:cNvGrpSpPr/>
          <p:nvPr/>
        </p:nvGrpSpPr>
        <p:grpSpPr>
          <a:xfrm>
            <a:off x="1443599" y="2835362"/>
            <a:ext cx="331500" cy="331500"/>
            <a:chOff x="1443599" y="2835362"/>
            <a:chExt cx="331500" cy="331500"/>
          </a:xfrm>
        </p:grpSpPr>
        <p:sp>
          <p:nvSpPr>
            <p:cNvPr id="3697" name="Google Shape;3697;p53">
              <a:extLst>
                <a:ext uri="{FF2B5EF4-FFF2-40B4-BE49-F238E27FC236}">
                  <a16:creationId xmlns:a16="http://schemas.microsoft.com/office/drawing/2014/main" id="{BAD95667-2B24-1EF6-B442-3A5810872D29}"/>
                </a:ext>
              </a:extLst>
            </p:cNvPr>
            <p:cNvSpPr/>
            <p:nvPr/>
          </p:nvSpPr>
          <p:spPr>
            <a:xfrm>
              <a:off x="1513650" y="2906923"/>
              <a:ext cx="192000" cy="192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1" name="Google Shape;3661;p53">
              <a:extLst>
                <a:ext uri="{FF2B5EF4-FFF2-40B4-BE49-F238E27FC236}">
                  <a16:creationId xmlns:a16="http://schemas.microsoft.com/office/drawing/2014/main" id="{4E522A90-0EF3-8767-C0DA-395B345BB339}"/>
                </a:ext>
              </a:extLst>
            </p:cNvPr>
            <p:cNvSpPr/>
            <p:nvPr/>
          </p:nvSpPr>
          <p:spPr>
            <a:xfrm>
              <a:off x="1443599" y="2835362"/>
              <a:ext cx="331500" cy="331500"/>
            </a:xfrm>
            <a:prstGeom prst="ellipse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" name="Google Shape;3658;p53">
            <a:extLst>
              <a:ext uri="{FF2B5EF4-FFF2-40B4-BE49-F238E27FC236}">
                <a16:creationId xmlns:a16="http://schemas.microsoft.com/office/drawing/2014/main" id="{DCDF5129-4F62-3EBC-5A91-3078F9F33E55}"/>
              </a:ext>
            </a:extLst>
          </p:cNvPr>
          <p:cNvSpPr/>
          <p:nvPr/>
        </p:nvSpPr>
        <p:spPr>
          <a:xfrm>
            <a:off x="2879793" y="1028837"/>
            <a:ext cx="3384411" cy="492322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>
              <a:buClr>
                <a:schemeClr val="dk1"/>
              </a:buClr>
              <a:buSzPts val="1100"/>
            </a:pPr>
            <a:r>
              <a:rPr lang="en-US" sz="2000" b="1" dirty="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rPr>
              <a:t>Functional Requirements</a:t>
            </a:r>
            <a:endParaRPr sz="2000" b="1" dirty="0">
              <a:solidFill>
                <a:schemeClr val="lt1"/>
              </a:solidFill>
              <a:latin typeface="Exo"/>
              <a:ea typeface="Exo"/>
              <a:cs typeface="Exo"/>
              <a:sym typeface="Exo"/>
            </a:endParaRPr>
          </a:p>
        </p:txBody>
      </p:sp>
    </p:spTree>
    <p:extLst>
      <p:ext uri="{BB962C8B-B14F-4D97-AF65-F5344CB8AC3E}">
        <p14:creationId xmlns:p14="http://schemas.microsoft.com/office/powerpoint/2010/main" val="7743362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47">
          <a:extLst>
            <a:ext uri="{FF2B5EF4-FFF2-40B4-BE49-F238E27FC236}">
              <a16:creationId xmlns:a16="http://schemas.microsoft.com/office/drawing/2014/main" id="{5EEBD7A8-41A8-0AAF-4F8C-176A45DF87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8" name="Google Shape;3648;p53">
            <a:extLst>
              <a:ext uri="{FF2B5EF4-FFF2-40B4-BE49-F238E27FC236}">
                <a16:creationId xmlns:a16="http://schemas.microsoft.com/office/drawing/2014/main" id="{958EF85E-3E91-7F76-DB44-26C9B33F894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100" y="419825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>
                <a:solidFill>
                  <a:schemeClr val="accent2"/>
                </a:solidFill>
                <a:latin typeface="Exo" panose="020B0604020202020204" charset="0"/>
              </a:rPr>
              <a:t>Key Requirements &amp; </a:t>
            </a:r>
            <a:r>
              <a:rPr lang="en-US" dirty="0">
                <a:solidFill>
                  <a:schemeClr val="bg1"/>
                </a:solidFill>
                <a:latin typeface="Exo" panose="020B0604020202020204" charset="0"/>
              </a:rPr>
              <a:t>Features</a:t>
            </a:r>
            <a:endParaRPr dirty="0">
              <a:latin typeface="Exo" panose="020B0604020202020204" charset="0"/>
            </a:endParaRPr>
          </a:p>
        </p:txBody>
      </p:sp>
      <p:sp>
        <p:nvSpPr>
          <p:cNvPr id="3649" name="Google Shape;3649;p53">
            <a:extLst>
              <a:ext uri="{FF2B5EF4-FFF2-40B4-BE49-F238E27FC236}">
                <a16:creationId xmlns:a16="http://schemas.microsoft.com/office/drawing/2014/main" id="{61CBB994-085A-5501-EE55-512CBE7180B6}"/>
              </a:ext>
            </a:extLst>
          </p:cNvPr>
          <p:cNvSpPr/>
          <p:nvPr/>
        </p:nvSpPr>
        <p:spPr>
          <a:xfrm>
            <a:off x="4540899" y="3077935"/>
            <a:ext cx="331500" cy="331500"/>
          </a:xfrm>
          <a:prstGeom prst="ellipse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Exo" panose="020B0604020202020204" charset="0"/>
            </a:endParaRPr>
          </a:p>
        </p:txBody>
      </p:sp>
      <p:sp>
        <p:nvSpPr>
          <p:cNvPr id="3658" name="Google Shape;3658;p53">
            <a:extLst>
              <a:ext uri="{FF2B5EF4-FFF2-40B4-BE49-F238E27FC236}">
                <a16:creationId xmlns:a16="http://schemas.microsoft.com/office/drawing/2014/main" id="{9EC26348-7767-271F-6E84-644032159C5F}"/>
              </a:ext>
            </a:extLst>
          </p:cNvPr>
          <p:cNvSpPr/>
          <p:nvPr/>
        </p:nvSpPr>
        <p:spPr>
          <a:xfrm>
            <a:off x="3809799" y="2264163"/>
            <a:ext cx="1793700" cy="492322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>
              <a:buClr>
                <a:schemeClr val="dk1"/>
              </a:buClr>
              <a:buSzPts val="1100"/>
            </a:pPr>
            <a:r>
              <a:rPr lang="en-US" sz="1800" b="1" dirty="0">
                <a:solidFill>
                  <a:schemeClr val="lt1"/>
                </a:solidFill>
                <a:latin typeface="Exo" panose="020B0604020202020204" charset="0"/>
                <a:ea typeface="Exo"/>
                <a:cs typeface="Exo"/>
                <a:sym typeface="Exo"/>
              </a:rPr>
              <a:t>Nine Core Modules</a:t>
            </a:r>
            <a:endParaRPr sz="1800" b="1" dirty="0">
              <a:solidFill>
                <a:schemeClr val="lt1"/>
              </a:solidFill>
              <a:latin typeface="Exo" panose="020B0604020202020204" charset="0"/>
              <a:ea typeface="Exo"/>
              <a:cs typeface="Exo"/>
              <a:sym typeface="Exo"/>
            </a:endParaRPr>
          </a:p>
        </p:txBody>
      </p:sp>
      <p:cxnSp>
        <p:nvCxnSpPr>
          <p:cNvPr id="3669" name="Google Shape;3669;p53">
            <a:extLst>
              <a:ext uri="{FF2B5EF4-FFF2-40B4-BE49-F238E27FC236}">
                <a16:creationId xmlns:a16="http://schemas.microsoft.com/office/drawing/2014/main" id="{55A75920-300E-E30D-F459-F48B30B46C8E}"/>
              </a:ext>
            </a:extLst>
          </p:cNvPr>
          <p:cNvCxnSpPr>
            <a:cxnSpLocks/>
            <a:stCxn id="3649" idx="0"/>
            <a:endCxn id="3658" idx="2"/>
          </p:cNvCxnSpPr>
          <p:nvPr/>
        </p:nvCxnSpPr>
        <p:spPr>
          <a:xfrm flipV="1">
            <a:off x="4706649" y="2756485"/>
            <a:ext cx="0" cy="32145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673" name="Google Shape;3673;p53">
            <a:extLst>
              <a:ext uri="{FF2B5EF4-FFF2-40B4-BE49-F238E27FC236}">
                <a16:creationId xmlns:a16="http://schemas.microsoft.com/office/drawing/2014/main" id="{6360584F-D697-7FDD-B79F-DB450A802BEC}"/>
              </a:ext>
            </a:extLst>
          </p:cNvPr>
          <p:cNvGrpSpPr/>
          <p:nvPr/>
        </p:nvGrpSpPr>
        <p:grpSpPr>
          <a:xfrm rot="10800000">
            <a:off x="203192" y="4089528"/>
            <a:ext cx="883262" cy="242091"/>
            <a:chOff x="2300350" y="2601250"/>
            <a:chExt cx="2275275" cy="623625"/>
          </a:xfrm>
        </p:grpSpPr>
        <p:sp>
          <p:nvSpPr>
            <p:cNvPr id="3674" name="Google Shape;3674;p53">
              <a:extLst>
                <a:ext uri="{FF2B5EF4-FFF2-40B4-BE49-F238E27FC236}">
                  <a16:creationId xmlns:a16="http://schemas.microsoft.com/office/drawing/2014/main" id="{F4F1DF16-423E-38C2-F905-AF3AAADE0B05}"/>
                </a:ext>
              </a:extLst>
            </p:cNvPr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Exo" panose="020B0604020202020204" charset="0"/>
              </a:endParaRPr>
            </a:p>
          </p:txBody>
        </p:sp>
        <p:sp>
          <p:nvSpPr>
            <p:cNvPr id="3675" name="Google Shape;3675;p53">
              <a:extLst>
                <a:ext uri="{FF2B5EF4-FFF2-40B4-BE49-F238E27FC236}">
                  <a16:creationId xmlns:a16="http://schemas.microsoft.com/office/drawing/2014/main" id="{BC31CF22-D7A8-71BA-C71B-736094759A19}"/>
                </a:ext>
              </a:extLst>
            </p:cNvPr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Exo" panose="020B0604020202020204" charset="0"/>
              </a:endParaRPr>
            </a:p>
          </p:txBody>
        </p:sp>
        <p:sp>
          <p:nvSpPr>
            <p:cNvPr id="3676" name="Google Shape;3676;p53">
              <a:extLst>
                <a:ext uri="{FF2B5EF4-FFF2-40B4-BE49-F238E27FC236}">
                  <a16:creationId xmlns:a16="http://schemas.microsoft.com/office/drawing/2014/main" id="{19E34FA8-FF45-DA56-340F-45264D04E973}"/>
                </a:ext>
              </a:extLst>
            </p:cNvPr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Exo" panose="020B0604020202020204" charset="0"/>
              </a:endParaRPr>
            </a:p>
          </p:txBody>
        </p:sp>
        <p:sp>
          <p:nvSpPr>
            <p:cNvPr id="3677" name="Google Shape;3677;p53">
              <a:extLst>
                <a:ext uri="{FF2B5EF4-FFF2-40B4-BE49-F238E27FC236}">
                  <a16:creationId xmlns:a16="http://schemas.microsoft.com/office/drawing/2014/main" id="{54397723-14B4-D722-2221-4FB11082C6A3}"/>
                </a:ext>
              </a:extLst>
            </p:cNvPr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Exo" panose="020B0604020202020204" charset="0"/>
              </a:endParaRPr>
            </a:p>
          </p:txBody>
        </p:sp>
        <p:sp>
          <p:nvSpPr>
            <p:cNvPr id="3678" name="Google Shape;3678;p53">
              <a:extLst>
                <a:ext uri="{FF2B5EF4-FFF2-40B4-BE49-F238E27FC236}">
                  <a16:creationId xmlns:a16="http://schemas.microsoft.com/office/drawing/2014/main" id="{BD3D2B44-579E-3128-EE25-66554A8ED05A}"/>
                </a:ext>
              </a:extLst>
            </p:cNvPr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Exo" panose="020B0604020202020204" charset="0"/>
              </a:endParaRPr>
            </a:p>
          </p:txBody>
        </p:sp>
        <p:sp>
          <p:nvSpPr>
            <p:cNvPr id="3679" name="Google Shape;3679;p53">
              <a:extLst>
                <a:ext uri="{FF2B5EF4-FFF2-40B4-BE49-F238E27FC236}">
                  <a16:creationId xmlns:a16="http://schemas.microsoft.com/office/drawing/2014/main" id="{60F851A2-131A-925E-2700-F899C40CC0B8}"/>
                </a:ext>
              </a:extLst>
            </p:cNvPr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Exo" panose="020B0604020202020204" charset="0"/>
              </a:endParaRPr>
            </a:p>
          </p:txBody>
        </p:sp>
      </p:grpSp>
      <p:grpSp>
        <p:nvGrpSpPr>
          <p:cNvPr id="3680" name="Google Shape;3680;p53">
            <a:extLst>
              <a:ext uri="{FF2B5EF4-FFF2-40B4-BE49-F238E27FC236}">
                <a16:creationId xmlns:a16="http://schemas.microsoft.com/office/drawing/2014/main" id="{30F9FFCF-A6A5-F009-EE9C-5B556211A228}"/>
              </a:ext>
            </a:extLst>
          </p:cNvPr>
          <p:cNvGrpSpPr/>
          <p:nvPr/>
        </p:nvGrpSpPr>
        <p:grpSpPr>
          <a:xfrm>
            <a:off x="8504988" y="3477150"/>
            <a:ext cx="2297800" cy="347400"/>
            <a:chOff x="7644195" y="3512791"/>
            <a:chExt cx="2297800" cy="347400"/>
          </a:xfrm>
        </p:grpSpPr>
        <p:sp>
          <p:nvSpPr>
            <p:cNvPr id="3681" name="Google Shape;3681;p53">
              <a:extLst>
                <a:ext uri="{FF2B5EF4-FFF2-40B4-BE49-F238E27FC236}">
                  <a16:creationId xmlns:a16="http://schemas.microsoft.com/office/drawing/2014/main" id="{5A21C286-3B30-D4D5-7E8C-C797CA23B77E}"/>
                </a:ext>
              </a:extLst>
            </p:cNvPr>
            <p:cNvSpPr/>
            <p:nvPr/>
          </p:nvSpPr>
          <p:spPr>
            <a:xfrm flipH="1">
              <a:off x="7947295" y="3792091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Exo" panose="020B0604020202020204" charset="0"/>
              </a:endParaRPr>
            </a:p>
          </p:txBody>
        </p:sp>
        <p:sp>
          <p:nvSpPr>
            <p:cNvPr id="3682" name="Google Shape;3682;p53">
              <a:extLst>
                <a:ext uri="{FF2B5EF4-FFF2-40B4-BE49-F238E27FC236}">
                  <a16:creationId xmlns:a16="http://schemas.microsoft.com/office/drawing/2014/main" id="{189F0887-115C-8B60-31F5-0472A91AB929}"/>
                </a:ext>
              </a:extLst>
            </p:cNvPr>
            <p:cNvSpPr/>
            <p:nvPr/>
          </p:nvSpPr>
          <p:spPr>
            <a:xfrm flipH="1">
              <a:off x="7644195" y="3512791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Exo" panose="020B0604020202020204" charset="0"/>
              </a:endParaRPr>
            </a:p>
          </p:txBody>
        </p:sp>
      </p:grpSp>
      <p:grpSp>
        <p:nvGrpSpPr>
          <p:cNvPr id="3683" name="Google Shape;3683;p53">
            <a:extLst>
              <a:ext uri="{FF2B5EF4-FFF2-40B4-BE49-F238E27FC236}">
                <a16:creationId xmlns:a16="http://schemas.microsoft.com/office/drawing/2014/main" id="{2B0C76C6-4F2E-8D1F-1683-AFCD36D8E677}"/>
              </a:ext>
            </a:extLst>
          </p:cNvPr>
          <p:cNvGrpSpPr/>
          <p:nvPr/>
        </p:nvGrpSpPr>
        <p:grpSpPr>
          <a:xfrm rot="5400000">
            <a:off x="1408321" y="770273"/>
            <a:ext cx="98902" cy="553090"/>
            <a:chOff x="4898850" y="4820550"/>
            <a:chExt cx="98902" cy="553090"/>
          </a:xfrm>
        </p:grpSpPr>
        <p:sp>
          <p:nvSpPr>
            <p:cNvPr id="3684" name="Google Shape;3684;p53">
              <a:extLst>
                <a:ext uri="{FF2B5EF4-FFF2-40B4-BE49-F238E27FC236}">
                  <a16:creationId xmlns:a16="http://schemas.microsoft.com/office/drawing/2014/main" id="{BFD0C759-E608-6AD9-2370-42C3BCCD2B28}"/>
                </a:ext>
              </a:extLst>
            </p:cNvPr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Exo" panose="020B0604020202020204" charset="0"/>
              </a:endParaRPr>
            </a:p>
          </p:txBody>
        </p:sp>
        <p:sp>
          <p:nvSpPr>
            <p:cNvPr id="3685" name="Google Shape;3685;p53">
              <a:extLst>
                <a:ext uri="{FF2B5EF4-FFF2-40B4-BE49-F238E27FC236}">
                  <a16:creationId xmlns:a16="http://schemas.microsoft.com/office/drawing/2014/main" id="{008D8405-EA7F-9EC1-CF2D-17C727E44BA7}"/>
                </a:ext>
              </a:extLst>
            </p:cNvPr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Exo" panose="020B0604020202020204" charset="0"/>
              </a:endParaRPr>
            </a:p>
          </p:txBody>
        </p:sp>
        <p:sp>
          <p:nvSpPr>
            <p:cNvPr id="3686" name="Google Shape;3686;p53">
              <a:extLst>
                <a:ext uri="{FF2B5EF4-FFF2-40B4-BE49-F238E27FC236}">
                  <a16:creationId xmlns:a16="http://schemas.microsoft.com/office/drawing/2014/main" id="{9CD91CF2-33AE-D343-FD0F-7DB7B0E44009}"/>
                </a:ext>
              </a:extLst>
            </p:cNvPr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Exo" panose="020B0604020202020204" charset="0"/>
              </a:endParaRPr>
            </a:p>
          </p:txBody>
        </p:sp>
        <p:sp>
          <p:nvSpPr>
            <p:cNvPr id="3687" name="Google Shape;3687;p53">
              <a:extLst>
                <a:ext uri="{FF2B5EF4-FFF2-40B4-BE49-F238E27FC236}">
                  <a16:creationId xmlns:a16="http://schemas.microsoft.com/office/drawing/2014/main" id="{26333463-57D5-1681-488F-561B0727891D}"/>
                </a:ext>
              </a:extLst>
            </p:cNvPr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Exo" panose="020B0604020202020204" charset="0"/>
              </a:endParaRPr>
            </a:p>
          </p:txBody>
        </p:sp>
        <p:sp>
          <p:nvSpPr>
            <p:cNvPr id="3688" name="Google Shape;3688;p53">
              <a:extLst>
                <a:ext uri="{FF2B5EF4-FFF2-40B4-BE49-F238E27FC236}">
                  <a16:creationId xmlns:a16="http://schemas.microsoft.com/office/drawing/2014/main" id="{C9C535D6-FCC0-31CC-B3C2-D8E770886921}"/>
                </a:ext>
              </a:extLst>
            </p:cNvPr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Exo" panose="020B0604020202020204" charset="0"/>
              </a:endParaRPr>
            </a:p>
          </p:txBody>
        </p:sp>
      </p:grpSp>
      <p:sp>
        <p:nvSpPr>
          <p:cNvPr id="3689" name="Google Shape;3689;p53">
            <a:extLst>
              <a:ext uri="{FF2B5EF4-FFF2-40B4-BE49-F238E27FC236}">
                <a16:creationId xmlns:a16="http://schemas.microsoft.com/office/drawing/2014/main" id="{1C8A953E-6541-22F2-97D1-1671ABA54183}"/>
              </a:ext>
            </a:extLst>
          </p:cNvPr>
          <p:cNvSpPr/>
          <p:nvPr/>
        </p:nvSpPr>
        <p:spPr>
          <a:xfrm>
            <a:off x="4610350" y="3147386"/>
            <a:ext cx="192600" cy="192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Exo" panose="020B0604020202020204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E8DF59F-9AE7-BD1F-1478-F47B983C48E5}"/>
              </a:ext>
            </a:extLst>
          </p:cNvPr>
          <p:cNvGrpSpPr/>
          <p:nvPr/>
        </p:nvGrpSpPr>
        <p:grpSpPr>
          <a:xfrm>
            <a:off x="3433461" y="1141629"/>
            <a:ext cx="946395" cy="914400"/>
            <a:chOff x="6173272" y="2222947"/>
            <a:chExt cx="946395" cy="914400"/>
          </a:xfrm>
        </p:grpSpPr>
        <p:sp>
          <p:nvSpPr>
            <p:cNvPr id="6" name="Google Shape;3661;p53">
              <a:extLst>
                <a:ext uri="{FF2B5EF4-FFF2-40B4-BE49-F238E27FC236}">
                  <a16:creationId xmlns:a16="http://schemas.microsoft.com/office/drawing/2014/main" id="{42A731A1-F37F-CE3A-4843-82DDDBA48FDC}"/>
                </a:ext>
              </a:extLst>
            </p:cNvPr>
            <p:cNvSpPr/>
            <p:nvPr/>
          </p:nvSpPr>
          <p:spPr>
            <a:xfrm>
              <a:off x="6189269" y="2222947"/>
              <a:ext cx="914400" cy="914400"/>
            </a:xfrm>
            <a:prstGeom prst="ellipse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bg1"/>
                </a:solidFill>
                <a:latin typeface="Exo" panose="020B0604020202020204" charset="0"/>
              </a:endParaRPr>
            </a:p>
          </p:txBody>
        </p:sp>
        <p:sp>
          <p:nvSpPr>
            <p:cNvPr id="7" name="Google Shape;3601;p52">
              <a:extLst>
                <a:ext uri="{FF2B5EF4-FFF2-40B4-BE49-F238E27FC236}">
                  <a16:creationId xmlns:a16="http://schemas.microsoft.com/office/drawing/2014/main" id="{A998475B-2535-9D70-B0CB-E88E47FAF9C2}"/>
                </a:ext>
              </a:extLst>
            </p:cNvPr>
            <p:cNvSpPr txBox="1">
              <a:spLocks/>
            </p:cNvSpPr>
            <p:nvPr/>
          </p:nvSpPr>
          <p:spPr>
            <a:xfrm>
              <a:off x="6173272" y="2555317"/>
              <a:ext cx="946395" cy="2496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1pPr>
              <a:lvl2pPr marL="914400" marR="0" lvl="1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2pPr>
              <a:lvl3pPr marL="1371600" marR="0" lvl="2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3pPr>
              <a:lvl4pPr marL="1828800" marR="0" lvl="3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4pPr>
              <a:lvl5pPr marL="2286000" marR="0" lvl="4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5pPr>
              <a:lvl6pPr marL="2743200" marR="0" lvl="5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6pPr>
              <a:lvl7pPr marL="3200400" marR="0" lvl="6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7pPr>
              <a:lvl8pPr marL="3657600" marR="0" lvl="7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8pPr>
              <a:lvl9pPr marL="4114800" marR="0" lvl="8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9pPr>
            </a:lstStyle>
            <a:p>
              <a:pPr marL="0" indent="0"/>
              <a:r>
                <a:rPr lang="en-US" b="1" dirty="0">
                  <a:latin typeface="Exo" panose="020B0604020202020204" charset="0"/>
                </a:rPr>
                <a:t>Care360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888FAC94-F856-DABE-82F1-478B98541276}"/>
              </a:ext>
            </a:extLst>
          </p:cNvPr>
          <p:cNvGrpSpPr/>
          <p:nvPr/>
        </p:nvGrpSpPr>
        <p:grpSpPr>
          <a:xfrm>
            <a:off x="4496427" y="1039809"/>
            <a:ext cx="946395" cy="914400"/>
            <a:chOff x="6173272" y="2222947"/>
            <a:chExt cx="946395" cy="914400"/>
          </a:xfrm>
        </p:grpSpPr>
        <p:sp>
          <p:nvSpPr>
            <p:cNvPr id="9" name="Google Shape;3661;p53">
              <a:extLst>
                <a:ext uri="{FF2B5EF4-FFF2-40B4-BE49-F238E27FC236}">
                  <a16:creationId xmlns:a16="http://schemas.microsoft.com/office/drawing/2014/main" id="{BED87173-E69C-D4A1-9755-9F21B67E58BC}"/>
                </a:ext>
              </a:extLst>
            </p:cNvPr>
            <p:cNvSpPr/>
            <p:nvPr/>
          </p:nvSpPr>
          <p:spPr>
            <a:xfrm>
              <a:off x="6189269" y="2222947"/>
              <a:ext cx="914400" cy="914400"/>
            </a:xfrm>
            <a:prstGeom prst="ellipse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bg1"/>
                </a:solidFill>
                <a:latin typeface="Exo" panose="020B0604020202020204" charset="0"/>
              </a:endParaRPr>
            </a:p>
          </p:txBody>
        </p:sp>
        <p:sp>
          <p:nvSpPr>
            <p:cNvPr id="10" name="Google Shape;3601;p52">
              <a:extLst>
                <a:ext uri="{FF2B5EF4-FFF2-40B4-BE49-F238E27FC236}">
                  <a16:creationId xmlns:a16="http://schemas.microsoft.com/office/drawing/2014/main" id="{D7237636-DC6B-204D-121F-1C8312278D51}"/>
                </a:ext>
              </a:extLst>
            </p:cNvPr>
            <p:cNvSpPr txBox="1">
              <a:spLocks/>
            </p:cNvSpPr>
            <p:nvPr/>
          </p:nvSpPr>
          <p:spPr>
            <a:xfrm>
              <a:off x="6173272" y="2555317"/>
              <a:ext cx="946395" cy="2496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1pPr>
              <a:lvl2pPr marL="914400" marR="0" lvl="1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2pPr>
              <a:lvl3pPr marL="1371600" marR="0" lvl="2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3pPr>
              <a:lvl4pPr marL="1828800" marR="0" lvl="3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4pPr>
              <a:lvl5pPr marL="2286000" marR="0" lvl="4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5pPr>
              <a:lvl6pPr marL="2743200" marR="0" lvl="5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6pPr>
              <a:lvl7pPr marL="3200400" marR="0" lvl="6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7pPr>
              <a:lvl8pPr marL="3657600" marR="0" lvl="7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8pPr>
              <a:lvl9pPr marL="4114800" marR="0" lvl="8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9pPr>
            </a:lstStyle>
            <a:p>
              <a:pPr marL="0" indent="0"/>
              <a:r>
                <a:rPr lang="en-US" b="1" dirty="0" err="1">
                  <a:latin typeface="Exo" panose="020B0604020202020204" charset="0"/>
                </a:rPr>
                <a:t>AgeWell</a:t>
              </a:r>
              <a:endParaRPr lang="en-US" b="1" dirty="0">
                <a:latin typeface="Exo" panose="020B0604020202020204" charset="0"/>
              </a:endParaRP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D6434CF-D641-AD45-39DB-F60A0A894709}"/>
              </a:ext>
            </a:extLst>
          </p:cNvPr>
          <p:cNvGrpSpPr/>
          <p:nvPr/>
        </p:nvGrpSpPr>
        <p:grpSpPr>
          <a:xfrm>
            <a:off x="5458820" y="1352444"/>
            <a:ext cx="946395" cy="914400"/>
            <a:chOff x="6173272" y="2222947"/>
            <a:chExt cx="946395" cy="914400"/>
          </a:xfrm>
        </p:grpSpPr>
        <p:sp>
          <p:nvSpPr>
            <p:cNvPr id="12" name="Google Shape;3661;p53">
              <a:extLst>
                <a:ext uri="{FF2B5EF4-FFF2-40B4-BE49-F238E27FC236}">
                  <a16:creationId xmlns:a16="http://schemas.microsoft.com/office/drawing/2014/main" id="{C5EF4F3E-8C0C-CD27-EFED-E3E7CA8BD3F9}"/>
                </a:ext>
              </a:extLst>
            </p:cNvPr>
            <p:cNvSpPr/>
            <p:nvPr/>
          </p:nvSpPr>
          <p:spPr>
            <a:xfrm>
              <a:off x="6189269" y="2222947"/>
              <a:ext cx="914400" cy="914400"/>
            </a:xfrm>
            <a:prstGeom prst="ellipse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bg1"/>
                </a:solidFill>
                <a:latin typeface="Exo" panose="020B0604020202020204" charset="0"/>
              </a:endParaRPr>
            </a:p>
          </p:txBody>
        </p:sp>
        <p:sp>
          <p:nvSpPr>
            <p:cNvPr id="13" name="Google Shape;3601;p52">
              <a:extLst>
                <a:ext uri="{FF2B5EF4-FFF2-40B4-BE49-F238E27FC236}">
                  <a16:creationId xmlns:a16="http://schemas.microsoft.com/office/drawing/2014/main" id="{C784421D-4E38-B068-3758-F6A660AA0448}"/>
                </a:ext>
              </a:extLst>
            </p:cNvPr>
            <p:cNvSpPr txBox="1">
              <a:spLocks/>
            </p:cNvSpPr>
            <p:nvPr/>
          </p:nvSpPr>
          <p:spPr>
            <a:xfrm>
              <a:off x="6173272" y="2555317"/>
              <a:ext cx="946395" cy="2496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1pPr>
              <a:lvl2pPr marL="914400" marR="0" lvl="1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2pPr>
              <a:lvl3pPr marL="1371600" marR="0" lvl="2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3pPr>
              <a:lvl4pPr marL="1828800" marR="0" lvl="3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4pPr>
              <a:lvl5pPr marL="2286000" marR="0" lvl="4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5pPr>
              <a:lvl6pPr marL="2743200" marR="0" lvl="5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6pPr>
              <a:lvl7pPr marL="3200400" marR="0" lvl="6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7pPr>
              <a:lvl8pPr marL="3657600" marR="0" lvl="7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8pPr>
              <a:lvl9pPr marL="4114800" marR="0" lvl="8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9pPr>
            </a:lstStyle>
            <a:p>
              <a:pPr marL="0" indent="0"/>
              <a:r>
                <a:rPr lang="en-US" sz="1200" b="1" dirty="0" err="1">
                  <a:latin typeface="Exo" panose="020B0604020202020204" charset="0"/>
                </a:rPr>
                <a:t>SilverBox</a:t>
              </a:r>
              <a:endParaRPr lang="en-US" sz="1200" b="1" dirty="0">
                <a:latin typeface="Exo" panose="020B0604020202020204" charset="0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BAD6705-7C32-C648-D2D7-EA181CAE2CD4}"/>
              </a:ext>
            </a:extLst>
          </p:cNvPr>
          <p:cNvGrpSpPr/>
          <p:nvPr/>
        </p:nvGrpSpPr>
        <p:grpSpPr>
          <a:xfrm>
            <a:off x="2885680" y="1971486"/>
            <a:ext cx="946395" cy="914400"/>
            <a:chOff x="6173272" y="2222947"/>
            <a:chExt cx="946395" cy="914400"/>
          </a:xfrm>
        </p:grpSpPr>
        <p:sp>
          <p:nvSpPr>
            <p:cNvPr id="15" name="Google Shape;3661;p53">
              <a:extLst>
                <a:ext uri="{FF2B5EF4-FFF2-40B4-BE49-F238E27FC236}">
                  <a16:creationId xmlns:a16="http://schemas.microsoft.com/office/drawing/2014/main" id="{4A17B397-2441-C337-205E-F9BDA631D0EF}"/>
                </a:ext>
              </a:extLst>
            </p:cNvPr>
            <p:cNvSpPr/>
            <p:nvPr/>
          </p:nvSpPr>
          <p:spPr>
            <a:xfrm>
              <a:off x="6189269" y="2222947"/>
              <a:ext cx="914400" cy="914400"/>
            </a:xfrm>
            <a:prstGeom prst="ellipse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bg1"/>
                </a:solidFill>
                <a:latin typeface="Exo" panose="020B0604020202020204" charset="0"/>
              </a:endParaRPr>
            </a:p>
          </p:txBody>
        </p:sp>
        <p:sp>
          <p:nvSpPr>
            <p:cNvPr id="16" name="Google Shape;3601;p52">
              <a:extLst>
                <a:ext uri="{FF2B5EF4-FFF2-40B4-BE49-F238E27FC236}">
                  <a16:creationId xmlns:a16="http://schemas.microsoft.com/office/drawing/2014/main" id="{5252B0B6-F0E8-BF6D-64A8-2B2F44045C4C}"/>
                </a:ext>
              </a:extLst>
            </p:cNvPr>
            <p:cNvSpPr txBox="1">
              <a:spLocks/>
            </p:cNvSpPr>
            <p:nvPr/>
          </p:nvSpPr>
          <p:spPr>
            <a:xfrm>
              <a:off x="6173272" y="2555317"/>
              <a:ext cx="946395" cy="2496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1pPr>
              <a:lvl2pPr marL="914400" marR="0" lvl="1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2pPr>
              <a:lvl3pPr marL="1371600" marR="0" lvl="2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3pPr>
              <a:lvl4pPr marL="1828800" marR="0" lvl="3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4pPr>
              <a:lvl5pPr marL="2286000" marR="0" lvl="4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5pPr>
              <a:lvl6pPr marL="2743200" marR="0" lvl="5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6pPr>
              <a:lvl7pPr marL="3200400" marR="0" lvl="6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7pPr>
              <a:lvl8pPr marL="3657600" marR="0" lvl="7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8pPr>
              <a:lvl9pPr marL="4114800" marR="0" lvl="8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9pPr>
            </a:lstStyle>
            <a:p>
              <a:pPr marL="0" indent="0"/>
              <a:r>
                <a:rPr lang="en-US" sz="1100" b="1" dirty="0" err="1">
                  <a:latin typeface="Exo" panose="020B0604020202020204" charset="0"/>
                </a:rPr>
                <a:t>GoldenCare</a:t>
              </a:r>
              <a:endParaRPr lang="en-US" sz="1100" b="1" dirty="0">
                <a:latin typeface="Exo" panose="020B0604020202020204" charset="0"/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8654246-7B8D-A5DB-FFAB-199DD2ACD37E}"/>
              </a:ext>
            </a:extLst>
          </p:cNvPr>
          <p:cNvGrpSpPr/>
          <p:nvPr/>
        </p:nvGrpSpPr>
        <p:grpSpPr>
          <a:xfrm>
            <a:off x="3489067" y="3817590"/>
            <a:ext cx="946395" cy="914400"/>
            <a:chOff x="6173272" y="2222947"/>
            <a:chExt cx="946395" cy="914400"/>
          </a:xfrm>
        </p:grpSpPr>
        <p:sp>
          <p:nvSpPr>
            <p:cNvPr id="18" name="Google Shape;3661;p53">
              <a:extLst>
                <a:ext uri="{FF2B5EF4-FFF2-40B4-BE49-F238E27FC236}">
                  <a16:creationId xmlns:a16="http://schemas.microsoft.com/office/drawing/2014/main" id="{21DD240C-E94C-3CCC-167E-C662BBBF9442}"/>
                </a:ext>
              </a:extLst>
            </p:cNvPr>
            <p:cNvSpPr/>
            <p:nvPr/>
          </p:nvSpPr>
          <p:spPr>
            <a:xfrm>
              <a:off x="6189269" y="2222947"/>
              <a:ext cx="914400" cy="914400"/>
            </a:xfrm>
            <a:prstGeom prst="ellipse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bg1"/>
                </a:solidFill>
                <a:latin typeface="Exo" panose="020B0604020202020204" charset="0"/>
              </a:endParaRPr>
            </a:p>
          </p:txBody>
        </p:sp>
        <p:sp>
          <p:nvSpPr>
            <p:cNvPr id="19" name="Google Shape;3601;p52">
              <a:extLst>
                <a:ext uri="{FF2B5EF4-FFF2-40B4-BE49-F238E27FC236}">
                  <a16:creationId xmlns:a16="http://schemas.microsoft.com/office/drawing/2014/main" id="{D8E317E6-13A6-F6DE-A132-76F6570BAD5C}"/>
                </a:ext>
              </a:extLst>
            </p:cNvPr>
            <p:cNvSpPr txBox="1">
              <a:spLocks/>
            </p:cNvSpPr>
            <p:nvPr/>
          </p:nvSpPr>
          <p:spPr>
            <a:xfrm>
              <a:off x="6173272" y="2555317"/>
              <a:ext cx="946395" cy="2496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1pPr>
              <a:lvl2pPr marL="914400" marR="0" lvl="1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2pPr>
              <a:lvl3pPr marL="1371600" marR="0" lvl="2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3pPr>
              <a:lvl4pPr marL="1828800" marR="0" lvl="3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4pPr>
              <a:lvl5pPr marL="2286000" marR="0" lvl="4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5pPr>
              <a:lvl6pPr marL="2743200" marR="0" lvl="5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6pPr>
              <a:lvl7pPr marL="3200400" marR="0" lvl="6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7pPr>
              <a:lvl8pPr marL="3657600" marR="0" lvl="7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8pPr>
              <a:lvl9pPr marL="4114800" marR="0" lvl="8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9pPr>
            </a:lstStyle>
            <a:p>
              <a:pPr marL="0" indent="0"/>
              <a:r>
                <a:rPr lang="en-US" sz="1100" b="1" dirty="0" err="1">
                  <a:latin typeface="Exo" panose="020B0604020202020204" charset="0"/>
                </a:rPr>
                <a:t>TeleHealth</a:t>
              </a:r>
              <a:endParaRPr lang="en-US" sz="1100" b="1" dirty="0">
                <a:latin typeface="Exo" panose="020B0604020202020204" charset="0"/>
              </a:endParaRP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6EA580E-A66D-2C2C-FBA9-9E38BFA9CF9B}"/>
              </a:ext>
            </a:extLst>
          </p:cNvPr>
          <p:cNvGrpSpPr/>
          <p:nvPr/>
        </p:nvGrpSpPr>
        <p:grpSpPr>
          <a:xfrm>
            <a:off x="5366999" y="3363681"/>
            <a:ext cx="946395" cy="914400"/>
            <a:chOff x="6173272" y="2222947"/>
            <a:chExt cx="946395" cy="914400"/>
          </a:xfrm>
        </p:grpSpPr>
        <p:sp>
          <p:nvSpPr>
            <p:cNvPr id="21" name="Google Shape;3661;p53">
              <a:extLst>
                <a:ext uri="{FF2B5EF4-FFF2-40B4-BE49-F238E27FC236}">
                  <a16:creationId xmlns:a16="http://schemas.microsoft.com/office/drawing/2014/main" id="{78E93092-A799-6F1E-4A1D-BE0A6FB00234}"/>
                </a:ext>
              </a:extLst>
            </p:cNvPr>
            <p:cNvSpPr/>
            <p:nvPr/>
          </p:nvSpPr>
          <p:spPr>
            <a:xfrm>
              <a:off x="6189269" y="2222947"/>
              <a:ext cx="914400" cy="914400"/>
            </a:xfrm>
            <a:prstGeom prst="ellipse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bg1"/>
                </a:solidFill>
                <a:latin typeface="Exo" panose="020B0604020202020204" charset="0"/>
              </a:endParaRPr>
            </a:p>
          </p:txBody>
        </p:sp>
        <p:sp>
          <p:nvSpPr>
            <p:cNvPr id="22" name="Google Shape;3601;p52">
              <a:extLst>
                <a:ext uri="{FF2B5EF4-FFF2-40B4-BE49-F238E27FC236}">
                  <a16:creationId xmlns:a16="http://schemas.microsoft.com/office/drawing/2014/main" id="{01ADAA62-4EB3-7223-70F1-4C183BE5059A}"/>
                </a:ext>
              </a:extLst>
            </p:cNvPr>
            <p:cNvSpPr txBox="1">
              <a:spLocks/>
            </p:cNvSpPr>
            <p:nvPr/>
          </p:nvSpPr>
          <p:spPr>
            <a:xfrm>
              <a:off x="6173272" y="2555317"/>
              <a:ext cx="946395" cy="2496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1pPr>
              <a:lvl2pPr marL="914400" marR="0" lvl="1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2pPr>
              <a:lvl3pPr marL="1371600" marR="0" lvl="2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3pPr>
              <a:lvl4pPr marL="1828800" marR="0" lvl="3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4pPr>
              <a:lvl5pPr marL="2286000" marR="0" lvl="4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5pPr>
              <a:lvl6pPr marL="2743200" marR="0" lvl="5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6pPr>
              <a:lvl7pPr marL="3200400" marR="0" lvl="6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7pPr>
              <a:lvl8pPr marL="3657600" marR="0" lvl="7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8pPr>
              <a:lvl9pPr marL="4114800" marR="0" lvl="8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9pPr>
            </a:lstStyle>
            <a:p>
              <a:pPr marL="0" indent="0"/>
              <a:r>
                <a:rPr lang="en-US" b="1" dirty="0">
                  <a:latin typeface="Exo" panose="020B0604020202020204" charset="0"/>
                </a:rPr>
                <a:t>Reward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BC702F1B-8FC8-0A7C-4037-AB4B084FABA0}"/>
              </a:ext>
            </a:extLst>
          </p:cNvPr>
          <p:cNvGrpSpPr/>
          <p:nvPr/>
        </p:nvGrpSpPr>
        <p:grpSpPr>
          <a:xfrm>
            <a:off x="4522632" y="3889612"/>
            <a:ext cx="946395" cy="914400"/>
            <a:chOff x="6173272" y="2222947"/>
            <a:chExt cx="946395" cy="914400"/>
          </a:xfrm>
        </p:grpSpPr>
        <p:sp>
          <p:nvSpPr>
            <p:cNvPr id="24" name="Google Shape;3661;p53">
              <a:extLst>
                <a:ext uri="{FF2B5EF4-FFF2-40B4-BE49-F238E27FC236}">
                  <a16:creationId xmlns:a16="http://schemas.microsoft.com/office/drawing/2014/main" id="{77484692-4D2F-8AF7-D65C-266D30532592}"/>
                </a:ext>
              </a:extLst>
            </p:cNvPr>
            <p:cNvSpPr/>
            <p:nvPr/>
          </p:nvSpPr>
          <p:spPr>
            <a:xfrm>
              <a:off x="6189269" y="2222947"/>
              <a:ext cx="914400" cy="914400"/>
            </a:xfrm>
            <a:prstGeom prst="ellipse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bg1"/>
                </a:solidFill>
                <a:latin typeface="Exo" panose="020B0604020202020204" charset="0"/>
              </a:endParaRPr>
            </a:p>
          </p:txBody>
        </p:sp>
        <p:sp>
          <p:nvSpPr>
            <p:cNvPr id="25" name="Google Shape;3601;p52">
              <a:extLst>
                <a:ext uri="{FF2B5EF4-FFF2-40B4-BE49-F238E27FC236}">
                  <a16:creationId xmlns:a16="http://schemas.microsoft.com/office/drawing/2014/main" id="{DD46D0EF-FC85-4309-D331-4BB3D2341700}"/>
                </a:ext>
              </a:extLst>
            </p:cNvPr>
            <p:cNvSpPr txBox="1">
              <a:spLocks/>
            </p:cNvSpPr>
            <p:nvPr/>
          </p:nvSpPr>
          <p:spPr>
            <a:xfrm>
              <a:off x="6173272" y="2555317"/>
              <a:ext cx="946395" cy="2496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1pPr>
              <a:lvl2pPr marL="914400" marR="0" lvl="1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2pPr>
              <a:lvl3pPr marL="1371600" marR="0" lvl="2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3pPr>
              <a:lvl4pPr marL="1828800" marR="0" lvl="3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4pPr>
              <a:lvl5pPr marL="2286000" marR="0" lvl="4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5pPr>
              <a:lvl6pPr marL="2743200" marR="0" lvl="5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6pPr>
              <a:lvl7pPr marL="3200400" marR="0" lvl="6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7pPr>
              <a:lvl8pPr marL="3657600" marR="0" lvl="7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8pPr>
              <a:lvl9pPr marL="4114800" marR="0" lvl="8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9pPr>
            </a:lstStyle>
            <a:p>
              <a:pPr marL="0" indent="0"/>
              <a:r>
                <a:rPr lang="en-US" sz="1100" b="1" dirty="0">
                  <a:latin typeface="Exo" panose="020B0604020202020204" charset="0"/>
                </a:rPr>
                <a:t>Community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F1036A13-C9B7-0A15-7790-AE545C22136D}"/>
              </a:ext>
            </a:extLst>
          </p:cNvPr>
          <p:cNvGrpSpPr/>
          <p:nvPr/>
        </p:nvGrpSpPr>
        <p:grpSpPr>
          <a:xfrm>
            <a:off x="5572087" y="2361227"/>
            <a:ext cx="946395" cy="914400"/>
            <a:chOff x="6173272" y="2222947"/>
            <a:chExt cx="946395" cy="914400"/>
          </a:xfrm>
        </p:grpSpPr>
        <p:sp>
          <p:nvSpPr>
            <p:cNvPr id="27" name="Google Shape;3661;p53">
              <a:extLst>
                <a:ext uri="{FF2B5EF4-FFF2-40B4-BE49-F238E27FC236}">
                  <a16:creationId xmlns:a16="http://schemas.microsoft.com/office/drawing/2014/main" id="{2018D507-AE69-3896-9EE8-C1030FDA94E5}"/>
                </a:ext>
              </a:extLst>
            </p:cNvPr>
            <p:cNvSpPr/>
            <p:nvPr/>
          </p:nvSpPr>
          <p:spPr>
            <a:xfrm>
              <a:off x="6189269" y="2222947"/>
              <a:ext cx="914400" cy="914400"/>
            </a:xfrm>
            <a:prstGeom prst="ellipse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bg1"/>
                </a:solidFill>
                <a:latin typeface="Exo" panose="020B0604020202020204" charset="0"/>
              </a:endParaRPr>
            </a:p>
          </p:txBody>
        </p:sp>
        <p:sp>
          <p:nvSpPr>
            <p:cNvPr id="28" name="Google Shape;3601;p52">
              <a:extLst>
                <a:ext uri="{FF2B5EF4-FFF2-40B4-BE49-F238E27FC236}">
                  <a16:creationId xmlns:a16="http://schemas.microsoft.com/office/drawing/2014/main" id="{07899B91-3D58-BA69-BF09-56274DC22149}"/>
                </a:ext>
              </a:extLst>
            </p:cNvPr>
            <p:cNvSpPr txBox="1">
              <a:spLocks/>
            </p:cNvSpPr>
            <p:nvPr/>
          </p:nvSpPr>
          <p:spPr>
            <a:xfrm>
              <a:off x="6173272" y="2555317"/>
              <a:ext cx="946395" cy="2496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1pPr>
              <a:lvl2pPr marL="914400" marR="0" lvl="1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2pPr>
              <a:lvl3pPr marL="1371600" marR="0" lvl="2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3pPr>
              <a:lvl4pPr marL="1828800" marR="0" lvl="3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4pPr>
              <a:lvl5pPr marL="2286000" marR="0" lvl="4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5pPr>
              <a:lvl6pPr marL="2743200" marR="0" lvl="5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6pPr>
              <a:lvl7pPr marL="3200400" marR="0" lvl="6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7pPr>
              <a:lvl8pPr marL="3657600" marR="0" lvl="7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8pPr>
              <a:lvl9pPr marL="4114800" marR="0" lvl="8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9pPr>
            </a:lstStyle>
            <a:p>
              <a:pPr marL="0" indent="0"/>
              <a:r>
                <a:rPr lang="en-US" sz="1200" b="1" dirty="0" err="1">
                  <a:latin typeface="Exo" panose="020B0604020202020204" charset="0"/>
                </a:rPr>
                <a:t>ElderLink</a:t>
              </a:r>
              <a:endParaRPr lang="en-US" sz="1200" b="1" dirty="0">
                <a:latin typeface="Exo" panose="020B0604020202020204" charset="0"/>
              </a:endParaRP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5F736278-C1DB-552D-7B8F-2F9AF425CF2B}"/>
              </a:ext>
            </a:extLst>
          </p:cNvPr>
          <p:cNvGrpSpPr/>
          <p:nvPr/>
        </p:nvGrpSpPr>
        <p:grpSpPr>
          <a:xfrm>
            <a:off x="2894816" y="2973544"/>
            <a:ext cx="946395" cy="914400"/>
            <a:chOff x="6173272" y="2222947"/>
            <a:chExt cx="946395" cy="914400"/>
          </a:xfrm>
        </p:grpSpPr>
        <p:sp>
          <p:nvSpPr>
            <p:cNvPr id="30" name="Google Shape;3661;p53">
              <a:extLst>
                <a:ext uri="{FF2B5EF4-FFF2-40B4-BE49-F238E27FC236}">
                  <a16:creationId xmlns:a16="http://schemas.microsoft.com/office/drawing/2014/main" id="{D9E57B06-8AF0-370B-7B77-F6D86F85B5EA}"/>
                </a:ext>
              </a:extLst>
            </p:cNvPr>
            <p:cNvSpPr/>
            <p:nvPr/>
          </p:nvSpPr>
          <p:spPr>
            <a:xfrm>
              <a:off x="6189269" y="2222947"/>
              <a:ext cx="914400" cy="914400"/>
            </a:xfrm>
            <a:prstGeom prst="ellipse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bg1"/>
                </a:solidFill>
                <a:latin typeface="Exo" panose="020B0604020202020204" charset="0"/>
              </a:endParaRPr>
            </a:p>
          </p:txBody>
        </p:sp>
        <p:sp>
          <p:nvSpPr>
            <p:cNvPr id="31" name="Google Shape;3601;p52">
              <a:extLst>
                <a:ext uri="{FF2B5EF4-FFF2-40B4-BE49-F238E27FC236}">
                  <a16:creationId xmlns:a16="http://schemas.microsoft.com/office/drawing/2014/main" id="{8817A358-F697-F10A-43EA-F688FF1DCA96}"/>
                </a:ext>
              </a:extLst>
            </p:cNvPr>
            <p:cNvSpPr txBox="1">
              <a:spLocks/>
            </p:cNvSpPr>
            <p:nvPr/>
          </p:nvSpPr>
          <p:spPr>
            <a:xfrm>
              <a:off x="6173272" y="2555317"/>
              <a:ext cx="946395" cy="2496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1pPr>
              <a:lvl2pPr marL="914400" marR="0" lvl="1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2pPr>
              <a:lvl3pPr marL="1371600" marR="0" lvl="2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3pPr>
              <a:lvl4pPr marL="1828800" marR="0" lvl="3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4pPr>
              <a:lvl5pPr marL="2286000" marR="0" lvl="4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5pPr>
              <a:lvl6pPr marL="2743200" marR="0" lvl="5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6pPr>
              <a:lvl7pPr marL="3200400" marR="0" lvl="6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7pPr>
              <a:lvl8pPr marL="3657600" marR="0" lvl="7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8pPr>
              <a:lvl9pPr marL="4114800" marR="0" lvl="8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T Sans"/>
                <a:buNone/>
                <a:defRPr sz="1400" b="0" i="0" u="none" strike="noStrike" cap="none">
                  <a:solidFill>
                    <a:schemeClr val="lt1"/>
                  </a:solidFill>
                  <a:latin typeface="PT Sans"/>
                  <a:ea typeface="PT Sans"/>
                  <a:cs typeface="PT Sans"/>
                  <a:sym typeface="PT Sans"/>
                </a:defRPr>
              </a:lvl9pPr>
            </a:lstStyle>
            <a:p>
              <a:pPr marL="0" indent="0"/>
              <a:r>
                <a:rPr lang="en-US" sz="1050" b="1" dirty="0" err="1">
                  <a:latin typeface="Exo" panose="020B0604020202020204" charset="0"/>
                </a:rPr>
                <a:t>NutriSensor</a:t>
              </a:r>
              <a:endParaRPr lang="en-US" sz="1050" b="1" dirty="0">
                <a:latin typeface="Exo" panose="020B0604020202020204" charset="0"/>
              </a:endParaRPr>
            </a:p>
          </p:txBody>
        </p:sp>
      </p:grpSp>
      <p:sp>
        <p:nvSpPr>
          <p:cNvPr id="45" name="TextBox 44">
            <a:extLst>
              <a:ext uri="{FF2B5EF4-FFF2-40B4-BE49-F238E27FC236}">
                <a16:creationId xmlns:a16="http://schemas.microsoft.com/office/drawing/2014/main" id="{941C9C2E-9177-62E7-8F3C-A0DD2FBB7A76}"/>
              </a:ext>
            </a:extLst>
          </p:cNvPr>
          <p:cNvSpPr txBox="1"/>
          <p:nvPr/>
        </p:nvSpPr>
        <p:spPr>
          <a:xfrm>
            <a:off x="6468936" y="2525381"/>
            <a:ext cx="209987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Exo" panose="020B0604020202020204" charset="0"/>
              </a:rPr>
              <a:t>Social networking and peer-community for seniors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A995A26-F0E0-F5D3-699A-4FA7586139E4}"/>
              </a:ext>
            </a:extLst>
          </p:cNvPr>
          <p:cNvSpPr txBox="1"/>
          <p:nvPr/>
        </p:nvSpPr>
        <p:spPr>
          <a:xfrm>
            <a:off x="6331023" y="1519706"/>
            <a:ext cx="2580229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Exo" panose="020B0604020202020204" charset="0"/>
              </a:rPr>
              <a:t>Smart health box: reminders, IoT monitoring (BP, glucose, activity) 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D1CD4F6-2A5E-F137-CEA3-9B66316390F8}"/>
              </a:ext>
            </a:extLst>
          </p:cNvPr>
          <p:cNvSpPr txBox="1"/>
          <p:nvPr/>
        </p:nvSpPr>
        <p:spPr>
          <a:xfrm>
            <a:off x="733755" y="2031218"/>
            <a:ext cx="209987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Exo" panose="020B0604020202020204" charset="0"/>
              </a:rPr>
              <a:t>Employment/new-purpose opportunities for older adults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2DB3F59-1B6B-ED4B-E59B-34769C2D1165}"/>
              </a:ext>
            </a:extLst>
          </p:cNvPr>
          <p:cNvSpPr txBox="1"/>
          <p:nvPr/>
        </p:nvSpPr>
        <p:spPr>
          <a:xfrm>
            <a:off x="526742" y="3096450"/>
            <a:ext cx="247137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Exo" panose="020B0604020202020204" charset="0"/>
              </a:rPr>
              <a:t>Nutrition planning and meal-services tailored for senior health profiles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C93AAB3-B9BD-82C2-0AA2-2F3AEADFED7A}"/>
              </a:ext>
            </a:extLst>
          </p:cNvPr>
          <p:cNvSpPr txBox="1"/>
          <p:nvPr/>
        </p:nvSpPr>
        <p:spPr>
          <a:xfrm>
            <a:off x="1457772" y="4114652"/>
            <a:ext cx="209987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Exo" panose="020B0604020202020204" charset="0"/>
              </a:rPr>
              <a:t>Video/voice consults + remote monitoring integration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2CFE712-9923-D462-D087-C040A1677028}"/>
              </a:ext>
            </a:extLst>
          </p:cNvPr>
          <p:cNvSpPr txBox="1"/>
          <p:nvPr/>
        </p:nvSpPr>
        <p:spPr>
          <a:xfrm>
            <a:off x="5070236" y="4339778"/>
            <a:ext cx="266995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Exo" panose="020B0604020202020204" charset="0"/>
              </a:rPr>
              <a:t>Local event/meet-ups, neighborhood groups, volunteering coordination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1BA887D-B758-AFA3-9F32-498C65661BAA}"/>
              </a:ext>
            </a:extLst>
          </p:cNvPr>
          <p:cNvSpPr txBox="1"/>
          <p:nvPr/>
        </p:nvSpPr>
        <p:spPr>
          <a:xfrm>
            <a:off x="641818" y="1100469"/>
            <a:ext cx="290687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Exo" panose="020B0604020202020204" charset="0"/>
              </a:rPr>
              <a:t>Comprehensive health-record management, medication tracking, and family monitoring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95CE84C-6D1C-FC61-7B7E-BEFA495F8F1F}"/>
              </a:ext>
            </a:extLst>
          </p:cNvPr>
          <p:cNvSpPr txBox="1"/>
          <p:nvPr/>
        </p:nvSpPr>
        <p:spPr>
          <a:xfrm>
            <a:off x="5291350" y="967569"/>
            <a:ext cx="361990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dirty="0">
                <a:solidFill>
                  <a:schemeClr val="bg1"/>
                </a:solidFill>
                <a:latin typeface="Exo" panose="020B0604020202020204" charset="0"/>
              </a:rPr>
              <a:t>Housing &amp; accommodation discovery/service for ageing population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4DE1167-A7A3-D0E8-F5BA-2D8B6953A8E5}"/>
              </a:ext>
            </a:extLst>
          </p:cNvPr>
          <p:cNvSpPr txBox="1"/>
          <p:nvPr/>
        </p:nvSpPr>
        <p:spPr>
          <a:xfrm>
            <a:off x="6097497" y="3551146"/>
            <a:ext cx="281375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Exo" panose="020B0604020202020204" charset="0"/>
              </a:rPr>
              <a:t>Gamified incentives, points, redemption for participation and healthy behavioral tasks</a:t>
            </a:r>
          </a:p>
        </p:txBody>
      </p:sp>
    </p:spTree>
    <p:extLst>
      <p:ext uri="{BB962C8B-B14F-4D97-AF65-F5344CB8AC3E}">
        <p14:creationId xmlns:p14="http://schemas.microsoft.com/office/powerpoint/2010/main" val="15352693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47">
          <a:extLst>
            <a:ext uri="{FF2B5EF4-FFF2-40B4-BE49-F238E27FC236}">
              <a16:creationId xmlns:a16="http://schemas.microsoft.com/office/drawing/2014/main" id="{1E3CDEF1-C672-3A41-3AC5-98C8AE6187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8" name="Google Shape;3648;p53">
            <a:extLst>
              <a:ext uri="{FF2B5EF4-FFF2-40B4-BE49-F238E27FC236}">
                <a16:creationId xmlns:a16="http://schemas.microsoft.com/office/drawing/2014/main" id="{CAFA0500-3D6F-AA0C-7CF2-82475E0A1CD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>
                <a:solidFill>
                  <a:schemeClr val="accent2"/>
                </a:solidFill>
              </a:rPr>
              <a:t>Key Requirements &amp; </a:t>
            </a:r>
            <a:r>
              <a:rPr lang="en-US" dirty="0">
                <a:solidFill>
                  <a:schemeClr val="bg1"/>
                </a:solidFill>
              </a:rPr>
              <a:t>Features</a:t>
            </a:r>
            <a:endParaRPr dirty="0"/>
          </a:p>
        </p:txBody>
      </p:sp>
      <p:sp>
        <p:nvSpPr>
          <p:cNvPr id="3650" name="Google Shape;3650;p53">
            <a:extLst>
              <a:ext uri="{FF2B5EF4-FFF2-40B4-BE49-F238E27FC236}">
                <a16:creationId xmlns:a16="http://schemas.microsoft.com/office/drawing/2014/main" id="{600D3562-A3DC-44E1-226A-A991C22DCB1F}"/>
              </a:ext>
            </a:extLst>
          </p:cNvPr>
          <p:cNvSpPr/>
          <p:nvPr/>
        </p:nvSpPr>
        <p:spPr>
          <a:xfrm>
            <a:off x="4233307" y="3440429"/>
            <a:ext cx="2683389" cy="811654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US" sz="1800" b="1" dirty="0">
                <a:solidFill>
                  <a:schemeClr val="bg1"/>
                </a:solidFill>
              </a:rPr>
              <a:t>Scalability &amp; Modular Architecture</a:t>
            </a:r>
            <a:endParaRPr sz="1800" b="1" dirty="0">
              <a:solidFill>
                <a:schemeClr val="bg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3652" name="Google Shape;3652;p53">
            <a:extLst>
              <a:ext uri="{FF2B5EF4-FFF2-40B4-BE49-F238E27FC236}">
                <a16:creationId xmlns:a16="http://schemas.microsoft.com/office/drawing/2014/main" id="{D8F306D0-78DC-60A9-8FA3-05B2CBD46ADA}"/>
              </a:ext>
            </a:extLst>
          </p:cNvPr>
          <p:cNvSpPr/>
          <p:nvPr/>
        </p:nvSpPr>
        <p:spPr>
          <a:xfrm>
            <a:off x="2285054" y="3443181"/>
            <a:ext cx="1793700" cy="715068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>
              <a:buClr>
                <a:schemeClr val="dk1"/>
              </a:buClr>
              <a:buSzPts val="1100"/>
            </a:pPr>
            <a:r>
              <a:rPr lang="en-US" sz="1800" b="1" dirty="0">
                <a:solidFill>
                  <a:schemeClr val="bg1"/>
                </a:solidFill>
              </a:rPr>
              <a:t>Accessibility &amp; Senior-First UX</a:t>
            </a:r>
            <a:endParaRPr sz="1800" b="1" dirty="0">
              <a:solidFill>
                <a:schemeClr val="bg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3654" name="Google Shape;3654;p53">
            <a:extLst>
              <a:ext uri="{FF2B5EF4-FFF2-40B4-BE49-F238E27FC236}">
                <a16:creationId xmlns:a16="http://schemas.microsoft.com/office/drawing/2014/main" id="{F9E836A1-C37C-D2E2-35EA-AF242274F01E}"/>
              </a:ext>
            </a:extLst>
          </p:cNvPr>
          <p:cNvSpPr/>
          <p:nvPr/>
        </p:nvSpPr>
        <p:spPr>
          <a:xfrm>
            <a:off x="439534" y="1766685"/>
            <a:ext cx="2557780" cy="712473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>
              <a:buClr>
                <a:schemeClr val="dk1"/>
              </a:buClr>
              <a:buSzPts val="1100"/>
            </a:pPr>
            <a:r>
              <a:rPr lang="en-US" sz="1800" b="1" dirty="0">
                <a:solidFill>
                  <a:schemeClr val="bg1"/>
                </a:solidFill>
              </a:rPr>
              <a:t>Performance &amp; Connectivity Optimization</a:t>
            </a:r>
            <a:endParaRPr sz="1800" b="1" dirty="0">
              <a:solidFill>
                <a:schemeClr val="bg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3656" name="Google Shape;3656;p53">
            <a:extLst>
              <a:ext uri="{FF2B5EF4-FFF2-40B4-BE49-F238E27FC236}">
                <a16:creationId xmlns:a16="http://schemas.microsoft.com/office/drawing/2014/main" id="{A2A41F4E-ADE9-2952-8636-39ADF1659420}"/>
              </a:ext>
            </a:extLst>
          </p:cNvPr>
          <p:cNvSpPr/>
          <p:nvPr/>
        </p:nvSpPr>
        <p:spPr>
          <a:xfrm>
            <a:off x="5148754" y="1607257"/>
            <a:ext cx="3045822" cy="790862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>
              <a:buClr>
                <a:schemeClr val="dk1"/>
              </a:buClr>
              <a:buSzPts val="1100"/>
            </a:pPr>
            <a:r>
              <a:rPr lang="en-US" sz="1800" b="1" dirty="0">
                <a:solidFill>
                  <a:schemeClr val="bg1"/>
                </a:solidFill>
              </a:rPr>
              <a:t>Localization &amp; Market Fit</a:t>
            </a:r>
            <a:endParaRPr sz="1800" b="1" dirty="0">
              <a:solidFill>
                <a:schemeClr val="bg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3658" name="Google Shape;3658;p53">
            <a:extLst>
              <a:ext uri="{FF2B5EF4-FFF2-40B4-BE49-F238E27FC236}">
                <a16:creationId xmlns:a16="http://schemas.microsoft.com/office/drawing/2014/main" id="{9273601A-27B7-2D6B-9BA1-CA7541BCDB08}"/>
              </a:ext>
            </a:extLst>
          </p:cNvPr>
          <p:cNvSpPr/>
          <p:nvPr/>
        </p:nvSpPr>
        <p:spPr>
          <a:xfrm>
            <a:off x="3373071" y="1672251"/>
            <a:ext cx="1793700" cy="790862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>
              <a:buClr>
                <a:schemeClr val="dk1"/>
              </a:buClr>
              <a:buSzPts val="1100"/>
            </a:pPr>
            <a:r>
              <a:rPr lang="en-US" sz="1800" b="1" dirty="0">
                <a:solidFill>
                  <a:schemeClr val="bg1"/>
                </a:solidFill>
              </a:rPr>
              <a:t>Security &amp; Privacy Compliance</a:t>
            </a:r>
            <a:endParaRPr sz="1800" b="1" dirty="0">
              <a:solidFill>
                <a:schemeClr val="bg1"/>
              </a:solidFill>
              <a:latin typeface="Exo"/>
              <a:ea typeface="Exo"/>
              <a:cs typeface="Exo"/>
              <a:sym typeface="Exo"/>
            </a:endParaRPr>
          </a:p>
        </p:txBody>
      </p:sp>
      <p:cxnSp>
        <p:nvCxnSpPr>
          <p:cNvPr id="3660" name="Google Shape;3660;p53">
            <a:extLst>
              <a:ext uri="{FF2B5EF4-FFF2-40B4-BE49-F238E27FC236}">
                <a16:creationId xmlns:a16="http://schemas.microsoft.com/office/drawing/2014/main" id="{2F87C188-BC55-706E-1292-26B698EA0621}"/>
              </a:ext>
            </a:extLst>
          </p:cNvPr>
          <p:cNvCxnSpPr>
            <a:cxnSpLocks/>
          </p:cNvCxnSpPr>
          <p:nvPr/>
        </p:nvCxnSpPr>
        <p:spPr>
          <a:xfrm>
            <a:off x="1866029" y="2942816"/>
            <a:ext cx="11499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63" name="Google Shape;3663;p53">
            <a:extLst>
              <a:ext uri="{FF2B5EF4-FFF2-40B4-BE49-F238E27FC236}">
                <a16:creationId xmlns:a16="http://schemas.microsoft.com/office/drawing/2014/main" id="{7B881643-D078-34DB-C2F5-9B178A572274}"/>
              </a:ext>
            </a:extLst>
          </p:cNvPr>
          <p:cNvCxnSpPr>
            <a:cxnSpLocks/>
            <a:stCxn id="3662" idx="6"/>
            <a:endCxn id="3649" idx="2"/>
          </p:cNvCxnSpPr>
          <p:nvPr/>
        </p:nvCxnSpPr>
        <p:spPr>
          <a:xfrm>
            <a:off x="3347354" y="2942816"/>
            <a:ext cx="756817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64" name="Google Shape;3664;p53">
            <a:extLst>
              <a:ext uri="{FF2B5EF4-FFF2-40B4-BE49-F238E27FC236}">
                <a16:creationId xmlns:a16="http://schemas.microsoft.com/office/drawing/2014/main" id="{866F234E-1EA1-0C32-485F-F3E9969CACD6}"/>
              </a:ext>
            </a:extLst>
          </p:cNvPr>
          <p:cNvCxnSpPr>
            <a:cxnSpLocks/>
            <a:stCxn id="3649" idx="6"/>
            <a:endCxn id="3665" idx="2"/>
          </p:cNvCxnSpPr>
          <p:nvPr/>
        </p:nvCxnSpPr>
        <p:spPr>
          <a:xfrm>
            <a:off x="4435671" y="2942816"/>
            <a:ext cx="973581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66" name="Google Shape;3666;p53">
            <a:extLst>
              <a:ext uri="{FF2B5EF4-FFF2-40B4-BE49-F238E27FC236}">
                <a16:creationId xmlns:a16="http://schemas.microsoft.com/office/drawing/2014/main" id="{B9EF6509-08B3-3C73-C67F-B62E36C4D8C5}"/>
              </a:ext>
            </a:extLst>
          </p:cNvPr>
          <p:cNvCxnSpPr>
            <a:cxnSpLocks/>
            <a:stCxn id="3665" idx="6"/>
            <a:endCxn id="3667" idx="2"/>
          </p:cNvCxnSpPr>
          <p:nvPr/>
        </p:nvCxnSpPr>
        <p:spPr>
          <a:xfrm>
            <a:off x="5740752" y="2942816"/>
            <a:ext cx="765163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68" name="Google Shape;3668;p53">
            <a:extLst>
              <a:ext uri="{FF2B5EF4-FFF2-40B4-BE49-F238E27FC236}">
                <a16:creationId xmlns:a16="http://schemas.microsoft.com/office/drawing/2014/main" id="{6D67FDAB-35E0-9CC1-DAE3-3C5303E0B92B}"/>
              </a:ext>
            </a:extLst>
          </p:cNvPr>
          <p:cNvCxnSpPr>
            <a:cxnSpLocks/>
            <a:stCxn id="3661" idx="0"/>
            <a:endCxn id="3654" idx="2"/>
          </p:cNvCxnSpPr>
          <p:nvPr/>
        </p:nvCxnSpPr>
        <p:spPr>
          <a:xfrm flipV="1">
            <a:off x="1700279" y="2479158"/>
            <a:ext cx="18145" cy="297908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69" name="Google Shape;3669;p53">
            <a:extLst>
              <a:ext uri="{FF2B5EF4-FFF2-40B4-BE49-F238E27FC236}">
                <a16:creationId xmlns:a16="http://schemas.microsoft.com/office/drawing/2014/main" id="{C27D0E5F-9922-79E2-69AC-114335511249}"/>
              </a:ext>
            </a:extLst>
          </p:cNvPr>
          <p:cNvCxnSpPr>
            <a:cxnSpLocks/>
            <a:stCxn id="3649" idx="0"/>
            <a:endCxn id="3658" idx="2"/>
          </p:cNvCxnSpPr>
          <p:nvPr/>
        </p:nvCxnSpPr>
        <p:spPr>
          <a:xfrm flipV="1">
            <a:off x="4269921" y="2463113"/>
            <a:ext cx="0" cy="313953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70" name="Google Shape;3670;p53">
            <a:extLst>
              <a:ext uri="{FF2B5EF4-FFF2-40B4-BE49-F238E27FC236}">
                <a16:creationId xmlns:a16="http://schemas.microsoft.com/office/drawing/2014/main" id="{4E49BDFA-6069-4C81-81FD-BDBF6C6CC226}"/>
              </a:ext>
            </a:extLst>
          </p:cNvPr>
          <p:cNvCxnSpPr>
            <a:cxnSpLocks/>
            <a:stCxn id="3667" idx="0"/>
            <a:endCxn id="3656" idx="2"/>
          </p:cNvCxnSpPr>
          <p:nvPr/>
        </p:nvCxnSpPr>
        <p:spPr>
          <a:xfrm flipV="1">
            <a:off x="6671665" y="2398119"/>
            <a:ext cx="0" cy="378947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71" name="Google Shape;3671;p53">
            <a:extLst>
              <a:ext uri="{FF2B5EF4-FFF2-40B4-BE49-F238E27FC236}">
                <a16:creationId xmlns:a16="http://schemas.microsoft.com/office/drawing/2014/main" id="{CB91A360-E347-6438-8C16-922E69D1413E}"/>
              </a:ext>
            </a:extLst>
          </p:cNvPr>
          <p:cNvCxnSpPr>
            <a:cxnSpLocks/>
            <a:stCxn id="3650" idx="0"/>
            <a:endCxn id="3665" idx="4"/>
          </p:cNvCxnSpPr>
          <p:nvPr/>
        </p:nvCxnSpPr>
        <p:spPr>
          <a:xfrm flipV="1">
            <a:off x="5575002" y="3108566"/>
            <a:ext cx="0" cy="331863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72" name="Google Shape;3672;p53">
            <a:extLst>
              <a:ext uri="{FF2B5EF4-FFF2-40B4-BE49-F238E27FC236}">
                <a16:creationId xmlns:a16="http://schemas.microsoft.com/office/drawing/2014/main" id="{FC677D36-1F13-6634-ACF0-0A25197A6ACC}"/>
              </a:ext>
            </a:extLst>
          </p:cNvPr>
          <p:cNvCxnSpPr>
            <a:cxnSpLocks/>
            <a:stCxn id="3652" idx="0"/>
            <a:endCxn id="3662" idx="4"/>
          </p:cNvCxnSpPr>
          <p:nvPr/>
        </p:nvCxnSpPr>
        <p:spPr>
          <a:xfrm flipH="1" flipV="1">
            <a:off x="3181604" y="3108566"/>
            <a:ext cx="300" cy="334615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673" name="Google Shape;3673;p53">
            <a:extLst>
              <a:ext uri="{FF2B5EF4-FFF2-40B4-BE49-F238E27FC236}">
                <a16:creationId xmlns:a16="http://schemas.microsoft.com/office/drawing/2014/main" id="{AC8CA49F-9DB6-042F-E381-58E7BE77481E}"/>
              </a:ext>
            </a:extLst>
          </p:cNvPr>
          <p:cNvGrpSpPr/>
          <p:nvPr/>
        </p:nvGrpSpPr>
        <p:grpSpPr>
          <a:xfrm rot="10800000">
            <a:off x="1426003" y="3369002"/>
            <a:ext cx="883262" cy="242091"/>
            <a:chOff x="2300350" y="2601250"/>
            <a:chExt cx="2275275" cy="623625"/>
          </a:xfrm>
        </p:grpSpPr>
        <p:sp>
          <p:nvSpPr>
            <p:cNvPr id="3674" name="Google Shape;3674;p53">
              <a:extLst>
                <a:ext uri="{FF2B5EF4-FFF2-40B4-BE49-F238E27FC236}">
                  <a16:creationId xmlns:a16="http://schemas.microsoft.com/office/drawing/2014/main" id="{A6AA9C73-5613-A432-97AB-9743A1FF1F93}"/>
                </a:ext>
              </a:extLst>
            </p:cNvPr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3675" name="Google Shape;3675;p53">
              <a:extLst>
                <a:ext uri="{FF2B5EF4-FFF2-40B4-BE49-F238E27FC236}">
                  <a16:creationId xmlns:a16="http://schemas.microsoft.com/office/drawing/2014/main" id="{2F3F7465-CC3C-5469-E258-647417B6EC2A}"/>
                </a:ext>
              </a:extLst>
            </p:cNvPr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3676" name="Google Shape;3676;p53">
              <a:extLst>
                <a:ext uri="{FF2B5EF4-FFF2-40B4-BE49-F238E27FC236}">
                  <a16:creationId xmlns:a16="http://schemas.microsoft.com/office/drawing/2014/main" id="{E25DCAA5-0D35-6EA5-0ACC-29CF5FAA9B5B}"/>
                </a:ext>
              </a:extLst>
            </p:cNvPr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3677" name="Google Shape;3677;p53">
              <a:extLst>
                <a:ext uri="{FF2B5EF4-FFF2-40B4-BE49-F238E27FC236}">
                  <a16:creationId xmlns:a16="http://schemas.microsoft.com/office/drawing/2014/main" id="{71D172D1-3E3E-40F3-A3BF-754A4DB3EFCD}"/>
                </a:ext>
              </a:extLst>
            </p:cNvPr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3678" name="Google Shape;3678;p53">
              <a:extLst>
                <a:ext uri="{FF2B5EF4-FFF2-40B4-BE49-F238E27FC236}">
                  <a16:creationId xmlns:a16="http://schemas.microsoft.com/office/drawing/2014/main" id="{727D76EE-91BB-F4C5-37A6-D6A40AD2E77A}"/>
                </a:ext>
              </a:extLst>
            </p:cNvPr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3679" name="Google Shape;3679;p53">
              <a:extLst>
                <a:ext uri="{FF2B5EF4-FFF2-40B4-BE49-F238E27FC236}">
                  <a16:creationId xmlns:a16="http://schemas.microsoft.com/office/drawing/2014/main" id="{E71C7096-3EBC-9125-E070-AB0287623EBC}"/>
                </a:ext>
              </a:extLst>
            </p:cNvPr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</p:grpSp>
      <p:grpSp>
        <p:nvGrpSpPr>
          <p:cNvPr id="3680" name="Google Shape;3680;p53">
            <a:extLst>
              <a:ext uri="{FF2B5EF4-FFF2-40B4-BE49-F238E27FC236}">
                <a16:creationId xmlns:a16="http://schemas.microsoft.com/office/drawing/2014/main" id="{193E844A-188D-D8D1-A22F-8EFAAE7725E5}"/>
              </a:ext>
            </a:extLst>
          </p:cNvPr>
          <p:cNvGrpSpPr/>
          <p:nvPr/>
        </p:nvGrpSpPr>
        <p:grpSpPr>
          <a:xfrm>
            <a:off x="8430900" y="3498856"/>
            <a:ext cx="2297800" cy="347400"/>
            <a:chOff x="7644195" y="3512791"/>
            <a:chExt cx="2297800" cy="347400"/>
          </a:xfrm>
        </p:grpSpPr>
        <p:sp>
          <p:nvSpPr>
            <p:cNvPr id="3681" name="Google Shape;3681;p53">
              <a:extLst>
                <a:ext uri="{FF2B5EF4-FFF2-40B4-BE49-F238E27FC236}">
                  <a16:creationId xmlns:a16="http://schemas.microsoft.com/office/drawing/2014/main" id="{5C82F85A-30D0-27E9-BE6D-37F0835EF575}"/>
                </a:ext>
              </a:extLst>
            </p:cNvPr>
            <p:cNvSpPr/>
            <p:nvPr/>
          </p:nvSpPr>
          <p:spPr>
            <a:xfrm flipH="1">
              <a:off x="7947295" y="3792091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3682" name="Google Shape;3682;p53">
              <a:extLst>
                <a:ext uri="{FF2B5EF4-FFF2-40B4-BE49-F238E27FC236}">
                  <a16:creationId xmlns:a16="http://schemas.microsoft.com/office/drawing/2014/main" id="{BA389784-34F9-65CA-651F-96C819A03969}"/>
                </a:ext>
              </a:extLst>
            </p:cNvPr>
            <p:cNvSpPr/>
            <p:nvPr/>
          </p:nvSpPr>
          <p:spPr>
            <a:xfrm flipH="1">
              <a:off x="7644195" y="3512791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 dirty="0"/>
            </a:p>
          </p:txBody>
        </p:sp>
      </p:grpSp>
      <p:grpSp>
        <p:nvGrpSpPr>
          <p:cNvPr id="3683" name="Google Shape;3683;p53">
            <a:extLst>
              <a:ext uri="{FF2B5EF4-FFF2-40B4-BE49-F238E27FC236}">
                <a16:creationId xmlns:a16="http://schemas.microsoft.com/office/drawing/2014/main" id="{F20FB952-4DC5-D67E-BB8C-AD5C7465B542}"/>
              </a:ext>
            </a:extLst>
          </p:cNvPr>
          <p:cNvGrpSpPr/>
          <p:nvPr/>
        </p:nvGrpSpPr>
        <p:grpSpPr>
          <a:xfrm rot="5400000">
            <a:off x="3041525" y="1192975"/>
            <a:ext cx="98902" cy="553090"/>
            <a:chOff x="4898850" y="4820550"/>
            <a:chExt cx="98902" cy="553090"/>
          </a:xfrm>
        </p:grpSpPr>
        <p:sp>
          <p:nvSpPr>
            <p:cNvPr id="3684" name="Google Shape;3684;p53">
              <a:extLst>
                <a:ext uri="{FF2B5EF4-FFF2-40B4-BE49-F238E27FC236}">
                  <a16:creationId xmlns:a16="http://schemas.microsoft.com/office/drawing/2014/main" id="{13011EC1-8FE4-4932-EB49-AA48BCD93B94}"/>
                </a:ext>
              </a:extLst>
            </p:cNvPr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3685" name="Google Shape;3685;p53">
              <a:extLst>
                <a:ext uri="{FF2B5EF4-FFF2-40B4-BE49-F238E27FC236}">
                  <a16:creationId xmlns:a16="http://schemas.microsoft.com/office/drawing/2014/main" id="{FD377D19-45EC-2989-C3F1-552C20D84C83}"/>
                </a:ext>
              </a:extLst>
            </p:cNvPr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3686" name="Google Shape;3686;p53">
              <a:extLst>
                <a:ext uri="{FF2B5EF4-FFF2-40B4-BE49-F238E27FC236}">
                  <a16:creationId xmlns:a16="http://schemas.microsoft.com/office/drawing/2014/main" id="{E5B9DFA5-FAF9-7747-32E2-CE0A825A51CE}"/>
                </a:ext>
              </a:extLst>
            </p:cNvPr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3687" name="Google Shape;3687;p53">
              <a:extLst>
                <a:ext uri="{FF2B5EF4-FFF2-40B4-BE49-F238E27FC236}">
                  <a16:creationId xmlns:a16="http://schemas.microsoft.com/office/drawing/2014/main" id="{00EDECBA-CD7D-A071-75FE-88F8D03150A8}"/>
                </a:ext>
              </a:extLst>
            </p:cNvPr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3688" name="Google Shape;3688;p53">
              <a:extLst>
                <a:ext uri="{FF2B5EF4-FFF2-40B4-BE49-F238E27FC236}">
                  <a16:creationId xmlns:a16="http://schemas.microsoft.com/office/drawing/2014/main" id="{ADAF26E8-D014-375F-65D3-6EF21AC3A8D0}"/>
                </a:ext>
              </a:extLst>
            </p:cNvPr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A070F936-FD91-9320-91D7-96BA4BD47508}"/>
              </a:ext>
            </a:extLst>
          </p:cNvPr>
          <p:cNvGrpSpPr/>
          <p:nvPr/>
        </p:nvGrpSpPr>
        <p:grpSpPr>
          <a:xfrm>
            <a:off x="4104171" y="2777066"/>
            <a:ext cx="331500" cy="331500"/>
            <a:chOff x="4104171" y="2777066"/>
            <a:chExt cx="331500" cy="331500"/>
          </a:xfrm>
        </p:grpSpPr>
        <p:sp>
          <p:nvSpPr>
            <p:cNvPr id="3649" name="Google Shape;3649;p53">
              <a:extLst>
                <a:ext uri="{FF2B5EF4-FFF2-40B4-BE49-F238E27FC236}">
                  <a16:creationId xmlns:a16="http://schemas.microsoft.com/office/drawing/2014/main" id="{53743A4E-6856-2517-0681-82B58AA51395}"/>
                </a:ext>
              </a:extLst>
            </p:cNvPr>
            <p:cNvSpPr/>
            <p:nvPr/>
          </p:nvSpPr>
          <p:spPr>
            <a:xfrm>
              <a:off x="4104171" y="2777066"/>
              <a:ext cx="331500" cy="331500"/>
            </a:xfrm>
            <a:prstGeom prst="ellipse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3689" name="Google Shape;3689;p53">
              <a:extLst>
                <a:ext uri="{FF2B5EF4-FFF2-40B4-BE49-F238E27FC236}">
                  <a16:creationId xmlns:a16="http://schemas.microsoft.com/office/drawing/2014/main" id="{B4CD01F4-8151-F17D-038C-EE58AACBC7BC}"/>
                </a:ext>
              </a:extLst>
            </p:cNvPr>
            <p:cNvSpPr/>
            <p:nvPr/>
          </p:nvSpPr>
          <p:spPr>
            <a:xfrm>
              <a:off x="4173622" y="2846516"/>
              <a:ext cx="192600" cy="192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</p:grpSp>
      <p:grpSp>
        <p:nvGrpSpPr>
          <p:cNvPr id="3690" name="Google Shape;3690;p53">
            <a:extLst>
              <a:ext uri="{FF2B5EF4-FFF2-40B4-BE49-F238E27FC236}">
                <a16:creationId xmlns:a16="http://schemas.microsoft.com/office/drawing/2014/main" id="{BC9E8A39-511B-4831-D54F-28EF479C0A68}"/>
              </a:ext>
            </a:extLst>
          </p:cNvPr>
          <p:cNvGrpSpPr/>
          <p:nvPr/>
        </p:nvGrpSpPr>
        <p:grpSpPr>
          <a:xfrm>
            <a:off x="3015854" y="2777066"/>
            <a:ext cx="331500" cy="331500"/>
            <a:chOff x="2924924" y="2835362"/>
            <a:chExt cx="331500" cy="331500"/>
          </a:xfrm>
        </p:grpSpPr>
        <p:sp>
          <p:nvSpPr>
            <p:cNvPr id="3691" name="Google Shape;3691;p53">
              <a:extLst>
                <a:ext uri="{FF2B5EF4-FFF2-40B4-BE49-F238E27FC236}">
                  <a16:creationId xmlns:a16="http://schemas.microsoft.com/office/drawing/2014/main" id="{385697D4-6492-9784-DF68-B1A463318B71}"/>
                </a:ext>
              </a:extLst>
            </p:cNvPr>
            <p:cNvSpPr/>
            <p:nvPr/>
          </p:nvSpPr>
          <p:spPr>
            <a:xfrm>
              <a:off x="2994675" y="2906923"/>
              <a:ext cx="192600" cy="192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3662" name="Google Shape;3662;p53">
              <a:extLst>
                <a:ext uri="{FF2B5EF4-FFF2-40B4-BE49-F238E27FC236}">
                  <a16:creationId xmlns:a16="http://schemas.microsoft.com/office/drawing/2014/main" id="{5DE43B5A-0D8B-6C3A-C2B6-7CCA711B2F6E}"/>
                </a:ext>
              </a:extLst>
            </p:cNvPr>
            <p:cNvSpPr/>
            <p:nvPr/>
          </p:nvSpPr>
          <p:spPr>
            <a:xfrm>
              <a:off x="2924924" y="2835362"/>
              <a:ext cx="331500" cy="331500"/>
            </a:xfrm>
            <a:prstGeom prst="ellipse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</p:grpSp>
      <p:grpSp>
        <p:nvGrpSpPr>
          <p:cNvPr id="3692" name="Google Shape;3692;p53">
            <a:extLst>
              <a:ext uri="{FF2B5EF4-FFF2-40B4-BE49-F238E27FC236}">
                <a16:creationId xmlns:a16="http://schemas.microsoft.com/office/drawing/2014/main" id="{51DDB677-5BE2-4D9F-E244-7172E12DB795}"/>
              </a:ext>
            </a:extLst>
          </p:cNvPr>
          <p:cNvGrpSpPr/>
          <p:nvPr/>
        </p:nvGrpSpPr>
        <p:grpSpPr>
          <a:xfrm>
            <a:off x="5409252" y="2777066"/>
            <a:ext cx="331500" cy="331500"/>
            <a:chOff x="5887274" y="2840549"/>
            <a:chExt cx="331500" cy="331500"/>
          </a:xfrm>
        </p:grpSpPr>
        <p:sp>
          <p:nvSpPr>
            <p:cNvPr id="3693" name="Google Shape;3693;p53">
              <a:extLst>
                <a:ext uri="{FF2B5EF4-FFF2-40B4-BE49-F238E27FC236}">
                  <a16:creationId xmlns:a16="http://schemas.microsoft.com/office/drawing/2014/main" id="{64194E0C-6E9C-5806-C77A-F919A38CD348}"/>
                </a:ext>
              </a:extLst>
            </p:cNvPr>
            <p:cNvSpPr/>
            <p:nvPr/>
          </p:nvSpPr>
          <p:spPr>
            <a:xfrm>
              <a:off x="5956725" y="2906923"/>
              <a:ext cx="192600" cy="192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3665" name="Google Shape;3665;p53">
              <a:extLst>
                <a:ext uri="{FF2B5EF4-FFF2-40B4-BE49-F238E27FC236}">
                  <a16:creationId xmlns:a16="http://schemas.microsoft.com/office/drawing/2014/main" id="{4B64F761-79C4-3CDB-8004-B988D2C066B3}"/>
                </a:ext>
              </a:extLst>
            </p:cNvPr>
            <p:cNvSpPr/>
            <p:nvPr/>
          </p:nvSpPr>
          <p:spPr>
            <a:xfrm>
              <a:off x="5887274" y="2840549"/>
              <a:ext cx="331500" cy="331500"/>
            </a:xfrm>
            <a:prstGeom prst="ellipse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</p:grpSp>
      <p:grpSp>
        <p:nvGrpSpPr>
          <p:cNvPr id="3694" name="Google Shape;3694;p53">
            <a:extLst>
              <a:ext uri="{FF2B5EF4-FFF2-40B4-BE49-F238E27FC236}">
                <a16:creationId xmlns:a16="http://schemas.microsoft.com/office/drawing/2014/main" id="{DF4794ED-D330-D496-7F0B-5426A7597F8B}"/>
              </a:ext>
            </a:extLst>
          </p:cNvPr>
          <p:cNvGrpSpPr/>
          <p:nvPr/>
        </p:nvGrpSpPr>
        <p:grpSpPr>
          <a:xfrm>
            <a:off x="6505915" y="2777066"/>
            <a:ext cx="331500" cy="331500"/>
            <a:chOff x="7368299" y="2840549"/>
            <a:chExt cx="331500" cy="331500"/>
          </a:xfrm>
        </p:grpSpPr>
        <p:sp>
          <p:nvSpPr>
            <p:cNvPr id="3695" name="Google Shape;3695;p53">
              <a:extLst>
                <a:ext uri="{FF2B5EF4-FFF2-40B4-BE49-F238E27FC236}">
                  <a16:creationId xmlns:a16="http://schemas.microsoft.com/office/drawing/2014/main" id="{BAEA5A5F-4DC3-F710-400A-CF82FFAC979C}"/>
                </a:ext>
              </a:extLst>
            </p:cNvPr>
            <p:cNvSpPr/>
            <p:nvPr/>
          </p:nvSpPr>
          <p:spPr>
            <a:xfrm>
              <a:off x="7437750" y="2906923"/>
              <a:ext cx="192600" cy="192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3667" name="Google Shape;3667;p53">
              <a:extLst>
                <a:ext uri="{FF2B5EF4-FFF2-40B4-BE49-F238E27FC236}">
                  <a16:creationId xmlns:a16="http://schemas.microsoft.com/office/drawing/2014/main" id="{9CE4AB1F-04EF-3F36-9ED5-F9B08834F364}"/>
                </a:ext>
              </a:extLst>
            </p:cNvPr>
            <p:cNvSpPr/>
            <p:nvPr/>
          </p:nvSpPr>
          <p:spPr>
            <a:xfrm>
              <a:off x="7368299" y="2840549"/>
              <a:ext cx="331500" cy="331500"/>
            </a:xfrm>
            <a:prstGeom prst="ellipse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</p:grpSp>
      <p:grpSp>
        <p:nvGrpSpPr>
          <p:cNvPr id="3696" name="Google Shape;3696;p53">
            <a:extLst>
              <a:ext uri="{FF2B5EF4-FFF2-40B4-BE49-F238E27FC236}">
                <a16:creationId xmlns:a16="http://schemas.microsoft.com/office/drawing/2014/main" id="{8FB56302-CFF4-CCEE-9819-325C96E254D9}"/>
              </a:ext>
            </a:extLst>
          </p:cNvPr>
          <p:cNvGrpSpPr/>
          <p:nvPr/>
        </p:nvGrpSpPr>
        <p:grpSpPr>
          <a:xfrm>
            <a:off x="1534529" y="2777066"/>
            <a:ext cx="331500" cy="331500"/>
            <a:chOff x="1443599" y="2835362"/>
            <a:chExt cx="331500" cy="331500"/>
          </a:xfrm>
        </p:grpSpPr>
        <p:sp>
          <p:nvSpPr>
            <p:cNvPr id="3697" name="Google Shape;3697;p53">
              <a:extLst>
                <a:ext uri="{FF2B5EF4-FFF2-40B4-BE49-F238E27FC236}">
                  <a16:creationId xmlns:a16="http://schemas.microsoft.com/office/drawing/2014/main" id="{98319BC5-EDF0-7781-6437-5366178DC995}"/>
                </a:ext>
              </a:extLst>
            </p:cNvPr>
            <p:cNvSpPr/>
            <p:nvPr/>
          </p:nvSpPr>
          <p:spPr>
            <a:xfrm>
              <a:off x="1513650" y="2906923"/>
              <a:ext cx="192000" cy="192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3661" name="Google Shape;3661;p53">
              <a:extLst>
                <a:ext uri="{FF2B5EF4-FFF2-40B4-BE49-F238E27FC236}">
                  <a16:creationId xmlns:a16="http://schemas.microsoft.com/office/drawing/2014/main" id="{DE7043E5-AA2F-719D-0591-044B259D0F9A}"/>
                </a:ext>
              </a:extLst>
            </p:cNvPr>
            <p:cNvSpPr/>
            <p:nvPr/>
          </p:nvSpPr>
          <p:spPr>
            <a:xfrm>
              <a:off x="1443599" y="2835362"/>
              <a:ext cx="331500" cy="331500"/>
            </a:xfrm>
            <a:prstGeom prst="ellipse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</p:grpSp>
      <p:sp>
        <p:nvSpPr>
          <p:cNvPr id="22" name="Google Shape;3658;p53">
            <a:extLst>
              <a:ext uri="{FF2B5EF4-FFF2-40B4-BE49-F238E27FC236}">
                <a16:creationId xmlns:a16="http://schemas.microsoft.com/office/drawing/2014/main" id="{798B3F56-B7E6-E0D8-E070-CCF714E00353}"/>
              </a:ext>
            </a:extLst>
          </p:cNvPr>
          <p:cNvSpPr/>
          <p:nvPr/>
        </p:nvSpPr>
        <p:spPr>
          <a:xfrm>
            <a:off x="2453366" y="1028837"/>
            <a:ext cx="4237268" cy="492322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>
              <a:buClr>
                <a:schemeClr val="dk1"/>
              </a:buClr>
              <a:buSzPts val="1100"/>
            </a:pPr>
            <a:r>
              <a:rPr lang="en-US" sz="2000" b="1" dirty="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rPr>
              <a:t>Non-Functional Requirements</a:t>
            </a:r>
            <a:endParaRPr sz="2000" b="1" dirty="0">
              <a:solidFill>
                <a:schemeClr val="lt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3709" name="TextBox 3708">
            <a:extLst>
              <a:ext uri="{FF2B5EF4-FFF2-40B4-BE49-F238E27FC236}">
                <a16:creationId xmlns:a16="http://schemas.microsoft.com/office/drawing/2014/main" id="{0DEC9EC0-FB8B-60CC-F47B-A0D816AE09A6}"/>
              </a:ext>
            </a:extLst>
          </p:cNvPr>
          <p:cNvSpPr txBox="1"/>
          <p:nvPr/>
        </p:nvSpPr>
        <p:spPr>
          <a:xfrm>
            <a:off x="7154269" y="3413162"/>
            <a:ext cx="139879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Availability &amp; Operational Excellence</a:t>
            </a:r>
          </a:p>
        </p:txBody>
      </p:sp>
      <p:cxnSp>
        <p:nvCxnSpPr>
          <p:cNvPr id="3710" name="Google Shape;3670;p53">
            <a:extLst>
              <a:ext uri="{FF2B5EF4-FFF2-40B4-BE49-F238E27FC236}">
                <a16:creationId xmlns:a16="http://schemas.microsoft.com/office/drawing/2014/main" id="{5E057FE3-A8AB-B09E-C5B6-D0BB80671E22}"/>
              </a:ext>
            </a:extLst>
          </p:cNvPr>
          <p:cNvCxnSpPr>
            <a:cxnSpLocks/>
            <a:stCxn id="3667" idx="6"/>
            <a:endCxn id="3721" idx="2"/>
          </p:cNvCxnSpPr>
          <p:nvPr/>
        </p:nvCxnSpPr>
        <p:spPr>
          <a:xfrm>
            <a:off x="6837415" y="2942816"/>
            <a:ext cx="8505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719" name="Google Shape;3694;p53">
            <a:extLst>
              <a:ext uri="{FF2B5EF4-FFF2-40B4-BE49-F238E27FC236}">
                <a16:creationId xmlns:a16="http://schemas.microsoft.com/office/drawing/2014/main" id="{31D4826B-2A95-46A6-EC6E-350417367FB9}"/>
              </a:ext>
            </a:extLst>
          </p:cNvPr>
          <p:cNvGrpSpPr/>
          <p:nvPr/>
        </p:nvGrpSpPr>
        <p:grpSpPr>
          <a:xfrm>
            <a:off x="7687915" y="2777066"/>
            <a:ext cx="331500" cy="331500"/>
            <a:chOff x="7368299" y="2840549"/>
            <a:chExt cx="331500" cy="331500"/>
          </a:xfrm>
        </p:grpSpPr>
        <p:sp>
          <p:nvSpPr>
            <p:cNvPr id="3720" name="Google Shape;3695;p53">
              <a:extLst>
                <a:ext uri="{FF2B5EF4-FFF2-40B4-BE49-F238E27FC236}">
                  <a16:creationId xmlns:a16="http://schemas.microsoft.com/office/drawing/2014/main" id="{2F2245C7-5FCB-4A25-59F7-27A94CF314AA}"/>
                </a:ext>
              </a:extLst>
            </p:cNvPr>
            <p:cNvSpPr/>
            <p:nvPr/>
          </p:nvSpPr>
          <p:spPr>
            <a:xfrm>
              <a:off x="7437750" y="2906923"/>
              <a:ext cx="192600" cy="192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3721" name="Google Shape;3667;p53">
              <a:extLst>
                <a:ext uri="{FF2B5EF4-FFF2-40B4-BE49-F238E27FC236}">
                  <a16:creationId xmlns:a16="http://schemas.microsoft.com/office/drawing/2014/main" id="{1DB76379-2E7F-B66D-2517-97240388E98C}"/>
                </a:ext>
              </a:extLst>
            </p:cNvPr>
            <p:cNvSpPr/>
            <p:nvPr/>
          </p:nvSpPr>
          <p:spPr>
            <a:xfrm>
              <a:off x="7368299" y="2840549"/>
              <a:ext cx="331500" cy="331500"/>
            </a:xfrm>
            <a:prstGeom prst="ellipse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</p:grpSp>
      <p:cxnSp>
        <p:nvCxnSpPr>
          <p:cNvPr id="3723" name="Google Shape;3670;p53">
            <a:extLst>
              <a:ext uri="{FF2B5EF4-FFF2-40B4-BE49-F238E27FC236}">
                <a16:creationId xmlns:a16="http://schemas.microsoft.com/office/drawing/2014/main" id="{1BCCD38B-882B-20F0-CC22-71B5B04FD9C7}"/>
              </a:ext>
            </a:extLst>
          </p:cNvPr>
          <p:cNvCxnSpPr>
            <a:cxnSpLocks/>
            <a:stCxn id="3721" idx="4"/>
            <a:endCxn id="3709" idx="0"/>
          </p:cNvCxnSpPr>
          <p:nvPr/>
        </p:nvCxnSpPr>
        <p:spPr>
          <a:xfrm>
            <a:off x="7853665" y="3108566"/>
            <a:ext cx="0" cy="304596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1913724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47">
          <a:extLst>
            <a:ext uri="{FF2B5EF4-FFF2-40B4-BE49-F238E27FC236}">
              <a16:creationId xmlns:a16="http://schemas.microsoft.com/office/drawing/2014/main" id="{5205AF2E-C3FB-438E-D5B9-4802617F7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8" name="Google Shape;3648;p53">
            <a:extLst>
              <a:ext uri="{FF2B5EF4-FFF2-40B4-BE49-F238E27FC236}">
                <a16:creationId xmlns:a16="http://schemas.microsoft.com/office/drawing/2014/main" id="{F6F01597-3F06-D546-41DB-ADC9A8A4E03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>
                <a:solidFill>
                  <a:schemeClr val="bg1"/>
                </a:solidFill>
                <a:latin typeface="Exo" panose="020B0604020202020204" charset="0"/>
              </a:rPr>
              <a:t>Stakeholders</a:t>
            </a:r>
            <a:endParaRPr dirty="0">
              <a:solidFill>
                <a:schemeClr val="bg1"/>
              </a:solidFill>
              <a:latin typeface="Exo" panose="020B0604020202020204" charset="0"/>
            </a:endParaRPr>
          </a:p>
        </p:txBody>
      </p:sp>
      <p:grpSp>
        <p:nvGrpSpPr>
          <p:cNvPr id="3680" name="Google Shape;3680;p53">
            <a:extLst>
              <a:ext uri="{FF2B5EF4-FFF2-40B4-BE49-F238E27FC236}">
                <a16:creationId xmlns:a16="http://schemas.microsoft.com/office/drawing/2014/main" id="{9C3511F0-A3CD-DD1D-8749-3A04D3F24A9F}"/>
              </a:ext>
            </a:extLst>
          </p:cNvPr>
          <p:cNvGrpSpPr/>
          <p:nvPr/>
        </p:nvGrpSpPr>
        <p:grpSpPr>
          <a:xfrm>
            <a:off x="8430900" y="3498856"/>
            <a:ext cx="2297800" cy="347400"/>
            <a:chOff x="7644195" y="3512791"/>
            <a:chExt cx="2297800" cy="347400"/>
          </a:xfrm>
        </p:grpSpPr>
        <p:sp>
          <p:nvSpPr>
            <p:cNvPr id="3681" name="Google Shape;3681;p53">
              <a:extLst>
                <a:ext uri="{FF2B5EF4-FFF2-40B4-BE49-F238E27FC236}">
                  <a16:creationId xmlns:a16="http://schemas.microsoft.com/office/drawing/2014/main" id="{AA1F45E7-AA92-9DF1-7A1E-97558E7E39F3}"/>
                </a:ext>
              </a:extLst>
            </p:cNvPr>
            <p:cNvSpPr/>
            <p:nvPr/>
          </p:nvSpPr>
          <p:spPr>
            <a:xfrm flipH="1">
              <a:off x="7947295" y="3792091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>
                <a:solidFill>
                  <a:schemeClr val="bg1"/>
                </a:solidFill>
                <a:latin typeface="Exo" panose="020B0604020202020204" charset="0"/>
              </a:endParaRPr>
            </a:p>
          </p:txBody>
        </p:sp>
        <p:sp>
          <p:nvSpPr>
            <p:cNvPr id="3682" name="Google Shape;3682;p53">
              <a:extLst>
                <a:ext uri="{FF2B5EF4-FFF2-40B4-BE49-F238E27FC236}">
                  <a16:creationId xmlns:a16="http://schemas.microsoft.com/office/drawing/2014/main" id="{23B320FA-45F5-ADEB-C1A8-D45BCB3B4584}"/>
                </a:ext>
              </a:extLst>
            </p:cNvPr>
            <p:cNvSpPr/>
            <p:nvPr/>
          </p:nvSpPr>
          <p:spPr>
            <a:xfrm flipH="1">
              <a:off x="7644195" y="3512791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 dirty="0">
                <a:solidFill>
                  <a:schemeClr val="bg1"/>
                </a:solidFill>
                <a:latin typeface="Exo" panose="020B0604020202020204" charset="0"/>
              </a:endParaRPr>
            </a:p>
          </p:txBody>
        </p:sp>
      </p:grpSp>
      <p:grpSp>
        <p:nvGrpSpPr>
          <p:cNvPr id="3683" name="Google Shape;3683;p53">
            <a:extLst>
              <a:ext uri="{FF2B5EF4-FFF2-40B4-BE49-F238E27FC236}">
                <a16:creationId xmlns:a16="http://schemas.microsoft.com/office/drawing/2014/main" id="{2CFD6966-F3E9-0E31-31F2-49AA444678D5}"/>
              </a:ext>
            </a:extLst>
          </p:cNvPr>
          <p:cNvGrpSpPr/>
          <p:nvPr/>
        </p:nvGrpSpPr>
        <p:grpSpPr>
          <a:xfrm rot="5400000">
            <a:off x="3041525" y="1192975"/>
            <a:ext cx="98902" cy="553090"/>
            <a:chOff x="4898850" y="4820550"/>
            <a:chExt cx="98902" cy="553090"/>
          </a:xfrm>
        </p:grpSpPr>
        <p:sp>
          <p:nvSpPr>
            <p:cNvPr id="3684" name="Google Shape;3684;p53">
              <a:extLst>
                <a:ext uri="{FF2B5EF4-FFF2-40B4-BE49-F238E27FC236}">
                  <a16:creationId xmlns:a16="http://schemas.microsoft.com/office/drawing/2014/main" id="{F326D2E1-8B19-7712-E550-1A3D57BDE7FD}"/>
                </a:ext>
              </a:extLst>
            </p:cNvPr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>
                <a:solidFill>
                  <a:schemeClr val="bg1"/>
                </a:solidFill>
                <a:latin typeface="Exo" panose="020B0604020202020204" charset="0"/>
              </a:endParaRPr>
            </a:p>
          </p:txBody>
        </p:sp>
        <p:sp>
          <p:nvSpPr>
            <p:cNvPr id="3685" name="Google Shape;3685;p53">
              <a:extLst>
                <a:ext uri="{FF2B5EF4-FFF2-40B4-BE49-F238E27FC236}">
                  <a16:creationId xmlns:a16="http://schemas.microsoft.com/office/drawing/2014/main" id="{8EFE496D-1F15-61C4-DDB4-2778E766B3C9}"/>
                </a:ext>
              </a:extLst>
            </p:cNvPr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>
                <a:solidFill>
                  <a:schemeClr val="bg1"/>
                </a:solidFill>
                <a:latin typeface="Exo" panose="020B0604020202020204" charset="0"/>
              </a:endParaRPr>
            </a:p>
          </p:txBody>
        </p:sp>
        <p:sp>
          <p:nvSpPr>
            <p:cNvPr id="3686" name="Google Shape;3686;p53">
              <a:extLst>
                <a:ext uri="{FF2B5EF4-FFF2-40B4-BE49-F238E27FC236}">
                  <a16:creationId xmlns:a16="http://schemas.microsoft.com/office/drawing/2014/main" id="{7B760D74-AFCC-5553-184C-1C10617AC13F}"/>
                </a:ext>
              </a:extLst>
            </p:cNvPr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>
                <a:solidFill>
                  <a:schemeClr val="bg1"/>
                </a:solidFill>
                <a:latin typeface="Exo" panose="020B0604020202020204" charset="0"/>
              </a:endParaRPr>
            </a:p>
          </p:txBody>
        </p:sp>
        <p:sp>
          <p:nvSpPr>
            <p:cNvPr id="3687" name="Google Shape;3687;p53">
              <a:extLst>
                <a:ext uri="{FF2B5EF4-FFF2-40B4-BE49-F238E27FC236}">
                  <a16:creationId xmlns:a16="http://schemas.microsoft.com/office/drawing/2014/main" id="{1A528CB1-3973-B5D2-8AD7-11CBC3FE8457}"/>
                </a:ext>
              </a:extLst>
            </p:cNvPr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>
                <a:solidFill>
                  <a:schemeClr val="bg1"/>
                </a:solidFill>
                <a:latin typeface="Exo" panose="020B0604020202020204" charset="0"/>
              </a:endParaRPr>
            </a:p>
          </p:txBody>
        </p:sp>
        <p:sp>
          <p:nvSpPr>
            <p:cNvPr id="3688" name="Google Shape;3688;p53">
              <a:extLst>
                <a:ext uri="{FF2B5EF4-FFF2-40B4-BE49-F238E27FC236}">
                  <a16:creationId xmlns:a16="http://schemas.microsoft.com/office/drawing/2014/main" id="{E5D308D0-D82D-3F04-0636-72160485675D}"/>
                </a:ext>
              </a:extLst>
            </p:cNvPr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>
                <a:solidFill>
                  <a:schemeClr val="bg1"/>
                </a:solidFill>
                <a:latin typeface="Exo" panose="020B0604020202020204" charset="0"/>
              </a:endParaRPr>
            </a:p>
          </p:txBody>
        </p:sp>
      </p:grpSp>
      <p:sp>
        <p:nvSpPr>
          <p:cNvPr id="3713" name="Google Shape;3040;p42">
            <a:extLst>
              <a:ext uri="{FF2B5EF4-FFF2-40B4-BE49-F238E27FC236}">
                <a16:creationId xmlns:a16="http://schemas.microsoft.com/office/drawing/2014/main" id="{895C79A4-D11C-1EA2-B0A6-D202FA12EE57}"/>
              </a:ext>
            </a:extLst>
          </p:cNvPr>
          <p:cNvSpPr txBox="1">
            <a:spLocks/>
          </p:cNvSpPr>
          <p:nvPr/>
        </p:nvSpPr>
        <p:spPr>
          <a:xfrm>
            <a:off x="755600" y="2900863"/>
            <a:ext cx="22656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b="1" dirty="0">
                <a:solidFill>
                  <a:schemeClr val="bg1"/>
                </a:solidFill>
                <a:latin typeface="Exo" panose="020B0604020202020204" charset="0"/>
              </a:rPr>
              <a:t>Senior </a:t>
            </a:r>
          </a:p>
        </p:txBody>
      </p:sp>
      <p:sp>
        <p:nvSpPr>
          <p:cNvPr id="3715" name="Google Shape;3042;p42">
            <a:extLst>
              <a:ext uri="{FF2B5EF4-FFF2-40B4-BE49-F238E27FC236}">
                <a16:creationId xmlns:a16="http://schemas.microsoft.com/office/drawing/2014/main" id="{4DB2040A-D603-A51E-9AA9-60A4A49E6171}"/>
              </a:ext>
            </a:extLst>
          </p:cNvPr>
          <p:cNvSpPr txBox="1">
            <a:spLocks/>
          </p:cNvSpPr>
          <p:nvPr/>
        </p:nvSpPr>
        <p:spPr>
          <a:xfrm>
            <a:off x="3443604" y="2900863"/>
            <a:ext cx="22656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b="1" dirty="0">
                <a:solidFill>
                  <a:schemeClr val="bg1"/>
                </a:solidFill>
                <a:latin typeface="Exo" panose="020B0604020202020204" charset="0"/>
              </a:rPr>
              <a:t>Family Member/ Care Takes of Elders</a:t>
            </a:r>
          </a:p>
        </p:txBody>
      </p:sp>
      <p:sp>
        <p:nvSpPr>
          <p:cNvPr id="3717" name="Google Shape;3044;p42">
            <a:extLst>
              <a:ext uri="{FF2B5EF4-FFF2-40B4-BE49-F238E27FC236}">
                <a16:creationId xmlns:a16="http://schemas.microsoft.com/office/drawing/2014/main" id="{81B801DB-506D-4C24-B887-2892C3695CB7}"/>
              </a:ext>
            </a:extLst>
          </p:cNvPr>
          <p:cNvSpPr txBox="1">
            <a:spLocks/>
          </p:cNvSpPr>
          <p:nvPr/>
        </p:nvSpPr>
        <p:spPr>
          <a:xfrm>
            <a:off x="6132644" y="2900863"/>
            <a:ext cx="22656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b="1" dirty="0">
                <a:solidFill>
                  <a:schemeClr val="bg1"/>
                </a:solidFill>
                <a:latin typeface="Exo" panose="020B0604020202020204" charset="0"/>
              </a:rPr>
              <a:t>Healthcare Provider</a:t>
            </a:r>
          </a:p>
        </p:txBody>
      </p:sp>
      <p:grpSp>
        <p:nvGrpSpPr>
          <p:cNvPr id="3722" name="Google Shape;3046;p42">
            <a:extLst>
              <a:ext uri="{FF2B5EF4-FFF2-40B4-BE49-F238E27FC236}">
                <a16:creationId xmlns:a16="http://schemas.microsoft.com/office/drawing/2014/main" id="{5EE62BCB-CAD1-A31F-466F-CDCA3DD05F94}"/>
              </a:ext>
            </a:extLst>
          </p:cNvPr>
          <p:cNvGrpSpPr/>
          <p:nvPr/>
        </p:nvGrpSpPr>
        <p:grpSpPr>
          <a:xfrm>
            <a:off x="5419567" y="4501791"/>
            <a:ext cx="1105976" cy="133969"/>
            <a:chOff x="8183182" y="663852"/>
            <a:chExt cx="1475028" cy="178673"/>
          </a:xfrm>
        </p:grpSpPr>
        <p:grpSp>
          <p:nvGrpSpPr>
            <p:cNvPr id="3724" name="Google Shape;3047;p42">
              <a:extLst>
                <a:ext uri="{FF2B5EF4-FFF2-40B4-BE49-F238E27FC236}">
                  <a16:creationId xmlns:a16="http://schemas.microsoft.com/office/drawing/2014/main" id="{D78ED10C-0B33-3020-80F3-2B7F1CF2F047}"/>
                </a:ext>
              </a:extLst>
            </p:cNvPr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3736" name="Google Shape;3048;p42">
                <a:extLst>
                  <a:ext uri="{FF2B5EF4-FFF2-40B4-BE49-F238E27FC236}">
                    <a16:creationId xmlns:a16="http://schemas.microsoft.com/office/drawing/2014/main" id="{D83F90BD-C736-1B2A-FAB4-0B6576BAA2E6}"/>
                  </a:ext>
                </a:extLst>
              </p:cNvPr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b="1">
                  <a:solidFill>
                    <a:schemeClr val="bg1"/>
                  </a:solidFill>
                  <a:latin typeface="Exo" panose="020B0604020202020204" charset="0"/>
                </a:endParaRPr>
              </a:p>
            </p:txBody>
          </p:sp>
          <p:sp>
            <p:nvSpPr>
              <p:cNvPr id="3737" name="Google Shape;3049;p42">
                <a:extLst>
                  <a:ext uri="{FF2B5EF4-FFF2-40B4-BE49-F238E27FC236}">
                    <a16:creationId xmlns:a16="http://schemas.microsoft.com/office/drawing/2014/main" id="{8BA25D3E-6938-6445-9983-C4B86BA2CBBA}"/>
                  </a:ext>
                </a:extLst>
              </p:cNvPr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b="1">
                  <a:solidFill>
                    <a:schemeClr val="bg1"/>
                  </a:solidFill>
                  <a:latin typeface="Exo" panose="020B0604020202020204" charset="0"/>
                </a:endParaRPr>
              </a:p>
            </p:txBody>
          </p:sp>
          <p:sp>
            <p:nvSpPr>
              <p:cNvPr id="3738" name="Google Shape;3050;p42">
                <a:extLst>
                  <a:ext uri="{FF2B5EF4-FFF2-40B4-BE49-F238E27FC236}">
                    <a16:creationId xmlns:a16="http://schemas.microsoft.com/office/drawing/2014/main" id="{0362625C-9F26-234E-C64D-1CC87E3F6824}"/>
                  </a:ext>
                </a:extLst>
              </p:cNvPr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b="1">
                  <a:solidFill>
                    <a:schemeClr val="bg1"/>
                  </a:solidFill>
                  <a:latin typeface="Exo" panose="020B0604020202020204" charset="0"/>
                </a:endParaRPr>
              </a:p>
            </p:txBody>
          </p:sp>
          <p:sp>
            <p:nvSpPr>
              <p:cNvPr id="3739" name="Google Shape;3051;p42">
                <a:extLst>
                  <a:ext uri="{FF2B5EF4-FFF2-40B4-BE49-F238E27FC236}">
                    <a16:creationId xmlns:a16="http://schemas.microsoft.com/office/drawing/2014/main" id="{9C11DC35-2C49-C15B-77B0-CD3ABC08B97E}"/>
                  </a:ext>
                </a:extLst>
              </p:cNvPr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b="1">
                  <a:solidFill>
                    <a:schemeClr val="bg1"/>
                  </a:solidFill>
                  <a:latin typeface="Exo" panose="020B0604020202020204" charset="0"/>
                </a:endParaRPr>
              </a:p>
            </p:txBody>
          </p:sp>
          <p:sp>
            <p:nvSpPr>
              <p:cNvPr id="3740" name="Google Shape;3052;p42">
                <a:extLst>
                  <a:ext uri="{FF2B5EF4-FFF2-40B4-BE49-F238E27FC236}">
                    <a16:creationId xmlns:a16="http://schemas.microsoft.com/office/drawing/2014/main" id="{75CBDD67-7CE6-E365-EE79-F9B323A4B436}"/>
                  </a:ext>
                </a:extLst>
              </p:cNvPr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b="1">
                  <a:solidFill>
                    <a:schemeClr val="bg1"/>
                  </a:solidFill>
                  <a:latin typeface="Exo" panose="020B0604020202020204" charset="0"/>
                </a:endParaRPr>
              </a:p>
            </p:txBody>
          </p:sp>
          <p:sp>
            <p:nvSpPr>
              <p:cNvPr id="3741" name="Google Shape;3053;p42">
                <a:extLst>
                  <a:ext uri="{FF2B5EF4-FFF2-40B4-BE49-F238E27FC236}">
                    <a16:creationId xmlns:a16="http://schemas.microsoft.com/office/drawing/2014/main" id="{E8267914-5243-8F65-392D-6C6C5E377A35}"/>
                  </a:ext>
                </a:extLst>
              </p:cNvPr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b="1">
                  <a:solidFill>
                    <a:schemeClr val="bg1"/>
                  </a:solidFill>
                  <a:latin typeface="Exo" panose="020B0604020202020204" charset="0"/>
                </a:endParaRPr>
              </a:p>
            </p:txBody>
          </p:sp>
          <p:sp>
            <p:nvSpPr>
              <p:cNvPr id="3742" name="Google Shape;3054;p42">
                <a:extLst>
                  <a:ext uri="{FF2B5EF4-FFF2-40B4-BE49-F238E27FC236}">
                    <a16:creationId xmlns:a16="http://schemas.microsoft.com/office/drawing/2014/main" id="{FC5D3796-FC05-7BFF-CFB1-5B6E8521F2A1}"/>
                  </a:ext>
                </a:extLst>
              </p:cNvPr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b="1">
                  <a:solidFill>
                    <a:schemeClr val="bg1"/>
                  </a:solidFill>
                  <a:latin typeface="Exo" panose="020B0604020202020204" charset="0"/>
                </a:endParaRPr>
              </a:p>
            </p:txBody>
          </p:sp>
          <p:sp>
            <p:nvSpPr>
              <p:cNvPr id="3743" name="Google Shape;3055;p42">
                <a:extLst>
                  <a:ext uri="{FF2B5EF4-FFF2-40B4-BE49-F238E27FC236}">
                    <a16:creationId xmlns:a16="http://schemas.microsoft.com/office/drawing/2014/main" id="{580E205F-F6DE-391C-7214-6C4DC9B7602B}"/>
                  </a:ext>
                </a:extLst>
              </p:cNvPr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b="1">
                  <a:solidFill>
                    <a:schemeClr val="bg1"/>
                  </a:solidFill>
                  <a:latin typeface="Exo" panose="020B0604020202020204" charset="0"/>
                </a:endParaRPr>
              </a:p>
            </p:txBody>
          </p:sp>
          <p:sp>
            <p:nvSpPr>
              <p:cNvPr id="3744" name="Google Shape;3056;p42">
                <a:extLst>
                  <a:ext uri="{FF2B5EF4-FFF2-40B4-BE49-F238E27FC236}">
                    <a16:creationId xmlns:a16="http://schemas.microsoft.com/office/drawing/2014/main" id="{CE15E3BE-76DA-A59C-0B48-C90B2ADC233A}"/>
                  </a:ext>
                </a:extLst>
              </p:cNvPr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b="1">
                  <a:solidFill>
                    <a:schemeClr val="bg1"/>
                  </a:solidFill>
                  <a:latin typeface="Exo" panose="020B0604020202020204" charset="0"/>
                </a:endParaRPr>
              </a:p>
            </p:txBody>
          </p:sp>
          <p:sp>
            <p:nvSpPr>
              <p:cNvPr id="3745" name="Google Shape;3057;p42">
                <a:extLst>
                  <a:ext uri="{FF2B5EF4-FFF2-40B4-BE49-F238E27FC236}">
                    <a16:creationId xmlns:a16="http://schemas.microsoft.com/office/drawing/2014/main" id="{DDF8EB8B-A85E-AABC-049F-968BEBC8B265}"/>
                  </a:ext>
                </a:extLst>
              </p:cNvPr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b="1">
                  <a:solidFill>
                    <a:schemeClr val="bg1"/>
                  </a:solidFill>
                  <a:latin typeface="Exo" panose="020B0604020202020204" charset="0"/>
                </a:endParaRPr>
              </a:p>
            </p:txBody>
          </p:sp>
        </p:grpSp>
        <p:grpSp>
          <p:nvGrpSpPr>
            <p:cNvPr id="3725" name="Google Shape;3058;p42">
              <a:extLst>
                <a:ext uri="{FF2B5EF4-FFF2-40B4-BE49-F238E27FC236}">
                  <a16:creationId xmlns:a16="http://schemas.microsoft.com/office/drawing/2014/main" id="{20C854F6-9458-EAD4-DE3F-39CCB86DD50C}"/>
                </a:ext>
              </a:extLst>
            </p:cNvPr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3726" name="Google Shape;3059;p42">
                <a:extLst>
                  <a:ext uri="{FF2B5EF4-FFF2-40B4-BE49-F238E27FC236}">
                    <a16:creationId xmlns:a16="http://schemas.microsoft.com/office/drawing/2014/main" id="{3C2F5EF9-E902-90A1-8819-7A15CEBDA9BC}"/>
                  </a:ext>
                </a:extLst>
              </p:cNvPr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b="1">
                  <a:solidFill>
                    <a:schemeClr val="bg1"/>
                  </a:solidFill>
                  <a:latin typeface="Exo" panose="020B0604020202020204" charset="0"/>
                </a:endParaRPr>
              </a:p>
            </p:txBody>
          </p:sp>
          <p:sp>
            <p:nvSpPr>
              <p:cNvPr id="3727" name="Google Shape;3060;p42">
                <a:extLst>
                  <a:ext uri="{FF2B5EF4-FFF2-40B4-BE49-F238E27FC236}">
                    <a16:creationId xmlns:a16="http://schemas.microsoft.com/office/drawing/2014/main" id="{E4363843-68FB-5F47-7FC7-82BB84AE6A0D}"/>
                  </a:ext>
                </a:extLst>
              </p:cNvPr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b="1">
                  <a:solidFill>
                    <a:schemeClr val="bg1"/>
                  </a:solidFill>
                  <a:latin typeface="Exo" panose="020B0604020202020204" charset="0"/>
                </a:endParaRPr>
              </a:p>
            </p:txBody>
          </p:sp>
          <p:sp>
            <p:nvSpPr>
              <p:cNvPr id="3728" name="Google Shape;3061;p42">
                <a:extLst>
                  <a:ext uri="{FF2B5EF4-FFF2-40B4-BE49-F238E27FC236}">
                    <a16:creationId xmlns:a16="http://schemas.microsoft.com/office/drawing/2014/main" id="{7D58C5AB-067F-CF64-CEE4-01277547E6A8}"/>
                  </a:ext>
                </a:extLst>
              </p:cNvPr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b="1">
                  <a:solidFill>
                    <a:schemeClr val="bg1"/>
                  </a:solidFill>
                  <a:latin typeface="Exo" panose="020B0604020202020204" charset="0"/>
                </a:endParaRPr>
              </a:p>
            </p:txBody>
          </p:sp>
          <p:sp>
            <p:nvSpPr>
              <p:cNvPr id="3729" name="Google Shape;3062;p42">
                <a:extLst>
                  <a:ext uri="{FF2B5EF4-FFF2-40B4-BE49-F238E27FC236}">
                    <a16:creationId xmlns:a16="http://schemas.microsoft.com/office/drawing/2014/main" id="{B5974EF3-450E-FA57-9630-EEFFFDE6871A}"/>
                  </a:ext>
                </a:extLst>
              </p:cNvPr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b="1">
                  <a:solidFill>
                    <a:schemeClr val="bg1"/>
                  </a:solidFill>
                  <a:latin typeface="Exo" panose="020B0604020202020204" charset="0"/>
                </a:endParaRPr>
              </a:p>
            </p:txBody>
          </p:sp>
          <p:sp>
            <p:nvSpPr>
              <p:cNvPr id="3730" name="Google Shape;3063;p42">
                <a:extLst>
                  <a:ext uri="{FF2B5EF4-FFF2-40B4-BE49-F238E27FC236}">
                    <a16:creationId xmlns:a16="http://schemas.microsoft.com/office/drawing/2014/main" id="{C1CEE05E-E84F-3273-FFCE-E3ED7217A410}"/>
                  </a:ext>
                </a:extLst>
              </p:cNvPr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b="1">
                  <a:solidFill>
                    <a:schemeClr val="bg1"/>
                  </a:solidFill>
                  <a:latin typeface="Exo" panose="020B0604020202020204" charset="0"/>
                </a:endParaRPr>
              </a:p>
            </p:txBody>
          </p:sp>
          <p:sp>
            <p:nvSpPr>
              <p:cNvPr id="3731" name="Google Shape;3064;p42">
                <a:extLst>
                  <a:ext uri="{FF2B5EF4-FFF2-40B4-BE49-F238E27FC236}">
                    <a16:creationId xmlns:a16="http://schemas.microsoft.com/office/drawing/2014/main" id="{642121D8-E548-40DF-AB6E-560D54221D7A}"/>
                  </a:ext>
                </a:extLst>
              </p:cNvPr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b="1">
                  <a:solidFill>
                    <a:schemeClr val="bg1"/>
                  </a:solidFill>
                  <a:latin typeface="Exo" panose="020B0604020202020204" charset="0"/>
                </a:endParaRPr>
              </a:p>
            </p:txBody>
          </p:sp>
          <p:sp>
            <p:nvSpPr>
              <p:cNvPr id="3732" name="Google Shape;3065;p42">
                <a:extLst>
                  <a:ext uri="{FF2B5EF4-FFF2-40B4-BE49-F238E27FC236}">
                    <a16:creationId xmlns:a16="http://schemas.microsoft.com/office/drawing/2014/main" id="{64B05D1F-CAB2-8894-D6A7-B401DD90B8FF}"/>
                  </a:ext>
                </a:extLst>
              </p:cNvPr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b="1">
                  <a:solidFill>
                    <a:schemeClr val="bg1"/>
                  </a:solidFill>
                  <a:latin typeface="Exo" panose="020B0604020202020204" charset="0"/>
                </a:endParaRPr>
              </a:p>
            </p:txBody>
          </p:sp>
          <p:sp>
            <p:nvSpPr>
              <p:cNvPr id="3733" name="Google Shape;3066;p42">
                <a:extLst>
                  <a:ext uri="{FF2B5EF4-FFF2-40B4-BE49-F238E27FC236}">
                    <a16:creationId xmlns:a16="http://schemas.microsoft.com/office/drawing/2014/main" id="{7EC93E22-549A-BA92-409D-B78F39CBBA15}"/>
                  </a:ext>
                </a:extLst>
              </p:cNvPr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b="1">
                  <a:solidFill>
                    <a:schemeClr val="bg1"/>
                  </a:solidFill>
                  <a:latin typeface="Exo" panose="020B0604020202020204" charset="0"/>
                </a:endParaRPr>
              </a:p>
            </p:txBody>
          </p:sp>
          <p:sp>
            <p:nvSpPr>
              <p:cNvPr id="3734" name="Google Shape;3067;p42">
                <a:extLst>
                  <a:ext uri="{FF2B5EF4-FFF2-40B4-BE49-F238E27FC236}">
                    <a16:creationId xmlns:a16="http://schemas.microsoft.com/office/drawing/2014/main" id="{DFDFCA6D-3051-9474-CE83-384E6337EF1B}"/>
                  </a:ext>
                </a:extLst>
              </p:cNvPr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b="1">
                  <a:solidFill>
                    <a:schemeClr val="bg1"/>
                  </a:solidFill>
                  <a:latin typeface="Exo" panose="020B0604020202020204" charset="0"/>
                </a:endParaRPr>
              </a:p>
            </p:txBody>
          </p:sp>
          <p:sp>
            <p:nvSpPr>
              <p:cNvPr id="3735" name="Google Shape;3068;p42">
                <a:extLst>
                  <a:ext uri="{FF2B5EF4-FFF2-40B4-BE49-F238E27FC236}">
                    <a16:creationId xmlns:a16="http://schemas.microsoft.com/office/drawing/2014/main" id="{33F71436-7EF6-74D3-9CA1-ABB910E1F59E}"/>
                  </a:ext>
                </a:extLst>
              </p:cNvPr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b="1">
                  <a:solidFill>
                    <a:schemeClr val="bg1"/>
                  </a:solidFill>
                  <a:latin typeface="Exo" panose="020B0604020202020204" charset="0"/>
                </a:endParaRPr>
              </a:p>
            </p:txBody>
          </p:sp>
        </p:grpSp>
      </p:grpSp>
      <p:sp>
        <p:nvSpPr>
          <p:cNvPr id="3759" name="TextBox 3758">
            <a:extLst>
              <a:ext uri="{FF2B5EF4-FFF2-40B4-BE49-F238E27FC236}">
                <a16:creationId xmlns:a16="http://schemas.microsoft.com/office/drawing/2014/main" id="{57895F00-FC53-CA79-0813-8605F78A3A60}"/>
              </a:ext>
            </a:extLst>
          </p:cNvPr>
          <p:cNvSpPr txBox="1"/>
          <p:nvPr/>
        </p:nvSpPr>
        <p:spPr>
          <a:xfrm>
            <a:off x="3606888" y="974724"/>
            <a:ext cx="193022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Exo" panose="020B0604020202020204" charset="0"/>
              </a:rPr>
              <a:t>Primary </a:t>
            </a:r>
          </a:p>
        </p:txBody>
      </p:sp>
      <p:grpSp>
        <p:nvGrpSpPr>
          <p:cNvPr id="3827" name="Google Shape;11132;p87">
            <a:extLst>
              <a:ext uri="{FF2B5EF4-FFF2-40B4-BE49-F238E27FC236}">
                <a16:creationId xmlns:a16="http://schemas.microsoft.com/office/drawing/2014/main" id="{DB8ECE6A-19BE-9C8E-0250-C5DB63D77E3F}"/>
              </a:ext>
            </a:extLst>
          </p:cNvPr>
          <p:cNvGrpSpPr/>
          <p:nvPr/>
        </p:nvGrpSpPr>
        <p:grpSpPr>
          <a:xfrm>
            <a:off x="6890540" y="1910256"/>
            <a:ext cx="749808" cy="749808"/>
            <a:chOff x="-54026025" y="3192625"/>
            <a:chExt cx="316650" cy="319000"/>
          </a:xfrm>
          <a:solidFill>
            <a:schemeClr val="accent2"/>
          </a:solidFill>
        </p:grpSpPr>
        <p:sp>
          <p:nvSpPr>
            <p:cNvPr id="3828" name="Google Shape;11133;p87">
              <a:extLst>
                <a:ext uri="{FF2B5EF4-FFF2-40B4-BE49-F238E27FC236}">
                  <a16:creationId xmlns:a16="http://schemas.microsoft.com/office/drawing/2014/main" id="{C3A0ADAA-90E0-A4D7-A119-94BD69321978}"/>
                </a:ext>
              </a:extLst>
            </p:cNvPr>
            <p:cNvSpPr/>
            <p:nvPr/>
          </p:nvSpPr>
          <p:spPr>
            <a:xfrm>
              <a:off x="-54026025" y="3312350"/>
              <a:ext cx="18125" cy="63800"/>
            </a:xfrm>
            <a:custGeom>
              <a:avLst/>
              <a:gdLst/>
              <a:ahLst/>
              <a:cxnLst/>
              <a:rect l="l" t="t" r="r" b="b"/>
              <a:pathLst>
                <a:path w="725" h="2552" extrusionOk="0">
                  <a:moveTo>
                    <a:pt x="725" y="0"/>
                  </a:moveTo>
                  <a:cubicBezTo>
                    <a:pt x="315" y="189"/>
                    <a:pt x="0" y="693"/>
                    <a:pt x="0" y="1260"/>
                  </a:cubicBezTo>
                  <a:cubicBezTo>
                    <a:pt x="0" y="1796"/>
                    <a:pt x="315" y="2268"/>
                    <a:pt x="725" y="2552"/>
                  </a:cubicBezTo>
                  <a:lnTo>
                    <a:pt x="725" y="158"/>
                  </a:lnTo>
                  <a:lnTo>
                    <a:pt x="7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9" name="Google Shape;11134;p87">
              <a:extLst>
                <a:ext uri="{FF2B5EF4-FFF2-40B4-BE49-F238E27FC236}">
                  <a16:creationId xmlns:a16="http://schemas.microsoft.com/office/drawing/2014/main" id="{D435CA37-FAC8-26CE-9966-5EA0ACE92ABE}"/>
                </a:ext>
              </a:extLst>
            </p:cNvPr>
            <p:cNvSpPr/>
            <p:nvPr/>
          </p:nvSpPr>
          <p:spPr>
            <a:xfrm>
              <a:off x="-53890550" y="3192625"/>
              <a:ext cx="125250" cy="56725"/>
            </a:xfrm>
            <a:custGeom>
              <a:avLst/>
              <a:gdLst/>
              <a:ahLst/>
              <a:cxnLst/>
              <a:rect l="l" t="t" r="r" b="b"/>
              <a:pathLst>
                <a:path w="5010" h="2269" extrusionOk="0">
                  <a:moveTo>
                    <a:pt x="914" y="0"/>
                  </a:moveTo>
                  <a:cubicBezTo>
                    <a:pt x="599" y="0"/>
                    <a:pt x="315" y="63"/>
                    <a:pt x="0" y="95"/>
                  </a:cubicBezTo>
                  <a:cubicBezTo>
                    <a:pt x="158" y="536"/>
                    <a:pt x="441" y="914"/>
                    <a:pt x="756" y="1260"/>
                  </a:cubicBezTo>
                  <a:cubicBezTo>
                    <a:pt x="1418" y="1891"/>
                    <a:pt x="2237" y="2269"/>
                    <a:pt x="3151" y="2269"/>
                  </a:cubicBezTo>
                  <a:lnTo>
                    <a:pt x="5009" y="2269"/>
                  </a:lnTo>
                  <a:cubicBezTo>
                    <a:pt x="4127" y="914"/>
                    <a:pt x="2647" y="0"/>
                    <a:pt x="91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0" name="Google Shape;11135;p87">
              <a:extLst>
                <a:ext uri="{FF2B5EF4-FFF2-40B4-BE49-F238E27FC236}">
                  <a16:creationId xmlns:a16="http://schemas.microsoft.com/office/drawing/2014/main" id="{4C9CABF5-811D-96E4-12D6-360024D8F4E7}"/>
                </a:ext>
              </a:extLst>
            </p:cNvPr>
            <p:cNvSpPr/>
            <p:nvPr/>
          </p:nvSpPr>
          <p:spPr>
            <a:xfrm>
              <a:off x="-53839375" y="3306025"/>
              <a:ext cx="55175" cy="55175"/>
            </a:xfrm>
            <a:custGeom>
              <a:avLst/>
              <a:gdLst/>
              <a:ahLst/>
              <a:cxnLst/>
              <a:rect l="l" t="t" r="r" b="b"/>
              <a:pathLst>
                <a:path w="2207" h="2207" extrusionOk="0">
                  <a:moveTo>
                    <a:pt x="1104" y="1"/>
                  </a:moveTo>
                  <a:cubicBezTo>
                    <a:pt x="505" y="1"/>
                    <a:pt x="1" y="505"/>
                    <a:pt x="1" y="1104"/>
                  </a:cubicBezTo>
                  <a:cubicBezTo>
                    <a:pt x="1" y="1702"/>
                    <a:pt x="505" y="2206"/>
                    <a:pt x="1104" y="2206"/>
                  </a:cubicBezTo>
                  <a:cubicBezTo>
                    <a:pt x="1734" y="2206"/>
                    <a:pt x="2206" y="1702"/>
                    <a:pt x="2206" y="1104"/>
                  </a:cubicBezTo>
                  <a:cubicBezTo>
                    <a:pt x="2206" y="505"/>
                    <a:pt x="1734" y="1"/>
                    <a:pt x="110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1" name="Google Shape;11136;p87">
              <a:extLst>
                <a:ext uri="{FF2B5EF4-FFF2-40B4-BE49-F238E27FC236}">
                  <a16:creationId xmlns:a16="http://schemas.microsoft.com/office/drawing/2014/main" id="{673B9C0A-0FBB-976B-ED9B-535649387685}"/>
                </a:ext>
              </a:extLst>
            </p:cNvPr>
            <p:cNvSpPr/>
            <p:nvPr/>
          </p:nvSpPr>
          <p:spPr>
            <a:xfrm>
              <a:off x="-53950425" y="3306025"/>
              <a:ext cx="55150" cy="55175"/>
            </a:xfrm>
            <a:custGeom>
              <a:avLst/>
              <a:gdLst/>
              <a:ahLst/>
              <a:cxnLst/>
              <a:rect l="l" t="t" r="r" b="b"/>
              <a:pathLst>
                <a:path w="2206" h="2207" extrusionOk="0">
                  <a:moveTo>
                    <a:pt x="1103" y="1"/>
                  </a:moveTo>
                  <a:cubicBezTo>
                    <a:pt x="505" y="1"/>
                    <a:pt x="1" y="505"/>
                    <a:pt x="1" y="1104"/>
                  </a:cubicBezTo>
                  <a:cubicBezTo>
                    <a:pt x="1" y="1702"/>
                    <a:pt x="505" y="2206"/>
                    <a:pt x="1103" y="2206"/>
                  </a:cubicBezTo>
                  <a:cubicBezTo>
                    <a:pt x="1702" y="2206"/>
                    <a:pt x="2206" y="1702"/>
                    <a:pt x="2206" y="1104"/>
                  </a:cubicBezTo>
                  <a:cubicBezTo>
                    <a:pt x="2206" y="505"/>
                    <a:pt x="1702" y="1"/>
                    <a:pt x="110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2" name="Google Shape;11137;p87">
              <a:extLst>
                <a:ext uri="{FF2B5EF4-FFF2-40B4-BE49-F238E27FC236}">
                  <a16:creationId xmlns:a16="http://schemas.microsoft.com/office/drawing/2014/main" id="{AE111674-D118-2A48-340F-BE6863BF3B5C}"/>
                </a:ext>
              </a:extLst>
            </p:cNvPr>
            <p:cNvSpPr/>
            <p:nvPr/>
          </p:nvSpPr>
          <p:spPr>
            <a:xfrm>
              <a:off x="-53985075" y="3400950"/>
              <a:ext cx="236300" cy="110675"/>
            </a:xfrm>
            <a:custGeom>
              <a:avLst/>
              <a:gdLst/>
              <a:ahLst/>
              <a:cxnLst/>
              <a:rect l="l" t="t" r="r" b="b"/>
              <a:pathLst>
                <a:path w="9452" h="4427" extrusionOk="0">
                  <a:moveTo>
                    <a:pt x="5790" y="969"/>
                  </a:moveTo>
                  <a:cubicBezTo>
                    <a:pt x="5884" y="969"/>
                    <a:pt x="5971" y="1008"/>
                    <a:pt x="6018" y="1087"/>
                  </a:cubicBezTo>
                  <a:cubicBezTo>
                    <a:pt x="6176" y="1245"/>
                    <a:pt x="6176" y="1497"/>
                    <a:pt x="6018" y="1591"/>
                  </a:cubicBezTo>
                  <a:cubicBezTo>
                    <a:pt x="5671" y="1969"/>
                    <a:pt x="5199" y="2158"/>
                    <a:pt x="4726" y="2158"/>
                  </a:cubicBezTo>
                  <a:cubicBezTo>
                    <a:pt x="4254" y="2158"/>
                    <a:pt x="3750" y="1969"/>
                    <a:pt x="3435" y="1591"/>
                  </a:cubicBezTo>
                  <a:cubicBezTo>
                    <a:pt x="3277" y="1434"/>
                    <a:pt x="3277" y="1213"/>
                    <a:pt x="3435" y="1087"/>
                  </a:cubicBezTo>
                  <a:cubicBezTo>
                    <a:pt x="3513" y="1008"/>
                    <a:pt x="3608" y="969"/>
                    <a:pt x="3698" y="969"/>
                  </a:cubicBezTo>
                  <a:cubicBezTo>
                    <a:pt x="3789" y="969"/>
                    <a:pt x="3876" y="1008"/>
                    <a:pt x="3939" y="1087"/>
                  </a:cubicBezTo>
                  <a:cubicBezTo>
                    <a:pt x="4159" y="1308"/>
                    <a:pt x="4443" y="1418"/>
                    <a:pt x="4726" y="1418"/>
                  </a:cubicBezTo>
                  <a:cubicBezTo>
                    <a:pt x="5010" y="1418"/>
                    <a:pt x="5293" y="1308"/>
                    <a:pt x="5514" y="1087"/>
                  </a:cubicBezTo>
                  <a:cubicBezTo>
                    <a:pt x="5593" y="1008"/>
                    <a:pt x="5695" y="969"/>
                    <a:pt x="5790" y="969"/>
                  </a:cubicBezTo>
                  <a:close/>
                  <a:moveTo>
                    <a:pt x="4711" y="0"/>
                  </a:moveTo>
                  <a:cubicBezTo>
                    <a:pt x="4002" y="0"/>
                    <a:pt x="3293" y="205"/>
                    <a:pt x="2678" y="615"/>
                  </a:cubicBezTo>
                  <a:cubicBezTo>
                    <a:pt x="2615" y="646"/>
                    <a:pt x="2552" y="709"/>
                    <a:pt x="2489" y="709"/>
                  </a:cubicBezTo>
                  <a:lnTo>
                    <a:pt x="1" y="709"/>
                  </a:lnTo>
                  <a:cubicBezTo>
                    <a:pt x="505" y="2820"/>
                    <a:pt x="2458" y="4427"/>
                    <a:pt x="4726" y="4427"/>
                  </a:cubicBezTo>
                  <a:cubicBezTo>
                    <a:pt x="7026" y="4427"/>
                    <a:pt x="8948" y="2820"/>
                    <a:pt x="9452" y="709"/>
                  </a:cubicBezTo>
                  <a:lnTo>
                    <a:pt x="6963" y="709"/>
                  </a:lnTo>
                  <a:cubicBezTo>
                    <a:pt x="6869" y="646"/>
                    <a:pt x="6774" y="646"/>
                    <a:pt x="6743" y="615"/>
                  </a:cubicBezTo>
                  <a:cubicBezTo>
                    <a:pt x="6128" y="205"/>
                    <a:pt x="5419" y="0"/>
                    <a:pt x="471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3" name="Google Shape;11138;p87">
              <a:extLst>
                <a:ext uri="{FF2B5EF4-FFF2-40B4-BE49-F238E27FC236}">
                  <a16:creationId xmlns:a16="http://schemas.microsoft.com/office/drawing/2014/main" id="{07422C6A-05A9-CCD3-D970-10E0D9CDFC68}"/>
                </a:ext>
              </a:extLst>
            </p:cNvPr>
            <p:cNvSpPr/>
            <p:nvPr/>
          </p:nvSpPr>
          <p:spPr>
            <a:xfrm>
              <a:off x="-53986650" y="3342275"/>
              <a:ext cx="241025" cy="55150"/>
            </a:xfrm>
            <a:custGeom>
              <a:avLst/>
              <a:gdLst/>
              <a:ahLst/>
              <a:cxnLst/>
              <a:rect l="l" t="t" r="r" b="b"/>
              <a:pathLst>
                <a:path w="9641" h="2206" extrusionOk="0">
                  <a:moveTo>
                    <a:pt x="1" y="0"/>
                  </a:moveTo>
                  <a:lnTo>
                    <a:pt x="1" y="1859"/>
                  </a:lnTo>
                  <a:lnTo>
                    <a:pt x="1" y="2206"/>
                  </a:lnTo>
                  <a:lnTo>
                    <a:pt x="2458" y="2206"/>
                  </a:lnTo>
                  <a:cubicBezTo>
                    <a:pt x="3198" y="1749"/>
                    <a:pt x="4017" y="1520"/>
                    <a:pt x="4829" y="1520"/>
                  </a:cubicBezTo>
                  <a:cubicBezTo>
                    <a:pt x="5640" y="1520"/>
                    <a:pt x="6443" y="1749"/>
                    <a:pt x="7152" y="2206"/>
                  </a:cubicBezTo>
                  <a:lnTo>
                    <a:pt x="9641" y="2206"/>
                  </a:lnTo>
                  <a:lnTo>
                    <a:pt x="9641" y="1859"/>
                  </a:lnTo>
                  <a:lnTo>
                    <a:pt x="9641" y="0"/>
                  </a:lnTo>
                  <a:lnTo>
                    <a:pt x="8853" y="0"/>
                  </a:lnTo>
                  <a:cubicBezTo>
                    <a:pt x="8696" y="882"/>
                    <a:pt x="7940" y="1512"/>
                    <a:pt x="7026" y="1512"/>
                  </a:cubicBezTo>
                  <a:cubicBezTo>
                    <a:pt x="6144" y="1512"/>
                    <a:pt x="5388" y="882"/>
                    <a:pt x="5230" y="0"/>
                  </a:cubicBezTo>
                  <a:lnTo>
                    <a:pt x="4411" y="0"/>
                  </a:lnTo>
                  <a:cubicBezTo>
                    <a:pt x="4254" y="882"/>
                    <a:pt x="3466" y="1512"/>
                    <a:pt x="2584" y="1512"/>
                  </a:cubicBezTo>
                  <a:cubicBezTo>
                    <a:pt x="1670" y="1512"/>
                    <a:pt x="946" y="882"/>
                    <a:pt x="78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4" name="Google Shape;11139;p87">
              <a:extLst>
                <a:ext uri="{FF2B5EF4-FFF2-40B4-BE49-F238E27FC236}">
                  <a16:creationId xmlns:a16="http://schemas.microsoft.com/office/drawing/2014/main" id="{D52B00D9-A094-750C-727A-6C0BD01F7803}"/>
                </a:ext>
              </a:extLst>
            </p:cNvPr>
            <p:cNvSpPr/>
            <p:nvPr/>
          </p:nvSpPr>
          <p:spPr>
            <a:xfrm>
              <a:off x="-53989000" y="3199700"/>
              <a:ext cx="241800" cy="123700"/>
            </a:xfrm>
            <a:custGeom>
              <a:avLst/>
              <a:gdLst/>
              <a:ahLst/>
              <a:cxnLst/>
              <a:rect l="l" t="t" r="r" b="b"/>
              <a:pathLst>
                <a:path w="9672" h="4948" extrusionOk="0">
                  <a:moveTo>
                    <a:pt x="3245" y="1"/>
                  </a:moveTo>
                  <a:cubicBezTo>
                    <a:pt x="1355" y="662"/>
                    <a:pt x="0" y="2490"/>
                    <a:pt x="0" y="4601"/>
                  </a:cubicBezTo>
                  <a:lnTo>
                    <a:pt x="0" y="4947"/>
                  </a:lnTo>
                  <a:lnTo>
                    <a:pt x="788" y="4947"/>
                  </a:lnTo>
                  <a:cubicBezTo>
                    <a:pt x="945" y="4096"/>
                    <a:pt x="1701" y="3466"/>
                    <a:pt x="2615" y="3466"/>
                  </a:cubicBezTo>
                  <a:cubicBezTo>
                    <a:pt x="3529" y="3466"/>
                    <a:pt x="4253" y="4096"/>
                    <a:pt x="4411" y="4947"/>
                  </a:cubicBezTo>
                  <a:lnTo>
                    <a:pt x="5261" y="4947"/>
                  </a:lnTo>
                  <a:cubicBezTo>
                    <a:pt x="5419" y="4096"/>
                    <a:pt x="6207" y="3466"/>
                    <a:pt x="7057" y="3466"/>
                  </a:cubicBezTo>
                  <a:cubicBezTo>
                    <a:pt x="7971" y="3466"/>
                    <a:pt x="8727" y="4096"/>
                    <a:pt x="8884" y="4947"/>
                  </a:cubicBezTo>
                  <a:lnTo>
                    <a:pt x="9672" y="4947"/>
                  </a:lnTo>
                  <a:lnTo>
                    <a:pt x="9672" y="4601"/>
                  </a:lnTo>
                  <a:cubicBezTo>
                    <a:pt x="9672" y="3939"/>
                    <a:pt x="9546" y="3309"/>
                    <a:pt x="9262" y="2710"/>
                  </a:cubicBezTo>
                  <a:lnTo>
                    <a:pt x="7089" y="2710"/>
                  </a:lnTo>
                  <a:cubicBezTo>
                    <a:pt x="5986" y="2710"/>
                    <a:pt x="4978" y="2301"/>
                    <a:pt x="4190" y="1513"/>
                  </a:cubicBezTo>
                  <a:cubicBezTo>
                    <a:pt x="3749" y="1072"/>
                    <a:pt x="3434" y="568"/>
                    <a:pt x="324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5" name="Google Shape;11140;p87">
              <a:extLst>
                <a:ext uri="{FF2B5EF4-FFF2-40B4-BE49-F238E27FC236}">
                  <a16:creationId xmlns:a16="http://schemas.microsoft.com/office/drawing/2014/main" id="{F79FA3ED-7219-7A60-086B-48619234F6B4}"/>
                </a:ext>
              </a:extLst>
            </p:cNvPr>
            <p:cNvSpPr/>
            <p:nvPr/>
          </p:nvSpPr>
          <p:spPr>
            <a:xfrm>
              <a:off x="-53728300" y="3310775"/>
              <a:ext cx="18925" cy="64600"/>
            </a:xfrm>
            <a:custGeom>
              <a:avLst/>
              <a:gdLst/>
              <a:ahLst/>
              <a:cxnLst/>
              <a:rect l="l" t="t" r="r" b="b"/>
              <a:pathLst>
                <a:path w="757" h="2584" extrusionOk="0">
                  <a:moveTo>
                    <a:pt x="0" y="0"/>
                  </a:moveTo>
                  <a:lnTo>
                    <a:pt x="0" y="158"/>
                  </a:lnTo>
                  <a:lnTo>
                    <a:pt x="0" y="2583"/>
                  </a:lnTo>
                  <a:cubicBezTo>
                    <a:pt x="441" y="2300"/>
                    <a:pt x="756" y="1827"/>
                    <a:pt x="756" y="1260"/>
                  </a:cubicBezTo>
                  <a:cubicBezTo>
                    <a:pt x="756" y="756"/>
                    <a:pt x="473" y="252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36" name="Google Shape;11165;p87">
            <a:extLst>
              <a:ext uri="{FF2B5EF4-FFF2-40B4-BE49-F238E27FC236}">
                <a16:creationId xmlns:a16="http://schemas.microsoft.com/office/drawing/2014/main" id="{A1B1775E-1506-8AC4-56E4-8138D13BA664}"/>
              </a:ext>
            </a:extLst>
          </p:cNvPr>
          <p:cNvGrpSpPr/>
          <p:nvPr/>
        </p:nvGrpSpPr>
        <p:grpSpPr>
          <a:xfrm>
            <a:off x="3563780" y="1946395"/>
            <a:ext cx="749808" cy="749808"/>
            <a:chOff x="-57568775" y="3198925"/>
            <a:chExt cx="318225" cy="318225"/>
          </a:xfrm>
          <a:solidFill>
            <a:schemeClr val="accent2"/>
          </a:solidFill>
        </p:grpSpPr>
        <p:sp>
          <p:nvSpPr>
            <p:cNvPr id="3837" name="Google Shape;11166;p87">
              <a:extLst>
                <a:ext uri="{FF2B5EF4-FFF2-40B4-BE49-F238E27FC236}">
                  <a16:creationId xmlns:a16="http://schemas.microsoft.com/office/drawing/2014/main" id="{E74DA8B7-7F84-8F72-8C3F-9D79150FDBDC}"/>
                </a:ext>
              </a:extLst>
            </p:cNvPr>
            <p:cNvSpPr/>
            <p:nvPr/>
          </p:nvSpPr>
          <p:spPr>
            <a:xfrm>
              <a:off x="-57530950" y="3373775"/>
              <a:ext cx="18125" cy="64600"/>
            </a:xfrm>
            <a:custGeom>
              <a:avLst/>
              <a:gdLst/>
              <a:ahLst/>
              <a:cxnLst/>
              <a:rect l="l" t="t" r="r" b="b"/>
              <a:pathLst>
                <a:path w="725" h="2584" extrusionOk="0">
                  <a:moveTo>
                    <a:pt x="725" y="0"/>
                  </a:moveTo>
                  <a:cubicBezTo>
                    <a:pt x="315" y="284"/>
                    <a:pt x="0" y="725"/>
                    <a:pt x="0" y="1261"/>
                  </a:cubicBezTo>
                  <a:lnTo>
                    <a:pt x="0" y="1324"/>
                  </a:lnTo>
                  <a:cubicBezTo>
                    <a:pt x="0" y="1859"/>
                    <a:pt x="315" y="2332"/>
                    <a:pt x="725" y="2584"/>
                  </a:cubicBezTo>
                  <a:lnTo>
                    <a:pt x="725" y="1576"/>
                  </a:lnTo>
                  <a:lnTo>
                    <a:pt x="7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8" name="Google Shape;11167;p87">
              <a:extLst>
                <a:ext uri="{FF2B5EF4-FFF2-40B4-BE49-F238E27FC236}">
                  <a16:creationId xmlns:a16="http://schemas.microsoft.com/office/drawing/2014/main" id="{D67ED115-12C7-2FDA-BD10-B1253C477E0A}"/>
                </a:ext>
              </a:extLst>
            </p:cNvPr>
            <p:cNvSpPr/>
            <p:nvPr/>
          </p:nvSpPr>
          <p:spPr>
            <a:xfrm>
              <a:off x="-57568775" y="3406850"/>
              <a:ext cx="99275" cy="110300"/>
            </a:xfrm>
            <a:custGeom>
              <a:avLst/>
              <a:gdLst/>
              <a:ahLst/>
              <a:cxnLst/>
              <a:rect l="l" t="t" r="r" b="b"/>
              <a:pathLst>
                <a:path w="3971" h="4412" extrusionOk="0">
                  <a:moveTo>
                    <a:pt x="757" y="1"/>
                  </a:moveTo>
                  <a:cubicBezTo>
                    <a:pt x="285" y="473"/>
                    <a:pt x="1" y="1103"/>
                    <a:pt x="1" y="1796"/>
                  </a:cubicBezTo>
                  <a:cubicBezTo>
                    <a:pt x="1" y="3246"/>
                    <a:pt x="1198" y="4411"/>
                    <a:pt x="2616" y="4411"/>
                  </a:cubicBezTo>
                  <a:cubicBezTo>
                    <a:pt x="3120" y="4411"/>
                    <a:pt x="3561" y="4254"/>
                    <a:pt x="3971" y="4002"/>
                  </a:cubicBezTo>
                  <a:cubicBezTo>
                    <a:pt x="3435" y="3561"/>
                    <a:pt x="2994" y="2962"/>
                    <a:pt x="2710" y="2363"/>
                  </a:cubicBezTo>
                  <a:lnTo>
                    <a:pt x="1891" y="1891"/>
                  </a:lnTo>
                  <a:cubicBezTo>
                    <a:pt x="1230" y="1481"/>
                    <a:pt x="789" y="788"/>
                    <a:pt x="7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9" name="Google Shape;11168;p87">
              <a:extLst>
                <a:ext uri="{FF2B5EF4-FFF2-40B4-BE49-F238E27FC236}">
                  <a16:creationId xmlns:a16="http://schemas.microsoft.com/office/drawing/2014/main" id="{2B507D27-02D8-2C05-7004-369F2917CD73}"/>
                </a:ext>
              </a:extLst>
            </p:cNvPr>
            <p:cNvSpPr/>
            <p:nvPr/>
          </p:nvSpPr>
          <p:spPr>
            <a:xfrm>
              <a:off x="-57494725" y="3254850"/>
              <a:ext cx="207175" cy="262300"/>
            </a:xfrm>
            <a:custGeom>
              <a:avLst/>
              <a:gdLst/>
              <a:ahLst/>
              <a:cxnLst/>
              <a:rect l="l" t="t" r="r" b="b"/>
              <a:pathLst>
                <a:path w="8287" h="10492" extrusionOk="0">
                  <a:moveTo>
                    <a:pt x="2647" y="5293"/>
                  </a:moveTo>
                  <a:cubicBezTo>
                    <a:pt x="2836" y="5293"/>
                    <a:pt x="2993" y="5451"/>
                    <a:pt x="2993" y="5640"/>
                  </a:cubicBezTo>
                  <a:cubicBezTo>
                    <a:pt x="2993" y="5829"/>
                    <a:pt x="2836" y="5986"/>
                    <a:pt x="2647" y="5986"/>
                  </a:cubicBezTo>
                  <a:cubicBezTo>
                    <a:pt x="2628" y="5989"/>
                    <a:pt x="2609" y="5990"/>
                    <a:pt x="2592" y="5990"/>
                  </a:cubicBezTo>
                  <a:cubicBezTo>
                    <a:pt x="2400" y="5990"/>
                    <a:pt x="2269" y="5841"/>
                    <a:pt x="2269" y="5640"/>
                  </a:cubicBezTo>
                  <a:cubicBezTo>
                    <a:pt x="2269" y="5451"/>
                    <a:pt x="2426" y="5293"/>
                    <a:pt x="2647" y="5293"/>
                  </a:cubicBezTo>
                  <a:close/>
                  <a:moveTo>
                    <a:pt x="5640" y="5324"/>
                  </a:moveTo>
                  <a:cubicBezTo>
                    <a:pt x="5829" y="5324"/>
                    <a:pt x="5986" y="5482"/>
                    <a:pt x="5986" y="5671"/>
                  </a:cubicBezTo>
                  <a:cubicBezTo>
                    <a:pt x="6018" y="5860"/>
                    <a:pt x="5860" y="6018"/>
                    <a:pt x="5640" y="6018"/>
                  </a:cubicBezTo>
                  <a:cubicBezTo>
                    <a:pt x="5419" y="6018"/>
                    <a:pt x="5262" y="5860"/>
                    <a:pt x="5262" y="5671"/>
                  </a:cubicBezTo>
                  <a:cubicBezTo>
                    <a:pt x="5262" y="5482"/>
                    <a:pt x="5419" y="5324"/>
                    <a:pt x="5640" y="5324"/>
                  </a:cubicBezTo>
                  <a:close/>
                  <a:moveTo>
                    <a:pt x="5191" y="7845"/>
                  </a:moveTo>
                  <a:cubicBezTo>
                    <a:pt x="5285" y="7845"/>
                    <a:pt x="5372" y="7876"/>
                    <a:pt x="5419" y="7939"/>
                  </a:cubicBezTo>
                  <a:cubicBezTo>
                    <a:pt x="5640" y="8065"/>
                    <a:pt x="5640" y="8317"/>
                    <a:pt x="5482" y="8475"/>
                  </a:cubicBezTo>
                  <a:cubicBezTo>
                    <a:pt x="5104" y="8822"/>
                    <a:pt x="4632" y="9011"/>
                    <a:pt x="4128" y="9011"/>
                  </a:cubicBezTo>
                  <a:cubicBezTo>
                    <a:pt x="3624" y="9011"/>
                    <a:pt x="3151" y="8822"/>
                    <a:pt x="2836" y="8475"/>
                  </a:cubicBezTo>
                  <a:cubicBezTo>
                    <a:pt x="2678" y="8317"/>
                    <a:pt x="2678" y="8065"/>
                    <a:pt x="2836" y="7939"/>
                  </a:cubicBezTo>
                  <a:cubicBezTo>
                    <a:pt x="2915" y="7876"/>
                    <a:pt x="3009" y="7845"/>
                    <a:pt x="3100" y="7845"/>
                  </a:cubicBezTo>
                  <a:cubicBezTo>
                    <a:pt x="3190" y="7845"/>
                    <a:pt x="3277" y="7876"/>
                    <a:pt x="3340" y="7939"/>
                  </a:cubicBezTo>
                  <a:cubicBezTo>
                    <a:pt x="3561" y="8160"/>
                    <a:pt x="3844" y="8270"/>
                    <a:pt x="4128" y="8270"/>
                  </a:cubicBezTo>
                  <a:cubicBezTo>
                    <a:pt x="4411" y="8270"/>
                    <a:pt x="4695" y="8160"/>
                    <a:pt x="4915" y="7939"/>
                  </a:cubicBezTo>
                  <a:cubicBezTo>
                    <a:pt x="4994" y="7876"/>
                    <a:pt x="5096" y="7845"/>
                    <a:pt x="5191" y="7845"/>
                  </a:cubicBezTo>
                  <a:close/>
                  <a:moveTo>
                    <a:pt x="1796" y="0"/>
                  </a:moveTo>
                  <a:cubicBezTo>
                    <a:pt x="1670" y="126"/>
                    <a:pt x="1135" y="504"/>
                    <a:pt x="1072" y="630"/>
                  </a:cubicBezTo>
                  <a:cubicBezTo>
                    <a:pt x="442" y="1260"/>
                    <a:pt x="0" y="2363"/>
                    <a:pt x="0" y="3403"/>
                  </a:cubicBezTo>
                  <a:lnTo>
                    <a:pt x="0" y="6396"/>
                  </a:lnTo>
                  <a:cubicBezTo>
                    <a:pt x="0" y="8632"/>
                    <a:pt x="1859" y="10491"/>
                    <a:pt x="4128" y="10491"/>
                  </a:cubicBezTo>
                  <a:cubicBezTo>
                    <a:pt x="6427" y="10491"/>
                    <a:pt x="8286" y="8632"/>
                    <a:pt x="8286" y="6396"/>
                  </a:cubicBezTo>
                  <a:lnTo>
                    <a:pt x="8286" y="4505"/>
                  </a:lnTo>
                  <a:cubicBezTo>
                    <a:pt x="8157" y="4513"/>
                    <a:pt x="8028" y="4517"/>
                    <a:pt x="7899" y="4517"/>
                  </a:cubicBezTo>
                  <a:cubicBezTo>
                    <a:pt x="6396" y="4517"/>
                    <a:pt x="4939" y="4009"/>
                    <a:pt x="3750" y="2993"/>
                  </a:cubicBezTo>
                  <a:cubicBezTo>
                    <a:pt x="2804" y="2206"/>
                    <a:pt x="2174" y="1103"/>
                    <a:pt x="179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0" name="Google Shape;11169;p87">
              <a:extLst>
                <a:ext uri="{FF2B5EF4-FFF2-40B4-BE49-F238E27FC236}">
                  <a16:creationId xmlns:a16="http://schemas.microsoft.com/office/drawing/2014/main" id="{9083A3FD-AA37-39E6-6EBD-D3759F95C305}"/>
                </a:ext>
              </a:extLst>
            </p:cNvPr>
            <p:cNvSpPr/>
            <p:nvPr/>
          </p:nvSpPr>
          <p:spPr>
            <a:xfrm>
              <a:off x="-57269475" y="3372975"/>
              <a:ext cx="18925" cy="63825"/>
            </a:xfrm>
            <a:custGeom>
              <a:avLst/>
              <a:gdLst/>
              <a:ahLst/>
              <a:cxnLst/>
              <a:rect l="l" t="t" r="r" b="b"/>
              <a:pathLst>
                <a:path w="757" h="2553" extrusionOk="0">
                  <a:moveTo>
                    <a:pt x="1" y="1"/>
                  </a:moveTo>
                  <a:lnTo>
                    <a:pt x="1" y="2553"/>
                  </a:lnTo>
                  <a:cubicBezTo>
                    <a:pt x="442" y="2301"/>
                    <a:pt x="757" y="1828"/>
                    <a:pt x="757" y="1261"/>
                  </a:cubicBezTo>
                  <a:cubicBezTo>
                    <a:pt x="757" y="757"/>
                    <a:pt x="473" y="284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1" name="Google Shape;11170;p87">
              <a:extLst>
                <a:ext uri="{FF2B5EF4-FFF2-40B4-BE49-F238E27FC236}">
                  <a16:creationId xmlns:a16="http://schemas.microsoft.com/office/drawing/2014/main" id="{69F0B278-96C9-E668-CE95-C64A0B6B8FB0}"/>
                </a:ext>
              </a:extLst>
            </p:cNvPr>
            <p:cNvSpPr/>
            <p:nvPr/>
          </p:nvSpPr>
          <p:spPr>
            <a:xfrm>
              <a:off x="-57436450" y="3198925"/>
              <a:ext cx="185900" cy="154400"/>
            </a:xfrm>
            <a:custGeom>
              <a:avLst/>
              <a:gdLst/>
              <a:ahLst/>
              <a:cxnLst/>
              <a:rect l="l" t="t" r="r" b="b"/>
              <a:pathLst>
                <a:path w="7436" h="6176" extrusionOk="0">
                  <a:moveTo>
                    <a:pt x="1828" y="0"/>
                  </a:moveTo>
                  <a:cubicBezTo>
                    <a:pt x="1198" y="0"/>
                    <a:pt x="568" y="126"/>
                    <a:pt x="1" y="315"/>
                  </a:cubicBezTo>
                  <a:cubicBezTo>
                    <a:pt x="1" y="977"/>
                    <a:pt x="127" y="1639"/>
                    <a:pt x="316" y="2237"/>
                  </a:cubicBezTo>
                  <a:cubicBezTo>
                    <a:pt x="631" y="3151"/>
                    <a:pt x="1167" y="3970"/>
                    <a:pt x="1923" y="4600"/>
                  </a:cubicBezTo>
                  <a:cubicBezTo>
                    <a:pt x="2710" y="5262"/>
                    <a:pt x="3655" y="5734"/>
                    <a:pt x="4632" y="5892"/>
                  </a:cubicBezTo>
                  <a:cubicBezTo>
                    <a:pt x="5073" y="5976"/>
                    <a:pt x="5262" y="5976"/>
                    <a:pt x="5507" y="5976"/>
                  </a:cubicBezTo>
                  <a:lnTo>
                    <a:pt x="5507" y="5976"/>
                  </a:lnTo>
                  <a:cubicBezTo>
                    <a:pt x="5630" y="5976"/>
                    <a:pt x="5766" y="5976"/>
                    <a:pt x="5955" y="5986"/>
                  </a:cubicBezTo>
                  <a:lnTo>
                    <a:pt x="6680" y="5986"/>
                  </a:lnTo>
                  <a:cubicBezTo>
                    <a:pt x="6963" y="5986"/>
                    <a:pt x="7215" y="6049"/>
                    <a:pt x="7436" y="6175"/>
                  </a:cubicBezTo>
                  <a:lnTo>
                    <a:pt x="7436" y="5671"/>
                  </a:lnTo>
                  <a:lnTo>
                    <a:pt x="7436" y="5640"/>
                  </a:lnTo>
                  <a:cubicBezTo>
                    <a:pt x="7436" y="2552"/>
                    <a:pt x="4916" y="0"/>
                    <a:pt x="18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2" name="Google Shape;11171;p87">
              <a:extLst>
                <a:ext uri="{FF2B5EF4-FFF2-40B4-BE49-F238E27FC236}">
                  <a16:creationId xmlns:a16="http://schemas.microsoft.com/office/drawing/2014/main" id="{BFA64831-C718-E8DC-77BB-76E3A735E367}"/>
                </a:ext>
              </a:extLst>
            </p:cNvPr>
            <p:cNvSpPr/>
            <p:nvPr/>
          </p:nvSpPr>
          <p:spPr>
            <a:xfrm>
              <a:off x="-57532525" y="3215450"/>
              <a:ext cx="77975" cy="148900"/>
            </a:xfrm>
            <a:custGeom>
              <a:avLst/>
              <a:gdLst/>
              <a:ahLst/>
              <a:cxnLst/>
              <a:rect l="l" t="t" r="r" b="b"/>
              <a:pathLst>
                <a:path w="3119" h="5956" extrusionOk="0">
                  <a:moveTo>
                    <a:pt x="3056" y="1"/>
                  </a:moveTo>
                  <a:cubicBezTo>
                    <a:pt x="1260" y="946"/>
                    <a:pt x="0" y="2836"/>
                    <a:pt x="0" y="5010"/>
                  </a:cubicBezTo>
                  <a:lnTo>
                    <a:pt x="0" y="5199"/>
                  </a:lnTo>
                  <a:lnTo>
                    <a:pt x="0" y="5955"/>
                  </a:lnTo>
                  <a:lnTo>
                    <a:pt x="63" y="5955"/>
                  </a:lnTo>
                  <a:cubicBezTo>
                    <a:pt x="158" y="5829"/>
                    <a:pt x="284" y="5766"/>
                    <a:pt x="410" y="5672"/>
                  </a:cubicBezTo>
                  <a:lnTo>
                    <a:pt x="788" y="5451"/>
                  </a:lnTo>
                  <a:lnTo>
                    <a:pt x="788" y="4601"/>
                  </a:lnTo>
                  <a:cubicBezTo>
                    <a:pt x="914" y="3088"/>
                    <a:pt x="1828" y="1576"/>
                    <a:pt x="3119" y="789"/>
                  </a:cubicBezTo>
                  <a:cubicBezTo>
                    <a:pt x="3088" y="505"/>
                    <a:pt x="3056" y="253"/>
                    <a:pt x="305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43" name="Google Shape;11182;p87">
            <a:extLst>
              <a:ext uri="{FF2B5EF4-FFF2-40B4-BE49-F238E27FC236}">
                <a16:creationId xmlns:a16="http://schemas.microsoft.com/office/drawing/2014/main" id="{6779DD43-9254-A051-BEC3-63198043C19A}"/>
              </a:ext>
            </a:extLst>
          </p:cNvPr>
          <p:cNvGrpSpPr/>
          <p:nvPr/>
        </p:nvGrpSpPr>
        <p:grpSpPr>
          <a:xfrm>
            <a:off x="4882089" y="2012281"/>
            <a:ext cx="749808" cy="749808"/>
            <a:chOff x="-55576850" y="3198125"/>
            <a:chExt cx="279625" cy="319025"/>
          </a:xfrm>
          <a:solidFill>
            <a:schemeClr val="accent2"/>
          </a:solidFill>
        </p:grpSpPr>
        <p:sp>
          <p:nvSpPr>
            <p:cNvPr id="3844" name="Google Shape;11183;p87">
              <a:extLst>
                <a:ext uri="{FF2B5EF4-FFF2-40B4-BE49-F238E27FC236}">
                  <a16:creationId xmlns:a16="http://schemas.microsoft.com/office/drawing/2014/main" id="{EC1A7027-5E60-20A5-8904-59B725B4D15B}"/>
                </a:ext>
              </a:extLst>
            </p:cNvPr>
            <p:cNvSpPr/>
            <p:nvPr/>
          </p:nvSpPr>
          <p:spPr>
            <a:xfrm>
              <a:off x="-55576850" y="3335975"/>
              <a:ext cx="18900" cy="63825"/>
            </a:xfrm>
            <a:custGeom>
              <a:avLst/>
              <a:gdLst/>
              <a:ahLst/>
              <a:cxnLst/>
              <a:rect l="l" t="t" r="r" b="b"/>
              <a:pathLst>
                <a:path w="756" h="2553" extrusionOk="0">
                  <a:moveTo>
                    <a:pt x="756" y="0"/>
                  </a:moveTo>
                  <a:cubicBezTo>
                    <a:pt x="315" y="221"/>
                    <a:pt x="0" y="693"/>
                    <a:pt x="0" y="1260"/>
                  </a:cubicBezTo>
                  <a:cubicBezTo>
                    <a:pt x="0" y="1796"/>
                    <a:pt x="315" y="2269"/>
                    <a:pt x="756" y="2552"/>
                  </a:cubicBezTo>
                  <a:lnTo>
                    <a:pt x="75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5" name="Google Shape;11184;p87">
              <a:extLst>
                <a:ext uri="{FF2B5EF4-FFF2-40B4-BE49-F238E27FC236}">
                  <a16:creationId xmlns:a16="http://schemas.microsoft.com/office/drawing/2014/main" id="{0C874B3E-98A5-D2CB-D151-0B4C15588D85}"/>
                </a:ext>
              </a:extLst>
            </p:cNvPr>
            <p:cNvSpPr/>
            <p:nvPr/>
          </p:nvSpPr>
          <p:spPr>
            <a:xfrm>
              <a:off x="-55539850" y="3198125"/>
              <a:ext cx="206375" cy="99275"/>
            </a:xfrm>
            <a:custGeom>
              <a:avLst/>
              <a:gdLst/>
              <a:ahLst/>
              <a:cxnLst/>
              <a:rect l="l" t="t" r="r" b="b"/>
              <a:pathLst>
                <a:path w="8255" h="3971" extrusionOk="0">
                  <a:moveTo>
                    <a:pt x="2616" y="1"/>
                  </a:moveTo>
                  <a:cubicBezTo>
                    <a:pt x="2348" y="1"/>
                    <a:pt x="2080" y="95"/>
                    <a:pt x="1860" y="284"/>
                  </a:cubicBezTo>
                  <a:cubicBezTo>
                    <a:pt x="1671" y="95"/>
                    <a:pt x="1387" y="32"/>
                    <a:pt x="1103" y="32"/>
                  </a:cubicBezTo>
                  <a:cubicBezTo>
                    <a:pt x="473" y="32"/>
                    <a:pt x="1" y="536"/>
                    <a:pt x="1" y="1135"/>
                  </a:cubicBezTo>
                  <a:lnTo>
                    <a:pt x="1" y="3970"/>
                  </a:lnTo>
                  <a:lnTo>
                    <a:pt x="1639" y="2364"/>
                  </a:lnTo>
                  <a:cubicBezTo>
                    <a:pt x="1715" y="2287"/>
                    <a:pt x="1815" y="2246"/>
                    <a:pt x="1916" y="2246"/>
                  </a:cubicBezTo>
                  <a:cubicBezTo>
                    <a:pt x="1982" y="2246"/>
                    <a:pt x="2049" y="2263"/>
                    <a:pt x="2112" y="2301"/>
                  </a:cubicBezTo>
                  <a:cubicBezTo>
                    <a:pt x="2726" y="2726"/>
                    <a:pt x="3435" y="2939"/>
                    <a:pt x="4144" y="2939"/>
                  </a:cubicBezTo>
                  <a:cubicBezTo>
                    <a:pt x="4853" y="2939"/>
                    <a:pt x="5561" y="2726"/>
                    <a:pt x="6176" y="2301"/>
                  </a:cubicBezTo>
                  <a:cubicBezTo>
                    <a:pt x="6225" y="2263"/>
                    <a:pt x="6290" y="2246"/>
                    <a:pt x="6355" y="2246"/>
                  </a:cubicBezTo>
                  <a:cubicBezTo>
                    <a:pt x="6456" y="2246"/>
                    <a:pt x="6560" y="2287"/>
                    <a:pt x="6617" y="2364"/>
                  </a:cubicBezTo>
                  <a:lnTo>
                    <a:pt x="8255" y="3970"/>
                  </a:lnTo>
                  <a:lnTo>
                    <a:pt x="8255" y="1135"/>
                  </a:lnTo>
                  <a:cubicBezTo>
                    <a:pt x="8192" y="536"/>
                    <a:pt x="7719" y="32"/>
                    <a:pt x="7089" y="32"/>
                  </a:cubicBezTo>
                  <a:cubicBezTo>
                    <a:pt x="6837" y="32"/>
                    <a:pt x="6554" y="158"/>
                    <a:pt x="6365" y="284"/>
                  </a:cubicBezTo>
                  <a:cubicBezTo>
                    <a:pt x="6144" y="95"/>
                    <a:pt x="5876" y="1"/>
                    <a:pt x="5609" y="1"/>
                  </a:cubicBezTo>
                  <a:cubicBezTo>
                    <a:pt x="5341" y="1"/>
                    <a:pt x="5073" y="95"/>
                    <a:pt x="4853" y="284"/>
                  </a:cubicBezTo>
                  <a:cubicBezTo>
                    <a:pt x="4632" y="95"/>
                    <a:pt x="4372" y="1"/>
                    <a:pt x="4112" y="1"/>
                  </a:cubicBezTo>
                  <a:cubicBezTo>
                    <a:pt x="3852" y="1"/>
                    <a:pt x="3592" y="95"/>
                    <a:pt x="3372" y="284"/>
                  </a:cubicBezTo>
                  <a:cubicBezTo>
                    <a:pt x="3151" y="95"/>
                    <a:pt x="2883" y="1"/>
                    <a:pt x="261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6" name="Google Shape;11185;p87">
              <a:extLst>
                <a:ext uri="{FF2B5EF4-FFF2-40B4-BE49-F238E27FC236}">
                  <a16:creationId xmlns:a16="http://schemas.microsoft.com/office/drawing/2014/main" id="{8EDB798E-86B4-E3D9-1E1B-D2CAD26019CF}"/>
                </a:ext>
              </a:extLst>
            </p:cNvPr>
            <p:cNvSpPr/>
            <p:nvPr/>
          </p:nvSpPr>
          <p:spPr>
            <a:xfrm>
              <a:off x="-55539850" y="3275325"/>
              <a:ext cx="204800" cy="241825"/>
            </a:xfrm>
            <a:custGeom>
              <a:avLst/>
              <a:gdLst/>
              <a:ahLst/>
              <a:cxnLst/>
              <a:rect l="l" t="t" r="r" b="b"/>
              <a:pathLst>
                <a:path w="8192" h="9673" extrusionOk="0">
                  <a:moveTo>
                    <a:pt x="2616" y="2962"/>
                  </a:moveTo>
                  <a:cubicBezTo>
                    <a:pt x="2805" y="2962"/>
                    <a:pt x="2962" y="3119"/>
                    <a:pt x="2962" y="3308"/>
                  </a:cubicBezTo>
                  <a:cubicBezTo>
                    <a:pt x="2962" y="3529"/>
                    <a:pt x="2805" y="3686"/>
                    <a:pt x="2616" y="3686"/>
                  </a:cubicBezTo>
                  <a:cubicBezTo>
                    <a:pt x="2427" y="3686"/>
                    <a:pt x="2269" y="3560"/>
                    <a:pt x="2269" y="3308"/>
                  </a:cubicBezTo>
                  <a:cubicBezTo>
                    <a:pt x="2269" y="3119"/>
                    <a:pt x="2427" y="2962"/>
                    <a:pt x="2616" y="2962"/>
                  </a:cubicBezTo>
                  <a:close/>
                  <a:moveTo>
                    <a:pt x="5609" y="2993"/>
                  </a:moveTo>
                  <a:cubicBezTo>
                    <a:pt x="5798" y="2993"/>
                    <a:pt x="5955" y="3151"/>
                    <a:pt x="5955" y="3371"/>
                  </a:cubicBezTo>
                  <a:cubicBezTo>
                    <a:pt x="5987" y="3560"/>
                    <a:pt x="5798" y="3718"/>
                    <a:pt x="5609" y="3718"/>
                  </a:cubicBezTo>
                  <a:cubicBezTo>
                    <a:pt x="5420" y="3718"/>
                    <a:pt x="5262" y="3560"/>
                    <a:pt x="5262" y="3371"/>
                  </a:cubicBezTo>
                  <a:cubicBezTo>
                    <a:pt x="5262" y="3151"/>
                    <a:pt x="5420" y="2993"/>
                    <a:pt x="5609" y="2993"/>
                  </a:cubicBezTo>
                  <a:close/>
                  <a:moveTo>
                    <a:pt x="5164" y="6278"/>
                  </a:moveTo>
                  <a:cubicBezTo>
                    <a:pt x="5262" y="6278"/>
                    <a:pt x="5357" y="6317"/>
                    <a:pt x="5420" y="6396"/>
                  </a:cubicBezTo>
                  <a:cubicBezTo>
                    <a:pt x="5577" y="6522"/>
                    <a:pt x="5577" y="6742"/>
                    <a:pt x="5451" y="6900"/>
                  </a:cubicBezTo>
                  <a:cubicBezTo>
                    <a:pt x="5105" y="7246"/>
                    <a:pt x="4632" y="7435"/>
                    <a:pt x="4096" y="7435"/>
                  </a:cubicBezTo>
                  <a:cubicBezTo>
                    <a:pt x="3592" y="7435"/>
                    <a:pt x="3120" y="7246"/>
                    <a:pt x="2805" y="6900"/>
                  </a:cubicBezTo>
                  <a:cubicBezTo>
                    <a:pt x="2647" y="6742"/>
                    <a:pt x="2647" y="6522"/>
                    <a:pt x="2805" y="6396"/>
                  </a:cubicBezTo>
                  <a:cubicBezTo>
                    <a:pt x="2883" y="6317"/>
                    <a:pt x="2986" y="6278"/>
                    <a:pt x="3080" y="6278"/>
                  </a:cubicBezTo>
                  <a:cubicBezTo>
                    <a:pt x="3175" y="6278"/>
                    <a:pt x="3262" y="6317"/>
                    <a:pt x="3309" y="6396"/>
                  </a:cubicBezTo>
                  <a:cubicBezTo>
                    <a:pt x="3529" y="6616"/>
                    <a:pt x="3821" y="6727"/>
                    <a:pt x="4108" y="6727"/>
                  </a:cubicBezTo>
                  <a:cubicBezTo>
                    <a:pt x="4396" y="6727"/>
                    <a:pt x="4679" y="6616"/>
                    <a:pt x="4884" y="6396"/>
                  </a:cubicBezTo>
                  <a:cubicBezTo>
                    <a:pt x="4963" y="6317"/>
                    <a:pt x="5065" y="6278"/>
                    <a:pt x="5164" y="6278"/>
                  </a:cubicBezTo>
                  <a:close/>
                  <a:moveTo>
                    <a:pt x="1954" y="0"/>
                  </a:moveTo>
                  <a:lnTo>
                    <a:pt x="1" y="1954"/>
                  </a:lnTo>
                  <a:lnTo>
                    <a:pt x="1" y="5577"/>
                  </a:lnTo>
                  <a:cubicBezTo>
                    <a:pt x="1" y="7813"/>
                    <a:pt x="1860" y="9672"/>
                    <a:pt x="4096" y="9672"/>
                  </a:cubicBezTo>
                  <a:cubicBezTo>
                    <a:pt x="6365" y="9672"/>
                    <a:pt x="8192" y="7813"/>
                    <a:pt x="8192" y="5577"/>
                  </a:cubicBezTo>
                  <a:lnTo>
                    <a:pt x="8192" y="1954"/>
                  </a:lnTo>
                  <a:lnTo>
                    <a:pt x="6270" y="0"/>
                  </a:lnTo>
                  <a:cubicBezTo>
                    <a:pt x="5609" y="394"/>
                    <a:pt x="4860" y="591"/>
                    <a:pt x="4112" y="591"/>
                  </a:cubicBezTo>
                  <a:cubicBezTo>
                    <a:pt x="3364" y="591"/>
                    <a:pt x="2616" y="394"/>
                    <a:pt x="195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7" name="Google Shape;11186;p87">
              <a:extLst>
                <a:ext uri="{FF2B5EF4-FFF2-40B4-BE49-F238E27FC236}">
                  <a16:creationId xmlns:a16="http://schemas.microsoft.com/office/drawing/2014/main" id="{810754DB-3CD6-CB7B-1613-C37E04D666F0}"/>
                </a:ext>
              </a:extLst>
            </p:cNvPr>
            <p:cNvSpPr/>
            <p:nvPr/>
          </p:nvSpPr>
          <p:spPr>
            <a:xfrm>
              <a:off x="-55316150" y="3335975"/>
              <a:ext cx="18925" cy="63825"/>
            </a:xfrm>
            <a:custGeom>
              <a:avLst/>
              <a:gdLst/>
              <a:ahLst/>
              <a:cxnLst/>
              <a:rect l="l" t="t" r="r" b="b"/>
              <a:pathLst>
                <a:path w="757" h="2553" extrusionOk="0">
                  <a:moveTo>
                    <a:pt x="0" y="0"/>
                  </a:moveTo>
                  <a:lnTo>
                    <a:pt x="0" y="2552"/>
                  </a:lnTo>
                  <a:cubicBezTo>
                    <a:pt x="441" y="2269"/>
                    <a:pt x="756" y="1796"/>
                    <a:pt x="756" y="1260"/>
                  </a:cubicBezTo>
                  <a:cubicBezTo>
                    <a:pt x="756" y="693"/>
                    <a:pt x="473" y="221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63" name="Google Shape;11404;p87">
            <a:extLst>
              <a:ext uri="{FF2B5EF4-FFF2-40B4-BE49-F238E27FC236}">
                <a16:creationId xmlns:a16="http://schemas.microsoft.com/office/drawing/2014/main" id="{4C1B450F-5F98-333C-DC0D-0C2B4BFC4348}"/>
              </a:ext>
            </a:extLst>
          </p:cNvPr>
          <p:cNvGrpSpPr/>
          <p:nvPr/>
        </p:nvGrpSpPr>
        <p:grpSpPr>
          <a:xfrm>
            <a:off x="4251907" y="1409852"/>
            <a:ext cx="749808" cy="749808"/>
            <a:chOff x="-52458650" y="3194400"/>
            <a:chExt cx="316625" cy="317225"/>
          </a:xfrm>
          <a:solidFill>
            <a:schemeClr val="accent2"/>
          </a:solidFill>
        </p:grpSpPr>
        <p:sp>
          <p:nvSpPr>
            <p:cNvPr id="3864" name="Google Shape;11405;p87">
              <a:extLst>
                <a:ext uri="{FF2B5EF4-FFF2-40B4-BE49-F238E27FC236}">
                  <a16:creationId xmlns:a16="http://schemas.microsoft.com/office/drawing/2014/main" id="{8159751F-188E-5BC7-7872-70203E30C60C}"/>
                </a:ext>
              </a:extLst>
            </p:cNvPr>
            <p:cNvSpPr/>
            <p:nvPr/>
          </p:nvSpPr>
          <p:spPr>
            <a:xfrm>
              <a:off x="-52458650" y="3194400"/>
              <a:ext cx="316625" cy="166000"/>
            </a:xfrm>
            <a:custGeom>
              <a:avLst/>
              <a:gdLst/>
              <a:ahLst/>
              <a:cxnLst/>
              <a:rect l="l" t="t" r="r" b="b"/>
              <a:pathLst>
                <a:path w="12665" h="6640" extrusionOk="0">
                  <a:moveTo>
                    <a:pt x="6309" y="0"/>
                  </a:moveTo>
                  <a:cubicBezTo>
                    <a:pt x="6254" y="0"/>
                    <a:pt x="6207" y="8"/>
                    <a:pt x="6175" y="24"/>
                  </a:cubicBezTo>
                  <a:lnTo>
                    <a:pt x="189" y="3017"/>
                  </a:lnTo>
                  <a:cubicBezTo>
                    <a:pt x="63" y="3080"/>
                    <a:pt x="0" y="3206"/>
                    <a:pt x="0" y="3332"/>
                  </a:cubicBezTo>
                  <a:cubicBezTo>
                    <a:pt x="0" y="3489"/>
                    <a:pt x="63" y="3615"/>
                    <a:pt x="189" y="3647"/>
                  </a:cubicBezTo>
                  <a:lnTo>
                    <a:pt x="2394" y="4434"/>
                  </a:lnTo>
                  <a:lnTo>
                    <a:pt x="3025" y="3143"/>
                  </a:lnTo>
                  <a:cubicBezTo>
                    <a:pt x="3088" y="3017"/>
                    <a:pt x="3214" y="2922"/>
                    <a:pt x="3340" y="2922"/>
                  </a:cubicBezTo>
                  <a:lnTo>
                    <a:pt x="9326" y="2922"/>
                  </a:lnTo>
                  <a:cubicBezTo>
                    <a:pt x="9483" y="2922"/>
                    <a:pt x="9609" y="3017"/>
                    <a:pt x="9641" y="3143"/>
                  </a:cubicBezTo>
                  <a:lnTo>
                    <a:pt x="10271" y="4434"/>
                  </a:lnTo>
                  <a:lnTo>
                    <a:pt x="11940" y="3836"/>
                  </a:lnTo>
                  <a:lnTo>
                    <a:pt x="11940" y="6293"/>
                  </a:lnTo>
                  <a:cubicBezTo>
                    <a:pt x="11940" y="6482"/>
                    <a:pt x="12098" y="6640"/>
                    <a:pt x="12287" y="6640"/>
                  </a:cubicBezTo>
                  <a:cubicBezTo>
                    <a:pt x="12476" y="6640"/>
                    <a:pt x="12634" y="6482"/>
                    <a:pt x="12634" y="6293"/>
                  </a:cubicBezTo>
                  <a:lnTo>
                    <a:pt x="12634" y="3300"/>
                  </a:lnTo>
                  <a:cubicBezTo>
                    <a:pt x="12665" y="3206"/>
                    <a:pt x="12634" y="3048"/>
                    <a:pt x="12508" y="3017"/>
                  </a:cubicBezTo>
                  <a:lnTo>
                    <a:pt x="6490" y="24"/>
                  </a:lnTo>
                  <a:cubicBezTo>
                    <a:pt x="6427" y="8"/>
                    <a:pt x="6364" y="0"/>
                    <a:pt x="630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5" name="Google Shape;11406;p87">
              <a:extLst>
                <a:ext uri="{FF2B5EF4-FFF2-40B4-BE49-F238E27FC236}">
                  <a16:creationId xmlns:a16="http://schemas.microsoft.com/office/drawing/2014/main" id="{28B79FE9-49F2-B3D8-346C-29E016AB861E}"/>
                </a:ext>
              </a:extLst>
            </p:cNvPr>
            <p:cNvSpPr/>
            <p:nvPr/>
          </p:nvSpPr>
          <p:spPr>
            <a:xfrm>
              <a:off x="-52379100" y="3287125"/>
              <a:ext cx="156750" cy="18925"/>
            </a:xfrm>
            <a:custGeom>
              <a:avLst/>
              <a:gdLst/>
              <a:ahLst/>
              <a:cxnLst/>
              <a:rect l="l" t="t" r="r" b="b"/>
              <a:pathLst>
                <a:path w="6270" h="757" extrusionOk="0">
                  <a:moveTo>
                    <a:pt x="378" y="1"/>
                  </a:moveTo>
                  <a:lnTo>
                    <a:pt x="0" y="757"/>
                  </a:lnTo>
                  <a:lnTo>
                    <a:pt x="6270" y="757"/>
                  </a:lnTo>
                  <a:lnTo>
                    <a:pt x="589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6" name="Google Shape;11407;p87">
              <a:extLst>
                <a:ext uri="{FF2B5EF4-FFF2-40B4-BE49-F238E27FC236}">
                  <a16:creationId xmlns:a16="http://schemas.microsoft.com/office/drawing/2014/main" id="{2B8B10F0-8C79-5325-6993-DAE3A354C38A}"/>
                </a:ext>
              </a:extLst>
            </p:cNvPr>
            <p:cNvSpPr/>
            <p:nvPr/>
          </p:nvSpPr>
          <p:spPr>
            <a:xfrm>
              <a:off x="-52383825" y="3361950"/>
              <a:ext cx="55150" cy="37050"/>
            </a:xfrm>
            <a:custGeom>
              <a:avLst/>
              <a:gdLst/>
              <a:ahLst/>
              <a:cxnLst/>
              <a:rect l="l" t="t" r="r" b="b"/>
              <a:pathLst>
                <a:path w="2206" h="1482" extrusionOk="0">
                  <a:moveTo>
                    <a:pt x="347" y="1"/>
                  </a:moveTo>
                  <a:cubicBezTo>
                    <a:pt x="158" y="1"/>
                    <a:pt x="0" y="158"/>
                    <a:pt x="0" y="379"/>
                  </a:cubicBezTo>
                  <a:lnTo>
                    <a:pt x="0" y="1104"/>
                  </a:lnTo>
                  <a:cubicBezTo>
                    <a:pt x="0" y="1293"/>
                    <a:pt x="158" y="1450"/>
                    <a:pt x="347" y="1450"/>
                  </a:cubicBezTo>
                  <a:lnTo>
                    <a:pt x="1103" y="1450"/>
                  </a:lnTo>
                  <a:lnTo>
                    <a:pt x="1103" y="1482"/>
                  </a:lnTo>
                  <a:cubicBezTo>
                    <a:pt x="1733" y="1482"/>
                    <a:pt x="2205" y="946"/>
                    <a:pt x="2205" y="379"/>
                  </a:cubicBezTo>
                  <a:cubicBezTo>
                    <a:pt x="2205" y="158"/>
                    <a:pt x="2048" y="1"/>
                    <a:pt x="182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7" name="Google Shape;11408;p87">
              <a:extLst>
                <a:ext uri="{FF2B5EF4-FFF2-40B4-BE49-F238E27FC236}">
                  <a16:creationId xmlns:a16="http://schemas.microsoft.com/office/drawing/2014/main" id="{B7508B0A-F0D1-C82D-D36B-4CB543B14CBB}"/>
                </a:ext>
              </a:extLst>
            </p:cNvPr>
            <p:cNvSpPr/>
            <p:nvPr/>
          </p:nvSpPr>
          <p:spPr>
            <a:xfrm>
              <a:off x="-52401950" y="3380075"/>
              <a:ext cx="204800" cy="131550"/>
            </a:xfrm>
            <a:custGeom>
              <a:avLst/>
              <a:gdLst/>
              <a:ahLst/>
              <a:cxnLst/>
              <a:rect l="l" t="t" r="r" b="b"/>
              <a:pathLst>
                <a:path w="8192" h="5262" extrusionOk="0">
                  <a:moveTo>
                    <a:pt x="5085" y="1804"/>
                  </a:moveTo>
                  <a:cubicBezTo>
                    <a:pt x="5175" y="1804"/>
                    <a:pt x="5262" y="1843"/>
                    <a:pt x="5325" y="1922"/>
                  </a:cubicBezTo>
                  <a:cubicBezTo>
                    <a:pt x="5514" y="2080"/>
                    <a:pt x="5514" y="2332"/>
                    <a:pt x="5356" y="2426"/>
                  </a:cubicBezTo>
                  <a:cubicBezTo>
                    <a:pt x="5010" y="2804"/>
                    <a:pt x="4537" y="2993"/>
                    <a:pt x="4065" y="2993"/>
                  </a:cubicBezTo>
                  <a:cubicBezTo>
                    <a:pt x="3561" y="2993"/>
                    <a:pt x="3088" y="2804"/>
                    <a:pt x="2710" y="2426"/>
                  </a:cubicBezTo>
                  <a:cubicBezTo>
                    <a:pt x="2552" y="2269"/>
                    <a:pt x="2552" y="2048"/>
                    <a:pt x="2710" y="1922"/>
                  </a:cubicBezTo>
                  <a:cubicBezTo>
                    <a:pt x="2789" y="1843"/>
                    <a:pt x="2891" y="1804"/>
                    <a:pt x="2990" y="1804"/>
                  </a:cubicBezTo>
                  <a:cubicBezTo>
                    <a:pt x="3088" y="1804"/>
                    <a:pt x="3182" y="1843"/>
                    <a:pt x="3245" y="1922"/>
                  </a:cubicBezTo>
                  <a:cubicBezTo>
                    <a:pt x="3450" y="2143"/>
                    <a:pt x="3734" y="2253"/>
                    <a:pt x="4021" y="2253"/>
                  </a:cubicBezTo>
                  <a:cubicBezTo>
                    <a:pt x="4309" y="2253"/>
                    <a:pt x="4600" y="2143"/>
                    <a:pt x="4821" y="1922"/>
                  </a:cubicBezTo>
                  <a:cubicBezTo>
                    <a:pt x="4899" y="1843"/>
                    <a:pt x="4994" y="1804"/>
                    <a:pt x="5085" y="1804"/>
                  </a:cubicBezTo>
                  <a:close/>
                  <a:moveTo>
                    <a:pt x="3655" y="0"/>
                  </a:moveTo>
                  <a:cubicBezTo>
                    <a:pt x="3498" y="851"/>
                    <a:pt x="2710" y="1481"/>
                    <a:pt x="1859" y="1481"/>
                  </a:cubicBezTo>
                  <a:lnTo>
                    <a:pt x="1103" y="1481"/>
                  </a:lnTo>
                  <a:cubicBezTo>
                    <a:pt x="473" y="1481"/>
                    <a:pt x="0" y="977"/>
                    <a:pt x="0" y="379"/>
                  </a:cubicBezTo>
                  <a:lnTo>
                    <a:pt x="0" y="1135"/>
                  </a:lnTo>
                  <a:cubicBezTo>
                    <a:pt x="0" y="3371"/>
                    <a:pt x="1859" y="5262"/>
                    <a:pt x="4096" y="5262"/>
                  </a:cubicBezTo>
                  <a:cubicBezTo>
                    <a:pt x="6333" y="5262"/>
                    <a:pt x="8192" y="3403"/>
                    <a:pt x="8192" y="1135"/>
                  </a:cubicBezTo>
                  <a:lnTo>
                    <a:pt x="8192" y="379"/>
                  </a:lnTo>
                  <a:cubicBezTo>
                    <a:pt x="8160" y="1009"/>
                    <a:pt x="7656" y="1481"/>
                    <a:pt x="7058" y="1481"/>
                  </a:cubicBezTo>
                  <a:lnTo>
                    <a:pt x="6301" y="1481"/>
                  </a:lnTo>
                  <a:cubicBezTo>
                    <a:pt x="5388" y="1481"/>
                    <a:pt x="4663" y="851"/>
                    <a:pt x="450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8" name="Google Shape;11409;p87">
              <a:extLst>
                <a:ext uri="{FF2B5EF4-FFF2-40B4-BE49-F238E27FC236}">
                  <a16:creationId xmlns:a16="http://schemas.microsoft.com/office/drawing/2014/main" id="{B248313E-B7A1-5059-8C53-A118EAEF6A43}"/>
                </a:ext>
              </a:extLst>
            </p:cNvPr>
            <p:cNvSpPr/>
            <p:nvPr/>
          </p:nvSpPr>
          <p:spPr>
            <a:xfrm>
              <a:off x="-52272000" y="3361950"/>
              <a:ext cx="55175" cy="37050"/>
            </a:xfrm>
            <a:custGeom>
              <a:avLst/>
              <a:gdLst/>
              <a:ahLst/>
              <a:cxnLst/>
              <a:rect l="l" t="t" r="r" b="b"/>
              <a:pathLst>
                <a:path w="2207" h="1482" extrusionOk="0">
                  <a:moveTo>
                    <a:pt x="347" y="1"/>
                  </a:moveTo>
                  <a:cubicBezTo>
                    <a:pt x="158" y="1"/>
                    <a:pt x="1" y="158"/>
                    <a:pt x="1" y="379"/>
                  </a:cubicBezTo>
                  <a:cubicBezTo>
                    <a:pt x="1" y="1009"/>
                    <a:pt x="505" y="1482"/>
                    <a:pt x="1103" y="1482"/>
                  </a:cubicBezTo>
                  <a:lnTo>
                    <a:pt x="1860" y="1482"/>
                  </a:lnTo>
                  <a:cubicBezTo>
                    <a:pt x="2049" y="1482"/>
                    <a:pt x="2206" y="1324"/>
                    <a:pt x="2206" y="1104"/>
                  </a:cubicBezTo>
                  <a:lnTo>
                    <a:pt x="2206" y="379"/>
                  </a:lnTo>
                  <a:cubicBezTo>
                    <a:pt x="2206" y="158"/>
                    <a:pt x="2049" y="1"/>
                    <a:pt x="186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9" name="Google Shape;11410;p87">
              <a:extLst>
                <a:ext uri="{FF2B5EF4-FFF2-40B4-BE49-F238E27FC236}">
                  <a16:creationId xmlns:a16="http://schemas.microsoft.com/office/drawing/2014/main" id="{CDDB163D-6627-4832-D5E3-8E552E6AF3E3}"/>
                </a:ext>
              </a:extLst>
            </p:cNvPr>
            <p:cNvSpPr/>
            <p:nvPr/>
          </p:nvSpPr>
          <p:spPr>
            <a:xfrm>
              <a:off x="-52402750" y="3324950"/>
              <a:ext cx="204825" cy="46475"/>
            </a:xfrm>
            <a:custGeom>
              <a:avLst/>
              <a:gdLst/>
              <a:ahLst/>
              <a:cxnLst/>
              <a:rect l="l" t="t" r="r" b="b"/>
              <a:pathLst>
                <a:path w="8193" h="1859" extrusionOk="0">
                  <a:moveTo>
                    <a:pt x="1" y="0"/>
                  </a:moveTo>
                  <a:lnTo>
                    <a:pt x="1" y="1859"/>
                  </a:lnTo>
                  <a:cubicBezTo>
                    <a:pt x="1" y="1229"/>
                    <a:pt x="505" y="725"/>
                    <a:pt x="1104" y="725"/>
                  </a:cubicBezTo>
                  <a:lnTo>
                    <a:pt x="2584" y="725"/>
                  </a:lnTo>
                  <a:cubicBezTo>
                    <a:pt x="3057" y="725"/>
                    <a:pt x="3498" y="1071"/>
                    <a:pt x="3656" y="1481"/>
                  </a:cubicBezTo>
                  <a:lnTo>
                    <a:pt x="4538" y="1481"/>
                  </a:lnTo>
                  <a:cubicBezTo>
                    <a:pt x="4695" y="1071"/>
                    <a:pt x="5073" y="725"/>
                    <a:pt x="5577" y="725"/>
                  </a:cubicBezTo>
                  <a:lnTo>
                    <a:pt x="7090" y="725"/>
                  </a:lnTo>
                  <a:cubicBezTo>
                    <a:pt x="7720" y="725"/>
                    <a:pt x="8192" y="1260"/>
                    <a:pt x="8192" y="1859"/>
                  </a:cubicBezTo>
                  <a:lnTo>
                    <a:pt x="819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0" name="Google Shape;11411;p87">
              <a:extLst>
                <a:ext uri="{FF2B5EF4-FFF2-40B4-BE49-F238E27FC236}">
                  <a16:creationId xmlns:a16="http://schemas.microsoft.com/office/drawing/2014/main" id="{7FB960DF-F529-635D-7F2A-727370540613}"/>
                </a:ext>
              </a:extLst>
            </p:cNvPr>
            <p:cNvSpPr/>
            <p:nvPr/>
          </p:nvSpPr>
          <p:spPr>
            <a:xfrm>
              <a:off x="-52440550" y="3349350"/>
              <a:ext cx="18925" cy="63825"/>
            </a:xfrm>
            <a:custGeom>
              <a:avLst/>
              <a:gdLst/>
              <a:ahLst/>
              <a:cxnLst/>
              <a:rect l="l" t="t" r="r" b="b"/>
              <a:pathLst>
                <a:path w="757" h="2553" extrusionOk="0">
                  <a:moveTo>
                    <a:pt x="757" y="1"/>
                  </a:moveTo>
                  <a:cubicBezTo>
                    <a:pt x="284" y="190"/>
                    <a:pt x="1" y="725"/>
                    <a:pt x="1" y="1261"/>
                  </a:cubicBezTo>
                  <a:cubicBezTo>
                    <a:pt x="1" y="1797"/>
                    <a:pt x="316" y="2301"/>
                    <a:pt x="757" y="2553"/>
                  </a:cubicBezTo>
                  <a:lnTo>
                    <a:pt x="75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1" name="Google Shape;11412;p87">
              <a:extLst>
                <a:ext uri="{FF2B5EF4-FFF2-40B4-BE49-F238E27FC236}">
                  <a16:creationId xmlns:a16="http://schemas.microsoft.com/office/drawing/2014/main" id="{D320C7F7-FACD-6A9C-1DDF-B0ABB0309464}"/>
                </a:ext>
              </a:extLst>
            </p:cNvPr>
            <p:cNvSpPr/>
            <p:nvPr/>
          </p:nvSpPr>
          <p:spPr>
            <a:xfrm>
              <a:off x="-52179050" y="3348575"/>
              <a:ext cx="18125" cy="63825"/>
            </a:xfrm>
            <a:custGeom>
              <a:avLst/>
              <a:gdLst/>
              <a:ahLst/>
              <a:cxnLst/>
              <a:rect l="l" t="t" r="r" b="b"/>
              <a:pathLst>
                <a:path w="725" h="2553" extrusionOk="0">
                  <a:moveTo>
                    <a:pt x="0" y="0"/>
                  </a:moveTo>
                  <a:lnTo>
                    <a:pt x="0" y="2552"/>
                  </a:lnTo>
                  <a:cubicBezTo>
                    <a:pt x="410" y="2269"/>
                    <a:pt x="725" y="1796"/>
                    <a:pt x="725" y="1260"/>
                  </a:cubicBezTo>
                  <a:cubicBezTo>
                    <a:pt x="725" y="756"/>
                    <a:pt x="410" y="221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72" name="Google Shape;11413;p87">
            <a:extLst>
              <a:ext uri="{FF2B5EF4-FFF2-40B4-BE49-F238E27FC236}">
                <a16:creationId xmlns:a16="http://schemas.microsoft.com/office/drawing/2014/main" id="{881194A4-6546-7682-F2B9-B332B4D38570}"/>
              </a:ext>
            </a:extLst>
          </p:cNvPr>
          <p:cNvGrpSpPr/>
          <p:nvPr/>
        </p:nvGrpSpPr>
        <p:grpSpPr>
          <a:xfrm>
            <a:off x="1513496" y="1887133"/>
            <a:ext cx="749808" cy="749808"/>
            <a:chOff x="-54793175" y="3198925"/>
            <a:chExt cx="279625" cy="319000"/>
          </a:xfrm>
          <a:solidFill>
            <a:schemeClr val="accent2"/>
          </a:solidFill>
        </p:grpSpPr>
        <p:sp>
          <p:nvSpPr>
            <p:cNvPr id="3873" name="Google Shape;11414;p87">
              <a:extLst>
                <a:ext uri="{FF2B5EF4-FFF2-40B4-BE49-F238E27FC236}">
                  <a16:creationId xmlns:a16="http://schemas.microsoft.com/office/drawing/2014/main" id="{FA635F78-CA62-2928-C75A-E76C767F94A2}"/>
                </a:ext>
              </a:extLst>
            </p:cNvPr>
            <p:cNvSpPr/>
            <p:nvPr/>
          </p:nvSpPr>
          <p:spPr>
            <a:xfrm>
              <a:off x="-54532475" y="3354075"/>
              <a:ext cx="18925" cy="60675"/>
            </a:xfrm>
            <a:custGeom>
              <a:avLst/>
              <a:gdLst/>
              <a:ahLst/>
              <a:cxnLst/>
              <a:rect l="l" t="t" r="r" b="b"/>
              <a:pathLst>
                <a:path w="757" h="2427" extrusionOk="0">
                  <a:moveTo>
                    <a:pt x="1" y="1"/>
                  </a:moveTo>
                  <a:lnTo>
                    <a:pt x="1" y="788"/>
                  </a:lnTo>
                  <a:cubicBezTo>
                    <a:pt x="158" y="1355"/>
                    <a:pt x="190" y="1891"/>
                    <a:pt x="190" y="2427"/>
                  </a:cubicBezTo>
                  <a:cubicBezTo>
                    <a:pt x="505" y="2143"/>
                    <a:pt x="757" y="1734"/>
                    <a:pt x="757" y="1261"/>
                  </a:cubicBezTo>
                  <a:cubicBezTo>
                    <a:pt x="757" y="725"/>
                    <a:pt x="473" y="253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4" name="Google Shape;11415;p87">
              <a:extLst>
                <a:ext uri="{FF2B5EF4-FFF2-40B4-BE49-F238E27FC236}">
                  <a16:creationId xmlns:a16="http://schemas.microsoft.com/office/drawing/2014/main" id="{BD3021E0-A050-4B10-6810-BBCE40BFDF0F}"/>
                </a:ext>
              </a:extLst>
            </p:cNvPr>
            <p:cNvSpPr/>
            <p:nvPr/>
          </p:nvSpPr>
          <p:spPr>
            <a:xfrm>
              <a:off x="-54793175" y="3198925"/>
              <a:ext cx="97675" cy="126050"/>
            </a:xfrm>
            <a:custGeom>
              <a:avLst/>
              <a:gdLst/>
              <a:ahLst/>
              <a:cxnLst/>
              <a:rect l="l" t="t" r="r" b="b"/>
              <a:pathLst>
                <a:path w="3907" h="5042" extrusionOk="0">
                  <a:moveTo>
                    <a:pt x="2993" y="0"/>
                  </a:moveTo>
                  <a:cubicBezTo>
                    <a:pt x="2426" y="0"/>
                    <a:pt x="1954" y="315"/>
                    <a:pt x="1702" y="756"/>
                  </a:cubicBezTo>
                  <a:cubicBezTo>
                    <a:pt x="1632" y="746"/>
                    <a:pt x="1562" y="742"/>
                    <a:pt x="1494" y="742"/>
                  </a:cubicBezTo>
                  <a:cubicBezTo>
                    <a:pt x="695" y="742"/>
                    <a:pt x="0" y="1396"/>
                    <a:pt x="0" y="2237"/>
                  </a:cubicBezTo>
                  <a:cubicBezTo>
                    <a:pt x="0" y="2521"/>
                    <a:pt x="63" y="2741"/>
                    <a:pt x="190" y="2993"/>
                  </a:cubicBezTo>
                  <a:cubicBezTo>
                    <a:pt x="63" y="3214"/>
                    <a:pt x="0" y="3466"/>
                    <a:pt x="0" y="3749"/>
                  </a:cubicBezTo>
                  <a:cubicBezTo>
                    <a:pt x="0" y="4285"/>
                    <a:pt x="316" y="4758"/>
                    <a:pt x="757" y="5041"/>
                  </a:cubicBezTo>
                  <a:lnTo>
                    <a:pt x="757" y="4852"/>
                  </a:lnTo>
                  <a:cubicBezTo>
                    <a:pt x="757" y="2804"/>
                    <a:pt x="2048" y="1008"/>
                    <a:pt x="3907" y="315"/>
                  </a:cubicBezTo>
                  <a:cubicBezTo>
                    <a:pt x="3655" y="126"/>
                    <a:pt x="3340" y="0"/>
                    <a:pt x="299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5" name="Google Shape;11416;p87">
              <a:extLst>
                <a:ext uri="{FF2B5EF4-FFF2-40B4-BE49-F238E27FC236}">
                  <a16:creationId xmlns:a16="http://schemas.microsoft.com/office/drawing/2014/main" id="{E57D41B9-C575-52E1-BC1C-DF8D45103802}"/>
                </a:ext>
              </a:extLst>
            </p:cNvPr>
            <p:cNvSpPr/>
            <p:nvPr/>
          </p:nvSpPr>
          <p:spPr>
            <a:xfrm>
              <a:off x="-54624625" y="3349350"/>
              <a:ext cx="55150" cy="55175"/>
            </a:xfrm>
            <a:custGeom>
              <a:avLst/>
              <a:gdLst/>
              <a:ahLst/>
              <a:cxnLst/>
              <a:rect l="l" t="t" r="r" b="b"/>
              <a:pathLst>
                <a:path w="2206" h="2207" extrusionOk="0">
                  <a:moveTo>
                    <a:pt x="1103" y="1"/>
                  </a:moveTo>
                  <a:cubicBezTo>
                    <a:pt x="473" y="1"/>
                    <a:pt x="1" y="505"/>
                    <a:pt x="1" y="1103"/>
                  </a:cubicBezTo>
                  <a:cubicBezTo>
                    <a:pt x="1" y="1702"/>
                    <a:pt x="473" y="2206"/>
                    <a:pt x="1103" y="2206"/>
                  </a:cubicBezTo>
                  <a:cubicBezTo>
                    <a:pt x="1702" y="2206"/>
                    <a:pt x="2206" y="1702"/>
                    <a:pt x="2206" y="1103"/>
                  </a:cubicBezTo>
                  <a:cubicBezTo>
                    <a:pt x="2206" y="505"/>
                    <a:pt x="1702" y="1"/>
                    <a:pt x="110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6" name="Google Shape;11417;p87">
              <a:extLst>
                <a:ext uri="{FF2B5EF4-FFF2-40B4-BE49-F238E27FC236}">
                  <a16:creationId xmlns:a16="http://schemas.microsoft.com/office/drawing/2014/main" id="{7312674C-5ADB-9B6E-58CD-02CC7B159F66}"/>
                </a:ext>
              </a:extLst>
            </p:cNvPr>
            <p:cNvSpPr/>
            <p:nvPr/>
          </p:nvSpPr>
          <p:spPr>
            <a:xfrm>
              <a:off x="-54737250" y="3349350"/>
              <a:ext cx="55150" cy="55175"/>
            </a:xfrm>
            <a:custGeom>
              <a:avLst/>
              <a:gdLst/>
              <a:ahLst/>
              <a:cxnLst/>
              <a:rect l="l" t="t" r="r" b="b"/>
              <a:pathLst>
                <a:path w="2206" h="2207" extrusionOk="0">
                  <a:moveTo>
                    <a:pt x="1103" y="1"/>
                  </a:moveTo>
                  <a:cubicBezTo>
                    <a:pt x="504" y="1"/>
                    <a:pt x="0" y="505"/>
                    <a:pt x="0" y="1103"/>
                  </a:cubicBezTo>
                  <a:cubicBezTo>
                    <a:pt x="0" y="1702"/>
                    <a:pt x="504" y="2206"/>
                    <a:pt x="1103" y="2206"/>
                  </a:cubicBezTo>
                  <a:cubicBezTo>
                    <a:pt x="1733" y="2206"/>
                    <a:pt x="2206" y="1702"/>
                    <a:pt x="2206" y="1103"/>
                  </a:cubicBezTo>
                  <a:cubicBezTo>
                    <a:pt x="2206" y="505"/>
                    <a:pt x="1733" y="1"/>
                    <a:pt x="110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7" name="Google Shape;11418;p87">
              <a:extLst>
                <a:ext uri="{FF2B5EF4-FFF2-40B4-BE49-F238E27FC236}">
                  <a16:creationId xmlns:a16="http://schemas.microsoft.com/office/drawing/2014/main" id="{68524B9D-18CF-1693-5C1C-D351D9441F33}"/>
                </a:ext>
              </a:extLst>
            </p:cNvPr>
            <p:cNvSpPr/>
            <p:nvPr/>
          </p:nvSpPr>
          <p:spPr>
            <a:xfrm>
              <a:off x="-54770325" y="3218600"/>
              <a:ext cx="233925" cy="299325"/>
            </a:xfrm>
            <a:custGeom>
              <a:avLst/>
              <a:gdLst/>
              <a:ahLst/>
              <a:cxnLst/>
              <a:rect l="l" t="t" r="r" b="b"/>
              <a:pathLst>
                <a:path w="9357" h="11973" extrusionOk="0">
                  <a:moveTo>
                    <a:pt x="6175" y="2962"/>
                  </a:moveTo>
                  <a:cubicBezTo>
                    <a:pt x="6364" y="2962"/>
                    <a:pt x="6522" y="3120"/>
                    <a:pt x="6522" y="3309"/>
                  </a:cubicBezTo>
                  <a:cubicBezTo>
                    <a:pt x="6522" y="3498"/>
                    <a:pt x="6364" y="3656"/>
                    <a:pt x="6175" y="3656"/>
                  </a:cubicBezTo>
                  <a:lnTo>
                    <a:pt x="3182" y="3656"/>
                  </a:lnTo>
                  <a:cubicBezTo>
                    <a:pt x="2993" y="3656"/>
                    <a:pt x="2836" y="3498"/>
                    <a:pt x="2836" y="3309"/>
                  </a:cubicBezTo>
                  <a:cubicBezTo>
                    <a:pt x="2836" y="3120"/>
                    <a:pt x="2993" y="2962"/>
                    <a:pt x="3182" y="2962"/>
                  </a:cubicBezTo>
                  <a:close/>
                  <a:moveTo>
                    <a:pt x="6931" y="4443"/>
                  </a:moveTo>
                  <a:cubicBezTo>
                    <a:pt x="9357" y="4443"/>
                    <a:pt x="9357" y="8192"/>
                    <a:pt x="6931" y="8192"/>
                  </a:cubicBezTo>
                  <a:cubicBezTo>
                    <a:pt x="6018" y="8192"/>
                    <a:pt x="5261" y="7562"/>
                    <a:pt x="5104" y="6680"/>
                  </a:cubicBezTo>
                  <a:lnTo>
                    <a:pt x="4285" y="6680"/>
                  </a:lnTo>
                  <a:cubicBezTo>
                    <a:pt x="4127" y="7562"/>
                    <a:pt x="3340" y="8192"/>
                    <a:pt x="2458" y="8192"/>
                  </a:cubicBezTo>
                  <a:cubicBezTo>
                    <a:pt x="0" y="8192"/>
                    <a:pt x="0" y="4443"/>
                    <a:pt x="2458" y="4443"/>
                  </a:cubicBezTo>
                  <a:cubicBezTo>
                    <a:pt x="3371" y="4443"/>
                    <a:pt x="4127" y="5073"/>
                    <a:pt x="4285" y="5955"/>
                  </a:cubicBezTo>
                  <a:lnTo>
                    <a:pt x="5104" y="5955"/>
                  </a:lnTo>
                  <a:cubicBezTo>
                    <a:pt x="5261" y="5073"/>
                    <a:pt x="6049" y="4443"/>
                    <a:pt x="6931" y="4443"/>
                  </a:cubicBezTo>
                  <a:close/>
                  <a:moveTo>
                    <a:pt x="5695" y="8547"/>
                  </a:moveTo>
                  <a:cubicBezTo>
                    <a:pt x="5789" y="8547"/>
                    <a:pt x="5876" y="8586"/>
                    <a:pt x="5923" y="8665"/>
                  </a:cubicBezTo>
                  <a:cubicBezTo>
                    <a:pt x="6144" y="8791"/>
                    <a:pt x="6144" y="9011"/>
                    <a:pt x="5986" y="9169"/>
                  </a:cubicBezTo>
                  <a:cubicBezTo>
                    <a:pt x="5608" y="9515"/>
                    <a:pt x="5135" y="9704"/>
                    <a:pt x="4631" y="9704"/>
                  </a:cubicBezTo>
                  <a:cubicBezTo>
                    <a:pt x="4127" y="9704"/>
                    <a:pt x="3655" y="9515"/>
                    <a:pt x="3340" y="9169"/>
                  </a:cubicBezTo>
                  <a:cubicBezTo>
                    <a:pt x="3182" y="9011"/>
                    <a:pt x="3182" y="8791"/>
                    <a:pt x="3340" y="8665"/>
                  </a:cubicBezTo>
                  <a:cubicBezTo>
                    <a:pt x="3418" y="8586"/>
                    <a:pt x="3513" y="8547"/>
                    <a:pt x="3603" y="8547"/>
                  </a:cubicBezTo>
                  <a:cubicBezTo>
                    <a:pt x="3694" y="8547"/>
                    <a:pt x="3781" y="8586"/>
                    <a:pt x="3844" y="8665"/>
                  </a:cubicBezTo>
                  <a:cubicBezTo>
                    <a:pt x="4064" y="8885"/>
                    <a:pt x="4348" y="8996"/>
                    <a:pt x="4631" y="8996"/>
                  </a:cubicBezTo>
                  <a:cubicBezTo>
                    <a:pt x="4915" y="8996"/>
                    <a:pt x="5198" y="8885"/>
                    <a:pt x="5419" y="8665"/>
                  </a:cubicBezTo>
                  <a:cubicBezTo>
                    <a:pt x="5498" y="8586"/>
                    <a:pt x="5600" y="8547"/>
                    <a:pt x="5695" y="8547"/>
                  </a:cubicBezTo>
                  <a:close/>
                  <a:moveTo>
                    <a:pt x="4663" y="1"/>
                  </a:moveTo>
                  <a:cubicBezTo>
                    <a:pt x="2426" y="1"/>
                    <a:pt x="599" y="1828"/>
                    <a:pt x="599" y="4097"/>
                  </a:cubicBezTo>
                  <a:lnTo>
                    <a:pt x="599" y="6270"/>
                  </a:lnTo>
                  <a:cubicBezTo>
                    <a:pt x="158" y="7751"/>
                    <a:pt x="441" y="9137"/>
                    <a:pt x="1260" y="10240"/>
                  </a:cubicBezTo>
                  <a:cubicBezTo>
                    <a:pt x="2079" y="11343"/>
                    <a:pt x="3340" y="11973"/>
                    <a:pt x="4663" y="11973"/>
                  </a:cubicBezTo>
                  <a:cubicBezTo>
                    <a:pt x="6018" y="11973"/>
                    <a:pt x="7309" y="11343"/>
                    <a:pt x="8097" y="10240"/>
                  </a:cubicBezTo>
                  <a:cubicBezTo>
                    <a:pt x="8916" y="9169"/>
                    <a:pt x="9200" y="7783"/>
                    <a:pt x="8758" y="6270"/>
                  </a:cubicBezTo>
                  <a:lnTo>
                    <a:pt x="8758" y="4097"/>
                  </a:lnTo>
                  <a:cubicBezTo>
                    <a:pt x="8758" y="2994"/>
                    <a:pt x="8349" y="1954"/>
                    <a:pt x="7593" y="1167"/>
                  </a:cubicBezTo>
                  <a:cubicBezTo>
                    <a:pt x="6805" y="379"/>
                    <a:pt x="5766" y="1"/>
                    <a:pt x="46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8" name="Google Shape;11419;p87">
              <a:extLst>
                <a:ext uri="{FF2B5EF4-FFF2-40B4-BE49-F238E27FC236}">
                  <a16:creationId xmlns:a16="http://schemas.microsoft.com/office/drawing/2014/main" id="{69D747F4-C770-A960-8466-EB7CFF4DC80B}"/>
                </a:ext>
              </a:extLst>
            </p:cNvPr>
            <p:cNvSpPr/>
            <p:nvPr/>
          </p:nvSpPr>
          <p:spPr>
            <a:xfrm>
              <a:off x="-54612025" y="3198925"/>
              <a:ext cx="96100" cy="123675"/>
            </a:xfrm>
            <a:custGeom>
              <a:avLst/>
              <a:gdLst/>
              <a:ahLst/>
              <a:cxnLst/>
              <a:rect l="l" t="t" r="r" b="b"/>
              <a:pathLst>
                <a:path w="3844" h="4947" extrusionOk="0">
                  <a:moveTo>
                    <a:pt x="851" y="0"/>
                  </a:moveTo>
                  <a:cubicBezTo>
                    <a:pt x="536" y="0"/>
                    <a:pt x="221" y="95"/>
                    <a:pt x="1" y="252"/>
                  </a:cubicBezTo>
                  <a:cubicBezTo>
                    <a:pt x="662" y="504"/>
                    <a:pt x="1261" y="882"/>
                    <a:pt x="1765" y="1418"/>
                  </a:cubicBezTo>
                  <a:cubicBezTo>
                    <a:pt x="2679" y="2363"/>
                    <a:pt x="3183" y="3560"/>
                    <a:pt x="3183" y="4821"/>
                  </a:cubicBezTo>
                  <a:lnTo>
                    <a:pt x="3183" y="4947"/>
                  </a:lnTo>
                  <a:cubicBezTo>
                    <a:pt x="3592" y="4695"/>
                    <a:pt x="3844" y="4253"/>
                    <a:pt x="3844" y="3749"/>
                  </a:cubicBezTo>
                  <a:cubicBezTo>
                    <a:pt x="3844" y="3466"/>
                    <a:pt x="3781" y="3214"/>
                    <a:pt x="3655" y="2993"/>
                  </a:cubicBezTo>
                  <a:cubicBezTo>
                    <a:pt x="3781" y="2741"/>
                    <a:pt x="3844" y="2521"/>
                    <a:pt x="3844" y="2237"/>
                  </a:cubicBezTo>
                  <a:cubicBezTo>
                    <a:pt x="3844" y="1380"/>
                    <a:pt x="3123" y="716"/>
                    <a:pt x="2330" y="716"/>
                  </a:cubicBezTo>
                  <a:cubicBezTo>
                    <a:pt x="2279" y="716"/>
                    <a:pt x="2227" y="719"/>
                    <a:pt x="2174" y="725"/>
                  </a:cubicBezTo>
                  <a:cubicBezTo>
                    <a:pt x="1891" y="252"/>
                    <a:pt x="1418" y="0"/>
                    <a:pt x="8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9" name="Google Shape;11420;p87">
              <a:extLst>
                <a:ext uri="{FF2B5EF4-FFF2-40B4-BE49-F238E27FC236}">
                  <a16:creationId xmlns:a16="http://schemas.microsoft.com/office/drawing/2014/main" id="{00D3FBE8-A486-55CF-FCA2-9B3B7ECF93B5}"/>
                </a:ext>
              </a:extLst>
            </p:cNvPr>
            <p:cNvSpPr/>
            <p:nvPr/>
          </p:nvSpPr>
          <p:spPr>
            <a:xfrm>
              <a:off x="-54793175" y="3353300"/>
              <a:ext cx="18925" cy="60675"/>
            </a:xfrm>
            <a:custGeom>
              <a:avLst/>
              <a:gdLst/>
              <a:ahLst/>
              <a:cxnLst/>
              <a:rect l="l" t="t" r="r" b="b"/>
              <a:pathLst>
                <a:path w="757" h="2427" extrusionOk="0">
                  <a:moveTo>
                    <a:pt x="757" y="0"/>
                  </a:moveTo>
                  <a:cubicBezTo>
                    <a:pt x="316" y="284"/>
                    <a:pt x="0" y="756"/>
                    <a:pt x="0" y="1292"/>
                  </a:cubicBezTo>
                  <a:cubicBezTo>
                    <a:pt x="0" y="1765"/>
                    <a:pt x="190" y="2174"/>
                    <a:pt x="536" y="2426"/>
                  </a:cubicBezTo>
                  <a:cubicBezTo>
                    <a:pt x="505" y="1859"/>
                    <a:pt x="599" y="1292"/>
                    <a:pt x="757" y="756"/>
                  </a:cubicBezTo>
                  <a:lnTo>
                    <a:pt x="75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5915000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8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8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7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7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8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8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8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8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8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8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8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8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8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7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7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7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8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8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7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7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13" grpId="0"/>
      <p:bldP spid="3715" grpId="0"/>
      <p:bldP spid="371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47">
          <a:extLst>
            <a:ext uri="{FF2B5EF4-FFF2-40B4-BE49-F238E27FC236}">
              <a16:creationId xmlns:a16="http://schemas.microsoft.com/office/drawing/2014/main" id="{914FD291-8FA5-641C-234A-69D220B3F2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8" name="Google Shape;3648;p53">
            <a:extLst>
              <a:ext uri="{FF2B5EF4-FFF2-40B4-BE49-F238E27FC236}">
                <a16:creationId xmlns:a16="http://schemas.microsoft.com/office/drawing/2014/main" id="{79F46A2E-FD1B-2835-46D4-7F76812CCFF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>
                <a:solidFill>
                  <a:schemeClr val="bg1"/>
                </a:solidFill>
                <a:latin typeface="Exo" panose="020B0604020202020204" charset="0"/>
              </a:rPr>
              <a:t>Stakeholders</a:t>
            </a:r>
            <a:endParaRPr dirty="0">
              <a:solidFill>
                <a:schemeClr val="bg1"/>
              </a:solidFill>
              <a:latin typeface="Exo" panose="020B0604020202020204" charset="0"/>
            </a:endParaRPr>
          </a:p>
        </p:txBody>
      </p:sp>
      <p:grpSp>
        <p:nvGrpSpPr>
          <p:cNvPr id="3680" name="Google Shape;3680;p53">
            <a:extLst>
              <a:ext uri="{FF2B5EF4-FFF2-40B4-BE49-F238E27FC236}">
                <a16:creationId xmlns:a16="http://schemas.microsoft.com/office/drawing/2014/main" id="{397A0129-D18A-5AA4-6062-CE5D9A31801C}"/>
              </a:ext>
            </a:extLst>
          </p:cNvPr>
          <p:cNvGrpSpPr/>
          <p:nvPr/>
        </p:nvGrpSpPr>
        <p:grpSpPr>
          <a:xfrm>
            <a:off x="8430900" y="3498856"/>
            <a:ext cx="2297800" cy="347400"/>
            <a:chOff x="7644195" y="3512791"/>
            <a:chExt cx="2297800" cy="347400"/>
          </a:xfrm>
        </p:grpSpPr>
        <p:sp>
          <p:nvSpPr>
            <p:cNvPr id="3681" name="Google Shape;3681;p53">
              <a:extLst>
                <a:ext uri="{FF2B5EF4-FFF2-40B4-BE49-F238E27FC236}">
                  <a16:creationId xmlns:a16="http://schemas.microsoft.com/office/drawing/2014/main" id="{C543299E-C867-B4F3-BCF0-59FB5CA7C2F6}"/>
                </a:ext>
              </a:extLst>
            </p:cNvPr>
            <p:cNvSpPr/>
            <p:nvPr/>
          </p:nvSpPr>
          <p:spPr>
            <a:xfrm flipH="1">
              <a:off x="7947295" y="3792091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>
                <a:solidFill>
                  <a:schemeClr val="bg1"/>
                </a:solidFill>
                <a:latin typeface="Exo" panose="020B0604020202020204" charset="0"/>
              </a:endParaRPr>
            </a:p>
          </p:txBody>
        </p:sp>
        <p:sp>
          <p:nvSpPr>
            <p:cNvPr id="3682" name="Google Shape;3682;p53">
              <a:extLst>
                <a:ext uri="{FF2B5EF4-FFF2-40B4-BE49-F238E27FC236}">
                  <a16:creationId xmlns:a16="http://schemas.microsoft.com/office/drawing/2014/main" id="{5D3E86DE-6126-6B77-4DCF-7445CF4DA810}"/>
                </a:ext>
              </a:extLst>
            </p:cNvPr>
            <p:cNvSpPr/>
            <p:nvPr/>
          </p:nvSpPr>
          <p:spPr>
            <a:xfrm flipH="1">
              <a:off x="7644195" y="3512791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 dirty="0">
                <a:solidFill>
                  <a:schemeClr val="bg1"/>
                </a:solidFill>
                <a:latin typeface="Exo" panose="020B0604020202020204" charset="0"/>
              </a:endParaRPr>
            </a:p>
          </p:txBody>
        </p:sp>
      </p:grpSp>
      <p:grpSp>
        <p:nvGrpSpPr>
          <p:cNvPr id="3683" name="Google Shape;3683;p53">
            <a:extLst>
              <a:ext uri="{FF2B5EF4-FFF2-40B4-BE49-F238E27FC236}">
                <a16:creationId xmlns:a16="http://schemas.microsoft.com/office/drawing/2014/main" id="{DA257744-9234-7340-D5F8-320839F4BA77}"/>
              </a:ext>
            </a:extLst>
          </p:cNvPr>
          <p:cNvGrpSpPr/>
          <p:nvPr/>
        </p:nvGrpSpPr>
        <p:grpSpPr>
          <a:xfrm rot="5400000">
            <a:off x="3041525" y="1192975"/>
            <a:ext cx="98902" cy="553090"/>
            <a:chOff x="4898850" y="4820550"/>
            <a:chExt cx="98902" cy="553090"/>
          </a:xfrm>
        </p:grpSpPr>
        <p:sp>
          <p:nvSpPr>
            <p:cNvPr id="3684" name="Google Shape;3684;p53">
              <a:extLst>
                <a:ext uri="{FF2B5EF4-FFF2-40B4-BE49-F238E27FC236}">
                  <a16:creationId xmlns:a16="http://schemas.microsoft.com/office/drawing/2014/main" id="{DEC148E0-E7FE-F0CD-2E16-0827B493201A}"/>
                </a:ext>
              </a:extLst>
            </p:cNvPr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>
                <a:solidFill>
                  <a:schemeClr val="bg1"/>
                </a:solidFill>
                <a:latin typeface="Exo" panose="020B0604020202020204" charset="0"/>
              </a:endParaRPr>
            </a:p>
          </p:txBody>
        </p:sp>
        <p:sp>
          <p:nvSpPr>
            <p:cNvPr id="3685" name="Google Shape;3685;p53">
              <a:extLst>
                <a:ext uri="{FF2B5EF4-FFF2-40B4-BE49-F238E27FC236}">
                  <a16:creationId xmlns:a16="http://schemas.microsoft.com/office/drawing/2014/main" id="{B6F0D167-E121-68D3-D081-1BFEAA073968}"/>
                </a:ext>
              </a:extLst>
            </p:cNvPr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>
                <a:solidFill>
                  <a:schemeClr val="bg1"/>
                </a:solidFill>
                <a:latin typeface="Exo" panose="020B0604020202020204" charset="0"/>
              </a:endParaRPr>
            </a:p>
          </p:txBody>
        </p:sp>
        <p:sp>
          <p:nvSpPr>
            <p:cNvPr id="3686" name="Google Shape;3686;p53">
              <a:extLst>
                <a:ext uri="{FF2B5EF4-FFF2-40B4-BE49-F238E27FC236}">
                  <a16:creationId xmlns:a16="http://schemas.microsoft.com/office/drawing/2014/main" id="{FE930778-DB1E-D4CA-0DF2-ADD1B193017B}"/>
                </a:ext>
              </a:extLst>
            </p:cNvPr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>
                <a:solidFill>
                  <a:schemeClr val="bg1"/>
                </a:solidFill>
                <a:latin typeface="Exo" panose="020B0604020202020204" charset="0"/>
              </a:endParaRPr>
            </a:p>
          </p:txBody>
        </p:sp>
        <p:sp>
          <p:nvSpPr>
            <p:cNvPr id="3687" name="Google Shape;3687;p53">
              <a:extLst>
                <a:ext uri="{FF2B5EF4-FFF2-40B4-BE49-F238E27FC236}">
                  <a16:creationId xmlns:a16="http://schemas.microsoft.com/office/drawing/2014/main" id="{AD877769-3348-E154-234E-7CFF7AF62DC2}"/>
                </a:ext>
              </a:extLst>
            </p:cNvPr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>
                <a:solidFill>
                  <a:schemeClr val="bg1"/>
                </a:solidFill>
                <a:latin typeface="Exo" panose="020B0604020202020204" charset="0"/>
              </a:endParaRPr>
            </a:p>
          </p:txBody>
        </p:sp>
        <p:sp>
          <p:nvSpPr>
            <p:cNvPr id="3688" name="Google Shape;3688;p53">
              <a:extLst>
                <a:ext uri="{FF2B5EF4-FFF2-40B4-BE49-F238E27FC236}">
                  <a16:creationId xmlns:a16="http://schemas.microsoft.com/office/drawing/2014/main" id="{F0C47C8E-8A7F-AF0C-17E3-9DDD22E7E0C8}"/>
                </a:ext>
              </a:extLst>
            </p:cNvPr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>
                <a:solidFill>
                  <a:schemeClr val="bg1"/>
                </a:solidFill>
                <a:latin typeface="Exo" panose="020B0604020202020204" charset="0"/>
              </a:endParaRPr>
            </a:p>
          </p:txBody>
        </p:sp>
      </p:grpSp>
      <p:grpSp>
        <p:nvGrpSpPr>
          <p:cNvPr id="3722" name="Google Shape;3046;p42">
            <a:extLst>
              <a:ext uri="{FF2B5EF4-FFF2-40B4-BE49-F238E27FC236}">
                <a16:creationId xmlns:a16="http://schemas.microsoft.com/office/drawing/2014/main" id="{F131853F-FE43-85B1-CA72-194924A2B182}"/>
              </a:ext>
            </a:extLst>
          </p:cNvPr>
          <p:cNvGrpSpPr/>
          <p:nvPr/>
        </p:nvGrpSpPr>
        <p:grpSpPr>
          <a:xfrm>
            <a:off x="5419567" y="4501791"/>
            <a:ext cx="1105976" cy="133969"/>
            <a:chOff x="8183182" y="663852"/>
            <a:chExt cx="1475028" cy="178673"/>
          </a:xfrm>
        </p:grpSpPr>
        <p:grpSp>
          <p:nvGrpSpPr>
            <p:cNvPr id="3724" name="Google Shape;3047;p42">
              <a:extLst>
                <a:ext uri="{FF2B5EF4-FFF2-40B4-BE49-F238E27FC236}">
                  <a16:creationId xmlns:a16="http://schemas.microsoft.com/office/drawing/2014/main" id="{D3E67AF7-7628-684C-0840-84C945C4EF70}"/>
                </a:ext>
              </a:extLst>
            </p:cNvPr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3736" name="Google Shape;3048;p42">
                <a:extLst>
                  <a:ext uri="{FF2B5EF4-FFF2-40B4-BE49-F238E27FC236}">
                    <a16:creationId xmlns:a16="http://schemas.microsoft.com/office/drawing/2014/main" id="{4D57D781-C767-0271-E40E-303CF409F8BF}"/>
                  </a:ext>
                </a:extLst>
              </p:cNvPr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b="1">
                  <a:solidFill>
                    <a:schemeClr val="bg1"/>
                  </a:solidFill>
                  <a:latin typeface="Exo" panose="020B0604020202020204" charset="0"/>
                </a:endParaRPr>
              </a:p>
            </p:txBody>
          </p:sp>
          <p:sp>
            <p:nvSpPr>
              <p:cNvPr id="3737" name="Google Shape;3049;p42">
                <a:extLst>
                  <a:ext uri="{FF2B5EF4-FFF2-40B4-BE49-F238E27FC236}">
                    <a16:creationId xmlns:a16="http://schemas.microsoft.com/office/drawing/2014/main" id="{DAA26023-6E54-CEAA-4DF5-B0C2E1562063}"/>
                  </a:ext>
                </a:extLst>
              </p:cNvPr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b="1">
                  <a:solidFill>
                    <a:schemeClr val="bg1"/>
                  </a:solidFill>
                  <a:latin typeface="Exo" panose="020B0604020202020204" charset="0"/>
                </a:endParaRPr>
              </a:p>
            </p:txBody>
          </p:sp>
          <p:sp>
            <p:nvSpPr>
              <p:cNvPr id="3738" name="Google Shape;3050;p42">
                <a:extLst>
                  <a:ext uri="{FF2B5EF4-FFF2-40B4-BE49-F238E27FC236}">
                    <a16:creationId xmlns:a16="http://schemas.microsoft.com/office/drawing/2014/main" id="{331FB8E4-DB3E-0FCE-87AE-BA9D2D10270A}"/>
                  </a:ext>
                </a:extLst>
              </p:cNvPr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b="1">
                  <a:solidFill>
                    <a:schemeClr val="bg1"/>
                  </a:solidFill>
                  <a:latin typeface="Exo" panose="020B0604020202020204" charset="0"/>
                </a:endParaRPr>
              </a:p>
            </p:txBody>
          </p:sp>
          <p:sp>
            <p:nvSpPr>
              <p:cNvPr id="3739" name="Google Shape;3051;p42">
                <a:extLst>
                  <a:ext uri="{FF2B5EF4-FFF2-40B4-BE49-F238E27FC236}">
                    <a16:creationId xmlns:a16="http://schemas.microsoft.com/office/drawing/2014/main" id="{91878304-8982-ED76-80E5-FBF0AA21A585}"/>
                  </a:ext>
                </a:extLst>
              </p:cNvPr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b="1">
                  <a:solidFill>
                    <a:schemeClr val="bg1"/>
                  </a:solidFill>
                  <a:latin typeface="Exo" panose="020B0604020202020204" charset="0"/>
                </a:endParaRPr>
              </a:p>
            </p:txBody>
          </p:sp>
          <p:sp>
            <p:nvSpPr>
              <p:cNvPr id="3740" name="Google Shape;3052;p42">
                <a:extLst>
                  <a:ext uri="{FF2B5EF4-FFF2-40B4-BE49-F238E27FC236}">
                    <a16:creationId xmlns:a16="http://schemas.microsoft.com/office/drawing/2014/main" id="{BD31D2D7-DF5C-2DDD-0433-C65240DF31F8}"/>
                  </a:ext>
                </a:extLst>
              </p:cNvPr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b="1">
                  <a:solidFill>
                    <a:schemeClr val="bg1"/>
                  </a:solidFill>
                  <a:latin typeface="Exo" panose="020B0604020202020204" charset="0"/>
                </a:endParaRPr>
              </a:p>
            </p:txBody>
          </p:sp>
          <p:sp>
            <p:nvSpPr>
              <p:cNvPr id="3741" name="Google Shape;3053;p42">
                <a:extLst>
                  <a:ext uri="{FF2B5EF4-FFF2-40B4-BE49-F238E27FC236}">
                    <a16:creationId xmlns:a16="http://schemas.microsoft.com/office/drawing/2014/main" id="{8A31481A-21A6-162B-86E4-EA32A0EAB075}"/>
                  </a:ext>
                </a:extLst>
              </p:cNvPr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b="1">
                  <a:solidFill>
                    <a:schemeClr val="bg1"/>
                  </a:solidFill>
                  <a:latin typeface="Exo" panose="020B0604020202020204" charset="0"/>
                </a:endParaRPr>
              </a:p>
            </p:txBody>
          </p:sp>
          <p:sp>
            <p:nvSpPr>
              <p:cNvPr id="3742" name="Google Shape;3054;p42">
                <a:extLst>
                  <a:ext uri="{FF2B5EF4-FFF2-40B4-BE49-F238E27FC236}">
                    <a16:creationId xmlns:a16="http://schemas.microsoft.com/office/drawing/2014/main" id="{30751380-50EA-BBE3-DEBA-7D50CA6D9A01}"/>
                  </a:ext>
                </a:extLst>
              </p:cNvPr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b="1">
                  <a:solidFill>
                    <a:schemeClr val="bg1"/>
                  </a:solidFill>
                  <a:latin typeface="Exo" panose="020B0604020202020204" charset="0"/>
                </a:endParaRPr>
              </a:p>
            </p:txBody>
          </p:sp>
          <p:sp>
            <p:nvSpPr>
              <p:cNvPr id="3743" name="Google Shape;3055;p42">
                <a:extLst>
                  <a:ext uri="{FF2B5EF4-FFF2-40B4-BE49-F238E27FC236}">
                    <a16:creationId xmlns:a16="http://schemas.microsoft.com/office/drawing/2014/main" id="{CB1A970A-639A-2F32-3167-711CBD1F773A}"/>
                  </a:ext>
                </a:extLst>
              </p:cNvPr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b="1">
                  <a:solidFill>
                    <a:schemeClr val="bg1"/>
                  </a:solidFill>
                  <a:latin typeface="Exo" panose="020B0604020202020204" charset="0"/>
                </a:endParaRPr>
              </a:p>
            </p:txBody>
          </p:sp>
          <p:sp>
            <p:nvSpPr>
              <p:cNvPr id="3744" name="Google Shape;3056;p42">
                <a:extLst>
                  <a:ext uri="{FF2B5EF4-FFF2-40B4-BE49-F238E27FC236}">
                    <a16:creationId xmlns:a16="http://schemas.microsoft.com/office/drawing/2014/main" id="{6B18D606-BEE7-676C-7216-7F34AFC4798F}"/>
                  </a:ext>
                </a:extLst>
              </p:cNvPr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b="1">
                  <a:solidFill>
                    <a:schemeClr val="bg1"/>
                  </a:solidFill>
                  <a:latin typeface="Exo" panose="020B0604020202020204" charset="0"/>
                </a:endParaRPr>
              </a:p>
            </p:txBody>
          </p:sp>
          <p:sp>
            <p:nvSpPr>
              <p:cNvPr id="3745" name="Google Shape;3057;p42">
                <a:extLst>
                  <a:ext uri="{FF2B5EF4-FFF2-40B4-BE49-F238E27FC236}">
                    <a16:creationId xmlns:a16="http://schemas.microsoft.com/office/drawing/2014/main" id="{5B813547-36A8-FB2E-6C7C-8709B2342E95}"/>
                  </a:ext>
                </a:extLst>
              </p:cNvPr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b="1">
                  <a:solidFill>
                    <a:schemeClr val="bg1"/>
                  </a:solidFill>
                  <a:latin typeface="Exo" panose="020B0604020202020204" charset="0"/>
                </a:endParaRPr>
              </a:p>
            </p:txBody>
          </p:sp>
        </p:grpSp>
        <p:grpSp>
          <p:nvGrpSpPr>
            <p:cNvPr id="3725" name="Google Shape;3058;p42">
              <a:extLst>
                <a:ext uri="{FF2B5EF4-FFF2-40B4-BE49-F238E27FC236}">
                  <a16:creationId xmlns:a16="http://schemas.microsoft.com/office/drawing/2014/main" id="{8EE52BAC-BC1D-64B8-4A36-6AA3B437F69E}"/>
                </a:ext>
              </a:extLst>
            </p:cNvPr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3726" name="Google Shape;3059;p42">
                <a:extLst>
                  <a:ext uri="{FF2B5EF4-FFF2-40B4-BE49-F238E27FC236}">
                    <a16:creationId xmlns:a16="http://schemas.microsoft.com/office/drawing/2014/main" id="{2E0F5E90-C232-F701-9B0F-5F5E9EAB3700}"/>
                  </a:ext>
                </a:extLst>
              </p:cNvPr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b="1">
                  <a:solidFill>
                    <a:schemeClr val="bg1"/>
                  </a:solidFill>
                  <a:latin typeface="Exo" panose="020B0604020202020204" charset="0"/>
                </a:endParaRPr>
              </a:p>
            </p:txBody>
          </p:sp>
          <p:sp>
            <p:nvSpPr>
              <p:cNvPr id="3727" name="Google Shape;3060;p42">
                <a:extLst>
                  <a:ext uri="{FF2B5EF4-FFF2-40B4-BE49-F238E27FC236}">
                    <a16:creationId xmlns:a16="http://schemas.microsoft.com/office/drawing/2014/main" id="{6FF5A976-BAFB-82E5-0372-8F8E654B62F8}"/>
                  </a:ext>
                </a:extLst>
              </p:cNvPr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b="1">
                  <a:solidFill>
                    <a:schemeClr val="bg1"/>
                  </a:solidFill>
                  <a:latin typeface="Exo" panose="020B0604020202020204" charset="0"/>
                </a:endParaRPr>
              </a:p>
            </p:txBody>
          </p:sp>
          <p:sp>
            <p:nvSpPr>
              <p:cNvPr id="3728" name="Google Shape;3061;p42">
                <a:extLst>
                  <a:ext uri="{FF2B5EF4-FFF2-40B4-BE49-F238E27FC236}">
                    <a16:creationId xmlns:a16="http://schemas.microsoft.com/office/drawing/2014/main" id="{48F4C524-6D4F-ABD7-FDD8-1D61D1F61BD9}"/>
                  </a:ext>
                </a:extLst>
              </p:cNvPr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b="1">
                  <a:solidFill>
                    <a:schemeClr val="bg1"/>
                  </a:solidFill>
                  <a:latin typeface="Exo" panose="020B0604020202020204" charset="0"/>
                </a:endParaRPr>
              </a:p>
            </p:txBody>
          </p:sp>
          <p:sp>
            <p:nvSpPr>
              <p:cNvPr id="3729" name="Google Shape;3062;p42">
                <a:extLst>
                  <a:ext uri="{FF2B5EF4-FFF2-40B4-BE49-F238E27FC236}">
                    <a16:creationId xmlns:a16="http://schemas.microsoft.com/office/drawing/2014/main" id="{6843F9DC-89EA-75A3-AC57-43156B6F326F}"/>
                  </a:ext>
                </a:extLst>
              </p:cNvPr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b="1">
                  <a:solidFill>
                    <a:schemeClr val="bg1"/>
                  </a:solidFill>
                  <a:latin typeface="Exo" panose="020B0604020202020204" charset="0"/>
                </a:endParaRPr>
              </a:p>
            </p:txBody>
          </p:sp>
          <p:sp>
            <p:nvSpPr>
              <p:cNvPr id="3730" name="Google Shape;3063;p42">
                <a:extLst>
                  <a:ext uri="{FF2B5EF4-FFF2-40B4-BE49-F238E27FC236}">
                    <a16:creationId xmlns:a16="http://schemas.microsoft.com/office/drawing/2014/main" id="{88B1FCB4-AC1C-988B-2403-3A8AE91922D3}"/>
                  </a:ext>
                </a:extLst>
              </p:cNvPr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b="1">
                  <a:solidFill>
                    <a:schemeClr val="bg1"/>
                  </a:solidFill>
                  <a:latin typeface="Exo" panose="020B0604020202020204" charset="0"/>
                </a:endParaRPr>
              </a:p>
            </p:txBody>
          </p:sp>
          <p:sp>
            <p:nvSpPr>
              <p:cNvPr id="3731" name="Google Shape;3064;p42">
                <a:extLst>
                  <a:ext uri="{FF2B5EF4-FFF2-40B4-BE49-F238E27FC236}">
                    <a16:creationId xmlns:a16="http://schemas.microsoft.com/office/drawing/2014/main" id="{985E3481-0A02-AB50-178A-8B232487F0FA}"/>
                  </a:ext>
                </a:extLst>
              </p:cNvPr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b="1">
                  <a:solidFill>
                    <a:schemeClr val="bg1"/>
                  </a:solidFill>
                  <a:latin typeface="Exo" panose="020B0604020202020204" charset="0"/>
                </a:endParaRPr>
              </a:p>
            </p:txBody>
          </p:sp>
          <p:sp>
            <p:nvSpPr>
              <p:cNvPr id="3732" name="Google Shape;3065;p42">
                <a:extLst>
                  <a:ext uri="{FF2B5EF4-FFF2-40B4-BE49-F238E27FC236}">
                    <a16:creationId xmlns:a16="http://schemas.microsoft.com/office/drawing/2014/main" id="{B029519D-C7DE-807C-8AE9-B95426931A8F}"/>
                  </a:ext>
                </a:extLst>
              </p:cNvPr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b="1">
                  <a:solidFill>
                    <a:schemeClr val="bg1"/>
                  </a:solidFill>
                  <a:latin typeface="Exo" panose="020B0604020202020204" charset="0"/>
                </a:endParaRPr>
              </a:p>
            </p:txBody>
          </p:sp>
          <p:sp>
            <p:nvSpPr>
              <p:cNvPr id="3733" name="Google Shape;3066;p42">
                <a:extLst>
                  <a:ext uri="{FF2B5EF4-FFF2-40B4-BE49-F238E27FC236}">
                    <a16:creationId xmlns:a16="http://schemas.microsoft.com/office/drawing/2014/main" id="{8741C376-77DD-F902-BB8D-D481AE415401}"/>
                  </a:ext>
                </a:extLst>
              </p:cNvPr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b="1">
                  <a:solidFill>
                    <a:schemeClr val="bg1"/>
                  </a:solidFill>
                  <a:latin typeface="Exo" panose="020B0604020202020204" charset="0"/>
                </a:endParaRPr>
              </a:p>
            </p:txBody>
          </p:sp>
          <p:sp>
            <p:nvSpPr>
              <p:cNvPr id="3734" name="Google Shape;3067;p42">
                <a:extLst>
                  <a:ext uri="{FF2B5EF4-FFF2-40B4-BE49-F238E27FC236}">
                    <a16:creationId xmlns:a16="http://schemas.microsoft.com/office/drawing/2014/main" id="{13532AAC-5049-1A70-A016-F7C892D5AB28}"/>
                  </a:ext>
                </a:extLst>
              </p:cNvPr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b="1">
                  <a:solidFill>
                    <a:schemeClr val="bg1"/>
                  </a:solidFill>
                  <a:latin typeface="Exo" panose="020B0604020202020204" charset="0"/>
                </a:endParaRPr>
              </a:p>
            </p:txBody>
          </p:sp>
          <p:sp>
            <p:nvSpPr>
              <p:cNvPr id="3735" name="Google Shape;3068;p42">
                <a:extLst>
                  <a:ext uri="{FF2B5EF4-FFF2-40B4-BE49-F238E27FC236}">
                    <a16:creationId xmlns:a16="http://schemas.microsoft.com/office/drawing/2014/main" id="{AD80FF61-5CB6-57D7-5587-402C206E77B3}"/>
                  </a:ext>
                </a:extLst>
              </p:cNvPr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b="1">
                  <a:solidFill>
                    <a:schemeClr val="bg1"/>
                  </a:solidFill>
                  <a:latin typeface="Exo" panose="020B0604020202020204" charset="0"/>
                </a:endParaRPr>
              </a:p>
            </p:txBody>
          </p:sp>
        </p:grpSp>
      </p:grpSp>
      <p:sp>
        <p:nvSpPr>
          <p:cNvPr id="3717" name="Google Shape;3044;p42">
            <a:extLst>
              <a:ext uri="{FF2B5EF4-FFF2-40B4-BE49-F238E27FC236}">
                <a16:creationId xmlns:a16="http://schemas.microsoft.com/office/drawing/2014/main" id="{3AAC7061-F446-57F4-E724-3B2ED7CB6C3E}"/>
              </a:ext>
            </a:extLst>
          </p:cNvPr>
          <p:cNvSpPr txBox="1">
            <a:spLocks/>
          </p:cNvSpPr>
          <p:nvPr/>
        </p:nvSpPr>
        <p:spPr>
          <a:xfrm>
            <a:off x="4625118" y="2801692"/>
            <a:ext cx="22656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b="1" dirty="0">
                <a:solidFill>
                  <a:schemeClr val="bg1"/>
                </a:solidFill>
                <a:latin typeface="Exo" panose="020B0604020202020204" charset="0"/>
              </a:rPr>
              <a:t>Local businesses</a:t>
            </a:r>
          </a:p>
        </p:txBody>
      </p:sp>
      <p:sp>
        <p:nvSpPr>
          <p:cNvPr id="3718" name="Google Shape;3045;p42">
            <a:extLst>
              <a:ext uri="{FF2B5EF4-FFF2-40B4-BE49-F238E27FC236}">
                <a16:creationId xmlns:a16="http://schemas.microsoft.com/office/drawing/2014/main" id="{427DAF01-81B3-E618-2F6F-4089A506D392}"/>
              </a:ext>
            </a:extLst>
          </p:cNvPr>
          <p:cNvSpPr txBox="1">
            <a:spLocks/>
          </p:cNvSpPr>
          <p:nvPr/>
        </p:nvSpPr>
        <p:spPr>
          <a:xfrm>
            <a:off x="4674675" y="2761970"/>
            <a:ext cx="2265600" cy="75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b="1" dirty="0">
                <a:solidFill>
                  <a:schemeClr val="bg1"/>
                </a:solidFill>
                <a:latin typeface="Exo" panose="020B0604020202020204" charset="0"/>
              </a:rPr>
              <a:t>Eldercare market access</a:t>
            </a:r>
          </a:p>
        </p:txBody>
      </p:sp>
      <p:sp>
        <p:nvSpPr>
          <p:cNvPr id="3715" name="Google Shape;3042;p42">
            <a:extLst>
              <a:ext uri="{FF2B5EF4-FFF2-40B4-BE49-F238E27FC236}">
                <a16:creationId xmlns:a16="http://schemas.microsoft.com/office/drawing/2014/main" id="{9830A402-FAFE-DD1D-2117-58D69DEB6C23}"/>
              </a:ext>
            </a:extLst>
          </p:cNvPr>
          <p:cNvSpPr txBox="1">
            <a:spLocks/>
          </p:cNvSpPr>
          <p:nvPr/>
        </p:nvSpPr>
        <p:spPr>
          <a:xfrm>
            <a:off x="2405836" y="2794241"/>
            <a:ext cx="22656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b="1" dirty="0">
                <a:solidFill>
                  <a:schemeClr val="bg1"/>
                </a:solidFill>
                <a:latin typeface="Exo" panose="020B0604020202020204" charset="0"/>
              </a:rPr>
              <a:t>Healthcare institution</a:t>
            </a:r>
          </a:p>
        </p:txBody>
      </p:sp>
      <p:sp>
        <p:nvSpPr>
          <p:cNvPr id="3716" name="Google Shape;3043;p42">
            <a:extLst>
              <a:ext uri="{FF2B5EF4-FFF2-40B4-BE49-F238E27FC236}">
                <a16:creationId xmlns:a16="http://schemas.microsoft.com/office/drawing/2014/main" id="{1434BF21-08E2-933B-D59D-9CB0994BFD53}"/>
              </a:ext>
            </a:extLst>
          </p:cNvPr>
          <p:cNvSpPr txBox="1">
            <a:spLocks/>
          </p:cNvSpPr>
          <p:nvPr/>
        </p:nvSpPr>
        <p:spPr>
          <a:xfrm>
            <a:off x="2601630" y="2873156"/>
            <a:ext cx="1869722" cy="75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b="1" dirty="0">
                <a:solidFill>
                  <a:schemeClr val="bg1"/>
                </a:solidFill>
                <a:latin typeface="Exo" panose="020B0604020202020204" charset="0"/>
              </a:rPr>
              <a:t>Reduce fragmented care</a:t>
            </a:r>
          </a:p>
        </p:txBody>
      </p:sp>
      <p:sp>
        <p:nvSpPr>
          <p:cNvPr id="3713" name="Google Shape;3040;p42">
            <a:extLst>
              <a:ext uri="{FF2B5EF4-FFF2-40B4-BE49-F238E27FC236}">
                <a16:creationId xmlns:a16="http://schemas.microsoft.com/office/drawing/2014/main" id="{33DC7163-9100-030C-FBA3-8C3CFDDA492A}"/>
              </a:ext>
            </a:extLst>
          </p:cNvPr>
          <p:cNvSpPr txBox="1">
            <a:spLocks/>
          </p:cNvSpPr>
          <p:nvPr/>
        </p:nvSpPr>
        <p:spPr>
          <a:xfrm>
            <a:off x="288906" y="2801692"/>
            <a:ext cx="22656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b="1" dirty="0">
                <a:solidFill>
                  <a:schemeClr val="bg1"/>
                </a:solidFill>
                <a:latin typeface="Exo" panose="020B0604020202020204" charset="0"/>
              </a:rPr>
              <a:t>Government </a:t>
            </a:r>
          </a:p>
        </p:txBody>
      </p:sp>
      <p:sp>
        <p:nvSpPr>
          <p:cNvPr id="3714" name="Google Shape;3041;p42">
            <a:extLst>
              <a:ext uri="{FF2B5EF4-FFF2-40B4-BE49-F238E27FC236}">
                <a16:creationId xmlns:a16="http://schemas.microsoft.com/office/drawing/2014/main" id="{B9875F4C-4C70-6508-5320-25A1490B4301}"/>
              </a:ext>
            </a:extLst>
          </p:cNvPr>
          <p:cNvSpPr txBox="1">
            <a:spLocks/>
          </p:cNvSpPr>
          <p:nvPr/>
        </p:nvSpPr>
        <p:spPr>
          <a:xfrm>
            <a:off x="486845" y="2880657"/>
            <a:ext cx="1869722" cy="75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b="1" dirty="0">
                <a:solidFill>
                  <a:schemeClr val="bg1"/>
                </a:solidFill>
                <a:latin typeface="Exo" panose="020B0604020202020204" charset="0"/>
              </a:rPr>
              <a:t>Smart Bangladesh 2041 vision</a:t>
            </a:r>
          </a:p>
        </p:txBody>
      </p:sp>
      <p:sp>
        <p:nvSpPr>
          <p:cNvPr id="3759" name="TextBox 3758">
            <a:extLst>
              <a:ext uri="{FF2B5EF4-FFF2-40B4-BE49-F238E27FC236}">
                <a16:creationId xmlns:a16="http://schemas.microsoft.com/office/drawing/2014/main" id="{788A7E7A-2A5E-D46E-D296-53FB1CEB8593}"/>
              </a:ext>
            </a:extLst>
          </p:cNvPr>
          <p:cNvSpPr txBox="1"/>
          <p:nvPr/>
        </p:nvSpPr>
        <p:spPr>
          <a:xfrm>
            <a:off x="3606888" y="974724"/>
            <a:ext cx="193022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Exo" panose="020B0604020202020204" charset="0"/>
              </a:rPr>
              <a:t>Secondary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0E9F9A-E736-137A-0353-F6A6EA384C16}"/>
              </a:ext>
            </a:extLst>
          </p:cNvPr>
          <p:cNvSpPr txBox="1"/>
          <p:nvPr/>
        </p:nvSpPr>
        <p:spPr>
          <a:xfrm>
            <a:off x="7175821" y="2804673"/>
            <a:ext cx="11822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Exo" panose="020B0604020202020204" charset="0"/>
              </a:rPr>
              <a:t>Employers </a:t>
            </a:r>
          </a:p>
        </p:txBody>
      </p:sp>
      <p:sp>
        <p:nvSpPr>
          <p:cNvPr id="51" name="Google Shape;3045;p42">
            <a:extLst>
              <a:ext uri="{FF2B5EF4-FFF2-40B4-BE49-F238E27FC236}">
                <a16:creationId xmlns:a16="http://schemas.microsoft.com/office/drawing/2014/main" id="{6DD3556F-F985-7A02-B113-3236CB3D01F4}"/>
              </a:ext>
            </a:extLst>
          </p:cNvPr>
          <p:cNvSpPr txBox="1">
            <a:spLocks/>
          </p:cNvSpPr>
          <p:nvPr/>
        </p:nvSpPr>
        <p:spPr>
          <a:xfrm>
            <a:off x="6942233" y="2958561"/>
            <a:ext cx="1743456" cy="75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b="1" dirty="0">
                <a:solidFill>
                  <a:schemeClr val="bg1"/>
                </a:solidFill>
                <a:latin typeface="Exo" panose="020B0604020202020204" charset="0"/>
              </a:rPr>
              <a:t>Active aging workforce</a:t>
            </a:r>
          </a:p>
        </p:txBody>
      </p:sp>
      <p:grpSp>
        <p:nvGrpSpPr>
          <p:cNvPr id="3848" name="Google Shape;11281;p87">
            <a:extLst>
              <a:ext uri="{FF2B5EF4-FFF2-40B4-BE49-F238E27FC236}">
                <a16:creationId xmlns:a16="http://schemas.microsoft.com/office/drawing/2014/main" id="{05687461-6E37-669E-806D-0B1444C65179}"/>
              </a:ext>
            </a:extLst>
          </p:cNvPr>
          <p:cNvGrpSpPr/>
          <p:nvPr/>
        </p:nvGrpSpPr>
        <p:grpSpPr>
          <a:xfrm>
            <a:off x="7361998" y="2047676"/>
            <a:ext cx="749808" cy="749808"/>
            <a:chOff x="-56766175" y="3198925"/>
            <a:chExt cx="279625" cy="319000"/>
          </a:xfrm>
          <a:solidFill>
            <a:schemeClr val="accent2"/>
          </a:solidFill>
        </p:grpSpPr>
        <p:sp>
          <p:nvSpPr>
            <p:cNvPr id="3849" name="Google Shape;11282;p87">
              <a:extLst>
                <a:ext uri="{FF2B5EF4-FFF2-40B4-BE49-F238E27FC236}">
                  <a16:creationId xmlns:a16="http://schemas.microsoft.com/office/drawing/2014/main" id="{0CF0B0E3-DC89-04C4-5871-EC1B17A0108A}"/>
                </a:ext>
              </a:extLst>
            </p:cNvPr>
            <p:cNvSpPr/>
            <p:nvPr/>
          </p:nvSpPr>
          <p:spPr>
            <a:xfrm>
              <a:off x="-56766175" y="3335975"/>
              <a:ext cx="18925" cy="63825"/>
            </a:xfrm>
            <a:custGeom>
              <a:avLst/>
              <a:gdLst/>
              <a:ahLst/>
              <a:cxnLst/>
              <a:rect l="l" t="t" r="r" b="b"/>
              <a:pathLst>
                <a:path w="757" h="2553" extrusionOk="0">
                  <a:moveTo>
                    <a:pt x="757" y="0"/>
                  </a:moveTo>
                  <a:cubicBezTo>
                    <a:pt x="316" y="221"/>
                    <a:pt x="1" y="693"/>
                    <a:pt x="1" y="1260"/>
                  </a:cubicBezTo>
                  <a:cubicBezTo>
                    <a:pt x="1" y="1796"/>
                    <a:pt x="316" y="2269"/>
                    <a:pt x="757" y="2552"/>
                  </a:cubicBezTo>
                  <a:lnTo>
                    <a:pt x="757" y="158"/>
                  </a:lnTo>
                  <a:lnTo>
                    <a:pt x="75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0" name="Google Shape;11283;p87">
              <a:extLst>
                <a:ext uri="{FF2B5EF4-FFF2-40B4-BE49-F238E27FC236}">
                  <a16:creationId xmlns:a16="http://schemas.microsoft.com/office/drawing/2014/main" id="{6B43884A-3DB3-6BA4-F018-EAC6B282BFD6}"/>
                </a:ext>
              </a:extLst>
            </p:cNvPr>
            <p:cNvSpPr/>
            <p:nvPr/>
          </p:nvSpPr>
          <p:spPr>
            <a:xfrm>
              <a:off x="-56747275" y="3198925"/>
              <a:ext cx="222925" cy="93750"/>
            </a:xfrm>
            <a:custGeom>
              <a:avLst/>
              <a:gdLst/>
              <a:ahLst/>
              <a:cxnLst/>
              <a:rect l="l" t="t" r="r" b="b"/>
              <a:pathLst>
                <a:path w="8917" h="3750" extrusionOk="0">
                  <a:moveTo>
                    <a:pt x="347" y="0"/>
                  </a:moveTo>
                  <a:cubicBezTo>
                    <a:pt x="158" y="0"/>
                    <a:pt x="1" y="158"/>
                    <a:pt x="32" y="347"/>
                  </a:cubicBezTo>
                  <a:cubicBezTo>
                    <a:pt x="410" y="2269"/>
                    <a:pt x="2080" y="3749"/>
                    <a:pt x="4096" y="3749"/>
                  </a:cubicBezTo>
                  <a:lnTo>
                    <a:pt x="8917" y="3749"/>
                  </a:lnTo>
                  <a:cubicBezTo>
                    <a:pt x="8728" y="1639"/>
                    <a:pt x="6995" y="0"/>
                    <a:pt x="48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1" name="Google Shape;11284;p87">
              <a:extLst>
                <a:ext uri="{FF2B5EF4-FFF2-40B4-BE49-F238E27FC236}">
                  <a16:creationId xmlns:a16="http://schemas.microsoft.com/office/drawing/2014/main" id="{992A3D3D-B606-B598-6F08-1518B0D93037}"/>
                </a:ext>
              </a:extLst>
            </p:cNvPr>
            <p:cNvSpPr/>
            <p:nvPr/>
          </p:nvSpPr>
          <p:spPr>
            <a:xfrm>
              <a:off x="-56710250" y="3348575"/>
              <a:ext cx="55150" cy="55150"/>
            </a:xfrm>
            <a:custGeom>
              <a:avLst/>
              <a:gdLst/>
              <a:ahLst/>
              <a:cxnLst/>
              <a:rect l="l" t="t" r="r" b="b"/>
              <a:pathLst>
                <a:path w="2206" h="2206" extrusionOk="0">
                  <a:moveTo>
                    <a:pt x="1103" y="0"/>
                  </a:moveTo>
                  <a:cubicBezTo>
                    <a:pt x="473" y="0"/>
                    <a:pt x="0" y="504"/>
                    <a:pt x="0" y="1103"/>
                  </a:cubicBezTo>
                  <a:cubicBezTo>
                    <a:pt x="0" y="1670"/>
                    <a:pt x="504" y="2206"/>
                    <a:pt x="1103" y="2206"/>
                  </a:cubicBezTo>
                  <a:cubicBezTo>
                    <a:pt x="1733" y="2206"/>
                    <a:pt x="2206" y="1702"/>
                    <a:pt x="2206" y="1103"/>
                  </a:cubicBezTo>
                  <a:cubicBezTo>
                    <a:pt x="2206" y="504"/>
                    <a:pt x="1733" y="0"/>
                    <a:pt x="110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2" name="Google Shape;11285;p87">
              <a:extLst>
                <a:ext uri="{FF2B5EF4-FFF2-40B4-BE49-F238E27FC236}">
                  <a16:creationId xmlns:a16="http://schemas.microsoft.com/office/drawing/2014/main" id="{9EDF1140-35EF-7A2C-39E5-431E34CF3912}"/>
                </a:ext>
              </a:extLst>
            </p:cNvPr>
            <p:cNvSpPr/>
            <p:nvPr/>
          </p:nvSpPr>
          <p:spPr>
            <a:xfrm>
              <a:off x="-56597625" y="3349350"/>
              <a:ext cx="55150" cy="55175"/>
            </a:xfrm>
            <a:custGeom>
              <a:avLst/>
              <a:gdLst/>
              <a:ahLst/>
              <a:cxnLst/>
              <a:rect l="l" t="t" r="r" b="b"/>
              <a:pathLst>
                <a:path w="2206" h="2207" extrusionOk="0">
                  <a:moveTo>
                    <a:pt x="1103" y="1"/>
                  </a:moveTo>
                  <a:cubicBezTo>
                    <a:pt x="473" y="1"/>
                    <a:pt x="1" y="505"/>
                    <a:pt x="1" y="1103"/>
                  </a:cubicBezTo>
                  <a:cubicBezTo>
                    <a:pt x="1" y="1702"/>
                    <a:pt x="473" y="2206"/>
                    <a:pt x="1103" y="2206"/>
                  </a:cubicBezTo>
                  <a:cubicBezTo>
                    <a:pt x="1702" y="2206"/>
                    <a:pt x="2206" y="1702"/>
                    <a:pt x="2206" y="1103"/>
                  </a:cubicBezTo>
                  <a:cubicBezTo>
                    <a:pt x="2206" y="505"/>
                    <a:pt x="1702" y="1"/>
                    <a:pt x="110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3" name="Google Shape;11286;p87">
              <a:extLst>
                <a:ext uri="{FF2B5EF4-FFF2-40B4-BE49-F238E27FC236}">
                  <a16:creationId xmlns:a16="http://schemas.microsoft.com/office/drawing/2014/main" id="{7B045008-EED2-B992-4A5E-F6D1F76289E6}"/>
                </a:ext>
              </a:extLst>
            </p:cNvPr>
            <p:cNvSpPr/>
            <p:nvPr/>
          </p:nvSpPr>
          <p:spPr>
            <a:xfrm>
              <a:off x="-56727575" y="3376925"/>
              <a:ext cx="204800" cy="141000"/>
            </a:xfrm>
            <a:custGeom>
              <a:avLst/>
              <a:gdLst/>
              <a:ahLst/>
              <a:cxnLst/>
              <a:rect l="l" t="t" r="r" b="b"/>
              <a:pathLst>
                <a:path w="8192" h="5640" extrusionOk="0">
                  <a:moveTo>
                    <a:pt x="5104" y="2174"/>
                  </a:moveTo>
                  <a:cubicBezTo>
                    <a:pt x="5199" y="2174"/>
                    <a:pt x="5293" y="2206"/>
                    <a:pt x="5356" y="2269"/>
                  </a:cubicBezTo>
                  <a:cubicBezTo>
                    <a:pt x="5545" y="2395"/>
                    <a:pt x="5545" y="2647"/>
                    <a:pt x="5388" y="2804"/>
                  </a:cubicBezTo>
                  <a:cubicBezTo>
                    <a:pt x="5041" y="3151"/>
                    <a:pt x="4569" y="3340"/>
                    <a:pt x="4096" y="3340"/>
                  </a:cubicBezTo>
                  <a:cubicBezTo>
                    <a:pt x="3560" y="3340"/>
                    <a:pt x="3088" y="3151"/>
                    <a:pt x="2741" y="2804"/>
                  </a:cubicBezTo>
                  <a:cubicBezTo>
                    <a:pt x="2584" y="2647"/>
                    <a:pt x="2584" y="2395"/>
                    <a:pt x="2741" y="2269"/>
                  </a:cubicBezTo>
                  <a:cubicBezTo>
                    <a:pt x="2820" y="2206"/>
                    <a:pt x="2922" y="2174"/>
                    <a:pt x="3021" y="2174"/>
                  </a:cubicBezTo>
                  <a:cubicBezTo>
                    <a:pt x="3119" y="2174"/>
                    <a:pt x="3214" y="2206"/>
                    <a:pt x="3277" y="2269"/>
                  </a:cubicBezTo>
                  <a:cubicBezTo>
                    <a:pt x="3482" y="2489"/>
                    <a:pt x="3765" y="2600"/>
                    <a:pt x="4053" y="2600"/>
                  </a:cubicBezTo>
                  <a:cubicBezTo>
                    <a:pt x="4340" y="2600"/>
                    <a:pt x="4632" y="2489"/>
                    <a:pt x="4852" y="2269"/>
                  </a:cubicBezTo>
                  <a:cubicBezTo>
                    <a:pt x="4915" y="2206"/>
                    <a:pt x="5010" y="2174"/>
                    <a:pt x="5104" y="2174"/>
                  </a:cubicBezTo>
                  <a:close/>
                  <a:moveTo>
                    <a:pt x="0" y="0"/>
                  </a:moveTo>
                  <a:lnTo>
                    <a:pt x="0" y="1513"/>
                  </a:lnTo>
                  <a:cubicBezTo>
                    <a:pt x="0" y="3623"/>
                    <a:pt x="1639" y="5451"/>
                    <a:pt x="3718" y="5640"/>
                  </a:cubicBezTo>
                  <a:lnTo>
                    <a:pt x="3718" y="4537"/>
                  </a:lnTo>
                  <a:cubicBezTo>
                    <a:pt x="3718" y="4348"/>
                    <a:pt x="3875" y="4191"/>
                    <a:pt x="4096" y="4191"/>
                  </a:cubicBezTo>
                  <a:cubicBezTo>
                    <a:pt x="4285" y="4191"/>
                    <a:pt x="4442" y="4348"/>
                    <a:pt x="4442" y="4537"/>
                  </a:cubicBezTo>
                  <a:lnTo>
                    <a:pt x="4442" y="5640"/>
                  </a:lnTo>
                  <a:cubicBezTo>
                    <a:pt x="6522" y="5451"/>
                    <a:pt x="8192" y="3623"/>
                    <a:pt x="8192" y="1513"/>
                  </a:cubicBezTo>
                  <a:lnTo>
                    <a:pt x="8192" y="0"/>
                  </a:lnTo>
                  <a:cubicBezTo>
                    <a:pt x="8192" y="1009"/>
                    <a:pt x="7309" y="1859"/>
                    <a:pt x="6301" y="1859"/>
                  </a:cubicBezTo>
                  <a:cubicBezTo>
                    <a:pt x="5388" y="1859"/>
                    <a:pt x="4632" y="1229"/>
                    <a:pt x="4474" y="347"/>
                  </a:cubicBezTo>
                  <a:lnTo>
                    <a:pt x="3655" y="347"/>
                  </a:lnTo>
                  <a:cubicBezTo>
                    <a:pt x="3497" y="1229"/>
                    <a:pt x="2710" y="1859"/>
                    <a:pt x="1828" y="1859"/>
                  </a:cubicBezTo>
                  <a:cubicBezTo>
                    <a:pt x="819" y="1859"/>
                    <a:pt x="0" y="1009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4" name="Google Shape;11287;p87">
              <a:extLst>
                <a:ext uri="{FF2B5EF4-FFF2-40B4-BE49-F238E27FC236}">
                  <a16:creationId xmlns:a16="http://schemas.microsoft.com/office/drawing/2014/main" id="{27B2A6AB-80DB-7DD5-223B-A9816DCC5E31}"/>
                </a:ext>
              </a:extLst>
            </p:cNvPr>
            <p:cNvSpPr/>
            <p:nvPr/>
          </p:nvSpPr>
          <p:spPr>
            <a:xfrm>
              <a:off x="-56729150" y="3289500"/>
              <a:ext cx="204000" cy="87450"/>
            </a:xfrm>
            <a:custGeom>
              <a:avLst/>
              <a:gdLst/>
              <a:ahLst/>
              <a:cxnLst/>
              <a:rect l="l" t="t" r="r" b="b"/>
              <a:pathLst>
                <a:path w="8160" h="3498" extrusionOk="0">
                  <a:moveTo>
                    <a:pt x="567" y="0"/>
                  </a:moveTo>
                  <a:cubicBezTo>
                    <a:pt x="221" y="630"/>
                    <a:pt x="0" y="1292"/>
                    <a:pt x="0" y="2017"/>
                  </a:cubicBezTo>
                  <a:lnTo>
                    <a:pt x="0" y="3497"/>
                  </a:lnTo>
                  <a:cubicBezTo>
                    <a:pt x="0" y="2489"/>
                    <a:pt x="851" y="1639"/>
                    <a:pt x="1859" y="1639"/>
                  </a:cubicBezTo>
                  <a:cubicBezTo>
                    <a:pt x="2773" y="1639"/>
                    <a:pt x="3529" y="2269"/>
                    <a:pt x="3686" y="3151"/>
                  </a:cubicBezTo>
                  <a:lnTo>
                    <a:pt x="4505" y="3151"/>
                  </a:lnTo>
                  <a:cubicBezTo>
                    <a:pt x="4663" y="2269"/>
                    <a:pt x="5451" y="1639"/>
                    <a:pt x="6333" y="1639"/>
                  </a:cubicBezTo>
                  <a:cubicBezTo>
                    <a:pt x="7341" y="1639"/>
                    <a:pt x="8160" y="2489"/>
                    <a:pt x="8160" y="3497"/>
                  </a:cubicBezTo>
                  <a:lnTo>
                    <a:pt x="8160" y="914"/>
                  </a:lnTo>
                  <a:lnTo>
                    <a:pt x="3340" y="914"/>
                  </a:lnTo>
                  <a:cubicBezTo>
                    <a:pt x="2332" y="851"/>
                    <a:pt x="1355" y="536"/>
                    <a:pt x="5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5" name="Google Shape;11288;p87">
              <a:extLst>
                <a:ext uri="{FF2B5EF4-FFF2-40B4-BE49-F238E27FC236}">
                  <a16:creationId xmlns:a16="http://schemas.microsoft.com/office/drawing/2014/main" id="{B52946A7-90BD-229B-FC85-F814224D251B}"/>
                </a:ext>
              </a:extLst>
            </p:cNvPr>
            <p:cNvSpPr/>
            <p:nvPr/>
          </p:nvSpPr>
          <p:spPr>
            <a:xfrm>
              <a:off x="-56505475" y="3335975"/>
              <a:ext cx="18925" cy="63825"/>
            </a:xfrm>
            <a:custGeom>
              <a:avLst/>
              <a:gdLst/>
              <a:ahLst/>
              <a:cxnLst/>
              <a:rect l="l" t="t" r="r" b="b"/>
              <a:pathLst>
                <a:path w="757" h="2553" extrusionOk="0">
                  <a:moveTo>
                    <a:pt x="1" y="0"/>
                  </a:moveTo>
                  <a:lnTo>
                    <a:pt x="1" y="2552"/>
                  </a:lnTo>
                  <a:cubicBezTo>
                    <a:pt x="442" y="2269"/>
                    <a:pt x="757" y="1796"/>
                    <a:pt x="757" y="1260"/>
                  </a:cubicBezTo>
                  <a:cubicBezTo>
                    <a:pt x="757" y="693"/>
                    <a:pt x="473" y="221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55" name="Google Shape;10052;p85">
            <a:extLst>
              <a:ext uri="{FF2B5EF4-FFF2-40B4-BE49-F238E27FC236}">
                <a16:creationId xmlns:a16="http://schemas.microsoft.com/office/drawing/2014/main" id="{1C0CF57C-A58B-50FF-9F3E-D24982459618}"/>
              </a:ext>
            </a:extLst>
          </p:cNvPr>
          <p:cNvGrpSpPr/>
          <p:nvPr/>
        </p:nvGrpSpPr>
        <p:grpSpPr>
          <a:xfrm>
            <a:off x="1046802" y="2020849"/>
            <a:ext cx="749808" cy="749808"/>
            <a:chOff x="-38537400" y="3588000"/>
            <a:chExt cx="316650" cy="315875"/>
          </a:xfrm>
          <a:solidFill>
            <a:schemeClr val="accent2"/>
          </a:solidFill>
        </p:grpSpPr>
        <p:sp>
          <p:nvSpPr>
            <p:cNvPr id="3656" name="Google Shape;10053;p85">
              <a:extLst>
                <a:ext uri="{FF2B5EF4-FFF2-40B4-BE49-F238E27FC236}">
                  <a16:creationId xmlns:a16="http://schemas.microsoft.com/office/drawing/2014/main" id="{C2CA54CD-EBC2-B3E6-8DBF-1C9AFB659795}"/>
                </a:ext>
              </a:extLst>
            </p:cNvPr>
            <p:cNvSpPr/>
            <p:nvPr/>
          </p:nvSpPr>
          <p:spPr>
            <a:xfrm>
              <a:off x="-38327900" y="3719550"/>
              <a:ext cx="20500" cy="41750"/>
            </a:xfrm>
            <a:custGeom>
              <a:avLst/>
              <a:gdLst/>
              <a:ahLst/>
              <a:cxnLst/>
              <a:rect l="l" t="t" r="r" b="b"/>
              <a:pathLst>
                <a:path w="820" h="1670" extrusionOk="0">
                  <a:moveTo>
                    <a:pt x="1" y="0"/>
                  </a:moveTo>
                  <a:lnTo>
                    <a:pt x="1" y="1229"/>
                  </a:lnTo>
                  <a:cubicBezTo>
                    <a:pt x="1" y="1449"/>
                    <a:pt x="190" y="1607"/>
                    <a:pt x="442" y="1670"/>
                  </a:cubicBezTo>
                  <a:cubicBezTo>
                    <a:pt x="631" y="1607"/>
                    <a:pt x="820" y="1449"/>
                    <a:pt x="820" y="1229"/>
                  </a:cubicBezTo>
                  <a:lnTo>
                    <a:pt x="82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7" name="Google Shape;10054;p85">
              <a:extLst>
                <a:ext uri="{FF2B5EF4-FFF2-40B4-BE49-F238E27FC236}">
                  <a16:creationId xmlns:a16="http://schemas.microsoft.com/office/drawing/2014/main" id="{6B98DA53-780F-1118-197C-58E9C35A7FA8}"/>
                </a:ext>
              </a:extLst>
            </p:cNvPr>
            <p:cNvSpPr/>
            <p:nvPr/>
          </p:nvSpPr>
          <p:spPr>
            <a:xfrm>
              <a:off x="-38452350" y="3719550"/>
              <a:ext cx="21300" cy="41750"/>
            </a:xfrm>
            <a:custGeom>
              <a:avLst/>
              <a:gdLst/>
              <a:ahLst/>
              <a:cxnLst/>
              <a:rect l="l" t="t" r="r" b="b"/>
              <a:pathLst>
                <a:path w="852" h="1670" extrusionOk="0">
                  <a:moveTo>
                    <a:pt x="1" y="0"/>
                  </a:moveTo>
                  <a:lnTo>
                    <a:pt x="1" y="1229"/>
                  </a:lnTo>
                  <a:cubicBezTo>
                    <a:pt x="1" y="1449"/>
                    <a:pt x="221" y="1607"/>
                    <a:pt x="410" y="1670"/>
                  </a:cubicBezTo>
                  <a:cubicBezTo>
                    <a:pt x="631" y="1607"/>
                    <a:pt x="851" y="1449"/>
                    <a:pt x="851" y="1229"/>
                  </a:cubicBezTo>
                  <a:lnTo>
                    <a:pt x="85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8" name="Google Shape;10055;p85">
              <a:extLst>
                <a:ext uri="{FF2B5EF4-FFF2-40B4-BE49-F238E27FC236}">
                  <a16:creationId xmlns:a16="http://schemas.microsoft.com/office/drawing/2014/main" id="{38C91777-EA0A-69B5-5D1F-B007783C2B6E}"/>
                </a:ext>
              </a:extLst>
            </p:cNvPr>
            <p:cNvSpPr/>
            <p:nvPr/>
          </p:nvSpPr>
          <p:spPr>
            <a:xfrm>
              <a:off x="-38516925" y="3759700"/>
              <a:ext cx="275700" cy="144175"/>
            </a:xfrm>
            <a:custGeom>
              <a:avLst/>
              <a:gdLst/>
              <a:ahLst/>
              <a:cxnLst/>
              <a:rect l="l" t="t" r="r" b="b"/>
              <a:pathLst>
                <a:path w="11028" h="5767" extrusionOk="0">
                  <a:moveTo>
                    <a:pt x="7152" y="1671"/>
                  </a:moveTo>
                  <a:cubicBezTo>
                    <a:pt x="7404" y="1671"/>
                    <a:pt x="7593" y="1860"/>
                    <a:pt x="7593" y="2112"/>
                  </a:cubicBezTo>
                  <a:lnTo>
                    <a:pt x="7593" y="3750"/>
                  </a:lnTo>
                  <a:cubicBezTo>
                    <a:pt x="7593" y="4002"/>
                    <a:pt x="7404" y="4159"/>
                    <a:pt x="7152" y="4159"/>
                  </a:cubicBezTo>
                  <a:lnTo>
                    <a:pt x="3844" y="4159"/>
                  </a:lnTo>
                  <a:cubicBezTo>
                    <a:pt x="3624" y="4159"/>
                    <a:pt x="3434" y="3939"/>
                    <a:pt x="3434" y="3750"/>
                  </a:cubicBezTo>
                  <a:lnTo>
                    <a:pt x="3434" y="2112"/>
                  </a:lnTo>
                  <a:cubicBezTo>
                    <a:pt x="3434" y="1860"/>
                    <a:pt x="3624" y="1671"/>
                    <a:pt x="3844" y="1671"/>
                  </a:cubicBezTo>
                  <a:close/>
                  <a:moveTo>
                    <a:pt x="0" y="1"/>
                  </a:moveTo>
                  <a:lnTo>
                    <a:pt x="0" y="4537"/>
                  </a:lnTo>
                  <a:cubicBezTo>
                    <a:pt x="0" y="5199"/>
                    <a:pt x="568" y="5766"/>
                    <a:pt x="1261" y="5766"/>
                  </a:cubicBezTo>
                  <a:lnTo>
                    <a:pt x="9798" y="5766"/>
                  </a:lnTo>
                  <a:cubicBezTo>
                    <a:pt x="10460" y="5766"/>
                    <a:pt x="11027" y="5199"/>
                    <a:pt x="11027" y="4537"/>
                  </a:cubicBezTo>
                  <a:lnTo>
                    <a:pt x="11027" y="1"/>
                  </a:lnTo>
                  <a:lnTo>
                    <a:pt x="9168" y="1"/>
                  </a:lnTo>
                  <a:cubicBezTo>
                    <a:pt x="9011" y="473"/>
                    <a:pt x="8538" y="851"/>
                    <a:pt x="8003" y="851"/>
                  </a:cubicBezTo>
                  <a:cubicBezTo>
                    <a:pt x="7436" y="851"/>
                    <a:pt x="6995" y="473"/>
                    <a:pt x="6806" y="1"/>
                  </a:cubicBezTo>
                  <a:lnTo>
                    <a:pt x="4159" y="1"/>
                  </a:lnTo>
                  <a:cubicBezTo>
                    <a:pt x="4002" y="473"/>
                    <a:pt x="3560" y="851"/>
                    <a:pt x="2993" y="851"/>
                  </a:cubicBezTo>
                  <a:cubicBezTo>
                    <a:pt x="2489" y="851"/>
                    <a:pt x="2017" y="536"/>
                    <a:pt x="185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9" name="Google Shape;10056;p85">
              <a:extLst>
                <a:ext uri="{FF2B5EF4-FFF2-40B4-BE49-F238E27FC236}">
                  <a16:creationId xmlns:a16="http://schemas.microsoft.com/office/drawing/2014/main" id="{4BBB0E9C-3C87-9173-3614-FB95403C8C05}"/>
                </a:ext>
              </a:extLst>
            </p:cNvPr>
            <p:cNvSpPr/>
            <p:nvPr/>
          </p:nvSpPr>
          <p:spPr>
            <a:xfrm>
              <a:off x="-38537400" y="3588000"/>
              <a:ext cx="316650" cy="151250"/>
            </a:xfrm>
            <a:custGeom>
              <a:avLst/>
              <a:gdLst/>
              <a:ahLst/>
              <a:cxnLst/>
              <a:rect l="l" t="t" r="r" b="b"/>
              <a:pathLst>
                <a:path w="12666" h="6050" extrusionOk="0">
                  <a:moveTo>
                    <a:pt x="7971" y="820"/>
                  </a:moveTo>
                  <a:cubicBezTo>
                    <a:pt x="8223" y="820"/>
                    <a:pt x="8381" y="1009"/>
                    <a:pt x="8412" y="1229"/>
                  </a:cubicBezTo>
                  <a:lnTo>
                    <a:pt x="8412" y="1639"/>
                  </a:lnTo>
                  <a:lnTo>
                    <a:pt x="4253" y="1639"/>
                  </a:lnTo>
                  <a:lnTo>
                    <a:pt x="4253" y="1229"/>
                  </a:lnTo>
                  <a:cubicBezTo>
                    <a:pt x="4253" y="1009"/>
                    <a:pt x="4443" y="851"/>
                    <a:pt x="4663" y="820"/>
                  </a:cubicBezTo>
                  <a:close/>
                  <a:moveTo>
                    <a:pt x="4632" y="1"/>
                  </a:moveTo>
                  <a:cubicBezTo>
                    <a:pt x="3970" y="1"/>
                    <a:pt x="3403" y="536"/>
                    <a:pt x="3403" y="1229"/>
                  </a:cubicBezTo>
                  <a:lnTo>
                    <a:pt x="3403" y="1639"/>
                  </a:lnTo>
                  <a:lnTo>
                    <a:pt x="1229" y="1639"/>
                  </a:lnTo>
                  <a:cubicBezTo>
                    <a:pt x="536" y="1639"/>
                    <a:pt x="0" y="2175"/>
                    <a:pt x="0" y="2868"/>
                  </a:cubicBezTo>
                  <a:lnTo>
                    <a:pt x="0" y="5609"/>
                  </a:lnTo>
                  <a:cubicBezTo>
                    <a:pt x="0" y="5861"/>
                    <a:pt x="189" y="6050"/>
                    <a:pt x="378" y="6050"/>
                  </a:cubicBezTo>
                  <a:lnTo>
                    <a:pt x="2584" y="6050"/>
                  </a:lnTo>
                  <a:lnTo>
                    <a:pt x="2584" y="4821"/>
                  </a:lnTo>
                  <a:cubicBezTo>
                    <a:pt x="2584" y="4600"/>
                    <a:pt x="2804" y="4380"/>
                    <a:pt x="3025" y="4380"/>
                  </a:cubicBezTo>
                  <a:lnTo>
                    <a:pt x="4663" y="4380"/>
                  </a:lnTo>
                  <a:cubicBezTo>
                    <a:pt x="4915" y="4380"/>
                    <a:pt x="5104" y="4600"/>
                    <a:pt x="5104" y="4821"/>
                  </a:cubicBezTo>
                  <a:lnTo>
                    <a:pt x="5104" y="6050"/>
                  </a:lnTo>
                  <a:lnTo>
                    <a:pt x="7593" y="6050"/>
                  </a:lnTo>
                  <a:lnTo>
                    <a:pt x="7593" y="4821"/>
                  </a:lnTo>
                  <a:cubicBezTo>
                    <a:pt x="7593" y="4600"/>
                    <a:pt x="7782" y="4380"/>
                    <a:pt x="7971" y="4380"/>
                  </a:cubicBezTo>
                  <a:lnTo>
                    <a:pt x="9641" y="4380"/>
                  </a:lnTo>
                  <a:cubicBezTo>
                    <a:pt x="9861" y="4380"/>
                    <a:pt x="10019" y="4600"/>
                    <a:pt x="10019" y="4821"/>
                  </a:cubicBezTo>
                  <a:lnTo>
                    <a:pt x="10019" y="6050"/>
                  </a:lnTo>
                  <a:lnTo>
                    <a:pt x="12224" y="6050"/>
                  </a:lnTo>
                  <a:cubicBezTo>
                    <a:pt x="12476" y="6050"/>
                    <a:pt x="12665" y="5861"/>
                    <a:pt x="12665" y="5609"/>
                  </a:cubicBezTo>
                  <a:lnTo>
                    <a:pt x="12665" y="2868"/>
                  </a:lnTo>
                  <a:cubicBezTo>
                    <a:pt x="12665" y="2238"/>
                    <a:pt x="12067" y="1639"/>
                    <a:pt x="11405" y="1639"/>
                  </a:cubicBezTo>
                  <a:lnTo>
                    <a:pt x="9200" y="1639"/>
                  </a:lnTo>
                  <a:lnTo>
                    <a:pt x="9200" y="1229"/>
                  </a:lnTo>
                  <a:cubicBezTo>
                    <a:pt x="9200" y="568"/>
                    <a:pt x="8664" y="32"/>
                    <a:pt x="794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60" name="Google Shape;10269;p85">
            <a:extLst>
              <a:ext uri="{FF2B5EF4-FFF2-40B4-BE49-F238E27FC236}">
                <a16:creationId xmlns:a16="http://schemas.microsoft.com/office/drawing/2014/main" id="{860AAB94-F677-D9E9-1484-5A8E542DD394}"/>
              </a:ext>
            </a:extLst>
          </p:cNvPr>
          <p:cNvGrpSpPr/>
          <p:nvPr/>
        </p:nvGrpSpPr>
        <p:grpSpPr>
          <a:xfrm>
            <a:off x="3111304" y="2053518"/>
            <a:ext cx="749808" cy="749808"/>
            <a:chOff x="-23615075" y="3148525"/>
            <a:chExt cx="295375" cy="296150"/>
          </a:xfrm>
          <a:solidFill>
            <a:schemeClr val="accent2"/>
          </a:solidFill>
        </p:grpSpPr>
        <p:sp>
          <p:nvSpPr>
            <p:cNvPr id="3661" name="Google Shape;10270;p85">
              <a:extLst>
                <a:ext uri="{FF2B5EF4-FFF2-40B4-BE49-F238E27FC236}">
                  <a16:creationId xmlns:a16="http://schemas.microsoft.com/office/drawing/2014/main" id="{9C0BD310-0D4E-D8EC-69EB-49A8F530BF91}"/>
                </a:ext>
              </a:extLst>
            </p:cNvPr>
            <p:cNvSpPr/>
            <p:nvPr/>
          </p:nvSpPr>
          <p:spPr>
            <a:xfrm>
              <a:off x="-23493775" y="3183950"/>
              <a:ext cx="52775" cy="53600"/>
            </a:xfrm>
            <a:custGeom>
              <a:avLst/>
              <a:gdLst/>
              <a:ahLst/>
              <a:cxnLst/>
              <a:rect l="l" t="t" r="r" b="b"/>
              <a:pathLst>
                <a:path w="2111" h="2144" extrusionOk="0">
                  <a:moveTo>
                    <a:pt x="1040" y="1"/>
                  </a:moveTo>
                  <a:cubicBezTo>
                    <a:pt x="851" y="1"/>
                    <a:pt x="693" y="158"/>
                    <a:pt x="693" y="347"/>
                  </a:cubicBezTo>
                  <a:lnTo>
                    <a:pt x="693" y="725"/>
                  </a:lnTo>
                  <a:lnTo>
                    <a:pt x="347" y="725"/>
                  </a:lnTo>
                  <a:cubicBezTo>
                    <a:pt x="158" y="725"/>
                    <a:pt x="0" y="883"/>
                    <a:pt x="0" y="1072"/>
                  </a:cubicBezTo>
                  <a:cubicBezTo>
                    <a:pt x="0" y="1261"/>
                    <a:pt x="158" y="1418"/>
                    <a:pt x="347" y="1418"/>
                  </a:cubicBezTo>
                  <a:lnTo>
                    <a:pt x="693" y="1418"/>
                  </a:lnTo>
                  <a:lnTo>
                    <a:pt x="693" y="1765"/>
                  </a:lnTo>
                  <a:cubicBezTo>
                    <a:pt x="693" y="1986"/>
                    <a:pt x="851" y="2143"/>
                    <a:pt x="1040" y="2143"/>
                  </a:cubicBezTo>
                  <a:cubicBezTo>
                    <a:pt x="1260" y="2143"/>
                    <a:pt x="1418" y="1986"/>
                    <a:pt x="1418" y="1765"/>
                  </a:cubicBezTo>
                  <a:lnTo>
                    <a:pt x="1418" y="1418"/>
                  </a:lnTo>
                  <a:lnTo>
                    <a:pt x="1764" y="1418"/>
                  </a:lnTo>
                  <a:cubicBezTo>
                    <a:pt x="1953" y="1418"/>
                    <a:pt x="2111" y="1261"/>
                    <a:pt x="2111" y="1072"/>
                  </a:cubicBezTo>
                  <a:cubicBezTo>
                    <a:pt x="2111" y="883"/>
                    <a:pt x="1953" y="725"/>
                    <a:pt x="1764" y="725"/>
                  </a:cubicBezTo>
                  <a:lnTo>
                    <a:pt x="1418" y="725"/>
                  </a:lnTo>
                  <a:lnTo>
                    <a:pt x="1418" y="347"/>
                  </a:lnTo>
                  <a:cubicBezTo>
                    <a:pt x="1418" y="158"/>
                    <a:pt x="1260" y="1"/>
                    <a:pt x="104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2" name="Google Shape;10271;p85">
              <a:extLst>
                <a:ext uri="{FF2B5EF4-FFF2-40B4-BE49-F238E27FC236}">
                  <a16:creationId xmlns:a16="http://schemas.microsoft.com/office/drawing/2014/main" id="{4C34D6A1-EE64-ABA8-31B8-DE2CF4A48F5C}"/>
                </a:ext>
              </a:extLst>
            </p:cNvPr>
            <p:cNvSpPr/>
            <p:nvPr/>
          </p:nvSpPr>
          <p:spPr>
            <a:xfrm>
              <a:off x="-23615075" y="3268225"/>
              <a:ext cx="34675" cy="173300"/>
            </a:xfrm>
            <a:custGeom>
              <a:avLst/>
              <a:gdLst/>
              <a:ahLst/>
              <a:cxnLst/>
              <a:rect l="l" t="t" r="r" b="b"/>
              <a:pathLst>
                <a:path w="1387" h="6932" extrusionOk="0">
                  <a:moveTo>
                    <a:pt x="1008" y="1"/>
                  </a:moveTo>
                  <a:cubicBezTo>
                    <a:pt x="441" y="1"/>
                    <a:pt x="0" y="473"/>
                    <a:pt x="0" y="1040"/>
                  </a:cubicBezTo>
                  <a:lnTo>
                    <a:pt x="0" y="6585"/>
                  </a:lnTo>
                  <a:cubicBezTo>
                    <a:pt x="0" y="6774"/>
                    <a:pt x="158" y="6932"/>
                    <a:pt x="347" y="6932"/>
                  </a:cubicBezTo>
                  <a:lnTo>
                    <a:pt x="1386" y="6932"/>
                  </a:lnTo>
                  <a:lnTo>
                    <a:pt x="1386" y="4285"/>
                  </a:lnTo>
                  <a:lnTo>
                    <a:pt x="662" y="4285"/>
                  </a:lnTo>
                  <a:lnTo>
                    <a:pt x="662" y="3561"/>
                  </a:lnTo>
                  <a:lnTo>
                    <a:pt x="1386" y="3561"/>
                  </a:lnTo>
                  <a:lnTo>
                    <a:pt x="1386" y="2868"/>
                  </a:lnTo>
                  <a:lnTo>
                    <a:pt x="662" y="2868"/>
                  </a:lnTo>
                  <a:lnTo>
                    <a:pt x="662" y="2143"/>
                  </a:lnTo>
                  <a:lnTo>
                    <a:pt x="1386" y="2143"/>
                  </a:lnTo>
                  <a:lnTo>
                    <a:pt x="1386" y="1418"/>
                  </a:lnTo>
                  <a:lnTo>
                    <a:pt x="662" y="1418"/>
                  </a:lnTo>
                  <a:lnTo>
                    <a:pt x="662" y="1072"/>
                  </a:lnTo>
                  <a:cubicBezTo>
                    <a:pt x="662" y="883"/>
                    <a:pt x="819" y="725"/>
                    <a:pt x="1008" y="725"/>
                  </a:cubicBezTo>
                  <a:lnTo>
                    <a:pt x="1386" y="725"/>
                  </a:lnTo>
                  <a:lnTo>
                    <a:pt x="138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3" name="Google Shape;10272;p85">
              <a:extLst>
                <a:ext uri="{FF2B5EF4-FFF2-40B4-BE49-F238E27FC236}">
                  <a16:creationId xmlns:a16="http://schemas.microsoft.com/office/drawing/2014/main" id="{4A1F3868-8993-566B-CC2F-DA89738AFCFA}"/>
                </a:ext>
              </a:extLst>
            </p:cNvPr>
            <p:cNvSpPr/>
            <p:nvPr/>
          </p:nvSpPr>
          <p:spPr>
            <a:xfrm>
              <a:off x="-23354375" y="3270600"/>
              <a:ext cx="34675" cy="173300"/>
            </a:xfrm>
            <a:custGeom>
              <a:avLst/>
              <a:gdLst/>
              <a:ahLst/>
              <a:cxnLst/>
              <a:rect l="l" t="t" r="r" b="b"/>
              <a:pathLst>
                <a:path w="1387" h="6932" extrusionOk="0">
                  <a:moveTo>
                    <a:pt x="0" y="0"/>
                  </a:moveTo>
                  <a:lnTo>
                    <a:pt x="0" y="725"/>
                  </a:lnTo>
                  <a:lnTo>
                    <a:pt x="347" y="725"/>
                  </a:lnTo>
                  <a:cubicBezTo>
                    <a:pt x="568" y="725"/>
                    <a:pt x="725" y="882"/>
                    <a:pt x="725" y="1071"/>
                  </a:cubicBezTo>
                  <a:lnTo>
                    <a:pt x="725" y="1418"/>
                  </a:lnTo>
                  <a:lnTo>
                    <a:pt x="0" y="1418"/>
                  </a:lnTo>
                  <a:lnTo>
                    <a:pt x="0" y="2143"/>
                  </a:lnTo>
                  <a:lnTo>
                    <a:pt x="725" y="2143"/>
                  </a:lnTo>
                  <a:lnTo>
                    <a:pt x="725" y="2836"/>
                  </a:lnTo>
                  <a:lnTo>
                    <a:pt x="0" y="2836"/>
                  </a:lnTo>
                  <a:lnTo>
                    <a:pt x="0" y="3560"/>
                  </a:lnTo>
                  <a:lnTo>
                    <a:pt x="725" y="3560"/>
                  </a:lnTo>
                  <a:lnTo>
                    <a:pt x="725" y="4253"/>
                  </a:lnTo>
                  <a:lnTo>
                    <a:pt x="0" y="4253"/>
                  </a:lnTo>
                  <a:lnTo>
                    <a:pt x="0" y="6931"/>
                  </a:lnTo>
                  <a:lnTo>
                    <a:pt x="1040" y="6931"/>
                  </a:lnTo>
                  <a:cubicBezTo>
                    <a:pt x="1229" y="6931"/>
                    <a:pt x="1387" y="6774"/>
                    <a:pt x="1387" y="6585"/>
                  </a:cubicBezTo>
                  <a:lnTo>
                    <a:pt x="1387" y="1040"/>
                  </a:lnTo>
                  <a:cubicBezTo>
                    <a:pt x="1387" y="441"/>
                    <a:pt x="914" y="0"/>
                    <a:pt x="3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4" name="Google Shape;10273;p85">
              <a:extLst>
                <a:ext uri="{FF2B5EF4-FFF2-40B4-BE49-F238E27FC236}">
                  <a16:creationId xmlns:a16="http://schemas.microsoft.com/office/drawing/2014/main" id="{F4AD999E-44F7-0ED3-93F9-992912D76126}"/>
                </a:ext>
              </a:extLst>
            </p:cNvPr>
            <p:cNvSpPr/>
            <p:nvPr/>
          </p:nvSpPr>
          <p:spPr>
            <a:xfrm>
              <a:off x="-23562300" y="3148525"/>
              <a:ext cx="191400" cy="296150"/>
            </a:xfrm>
            <a:custGeom>
              <a:avLst/>
              <a:gdLst/>
              <a:ahLst/>
              <a:cxnLst/>
              <a:rect l="l" t="t" r="r" b="b"/>
              <a:pathLst>
                <a:path w="7656" h="11846" extrusionOk="0">
                  <a:moveTo>
                    <a:pt x="5545" y="662"/>
                  </a:moveTo>
                  <a:lnTo>
                    <a:pt x="5545" y="1764"/>
                  </a:lnTo>
                  <a:lnTo>
                    <a:pt x="5545" y="4222"/>
                  </a:lnTo>
                  <a:lnTo>
                    <a:pt x="2079" y="4222"/>
                  </a:lnTo>
                  <a:lnTo>
                    <a:pt x="2079" y="1764"/>
                  </a:lnTo>
                  <a:lnTo>
                    <a:pt x="2079" y="662"/>
                  </a:lnTo>
                  <a:close/>
                  <a:moveTo>
                    <a:pt x="3434" y="4883"/>
                  </a:moveTo>
                  <a:lnTo>
                    <a:pt x="3434" y="5608"/>
                  </a:lnTo>
                  <a:lnTo>
                    <a:pt x="2079" y="5608"/>
                  </a:lnTo>
                  <a:lnTo>
                    <a:pt x="2079" y="4883"/>
                  </a:lnTo>
                  <a:close/>
                  <a:moveTo>
                    <a:pt x="5513" y="4883"/>
                  </a:moveTo>
                  <a:lnTo>
                    <a:pt x="5513" y="5608"/>
                  </a:lnTo>
                  <a:lnTo>
                    <a:pt x="4159" y="5608"/>
                  </a:lnTo>
                  <a:lnTo>
                    <a:pt x="4159" y="4883"/>
                  </a:lnTo>
                  <a:close/>
                  <a:moveTo>
                    <a:pt x="3434" y="6301"/>
                  </a:moveTo>
                  <a:lnTo>
                    <a:pt x="3434" y="7026"/>
                  </a:lnTo>
                  <a:lnTo>
                    <a:pt x="2079" y="7026"/>
                  </a:lnTo>
                  <a:lnTo>
                    <a:pt x="2079" y="6301"/>
                  </a:lnTo>
                  <a:close/>
                  <a:moveTo>
                    <a:pt x="5513" y="6301"/>
                  </a:moveTo>
                  <a:lnTo>
                    <a:pt x="5513" y="7026"/>
                  </a:lnTo>
                  <a:lnTo>
                    <a:pt x="4159" y="7026"/>
                  </a:lnTo>
                  <a:lnTo>
                    <a:pt x="4159" y="6301"/>
                  </a:lnTo>
                  <a:close/>
                  <a:moveTo>
                    <a:pt x="3434" y="7687"/>
                  </a:moveTo>
                  <a:lnTo>
                    <a:pt x="3434" y="8380"/>
                  </a:lnTo>
                  <a:lnTo>
                    <a:pt x="2079" y="8380"/>
                  </a:lnTo>
                  <a:lnTo>
                    <a:pt x="2079" y="7687"/>
                  </a:lnTo>
                  <a:close/>
                  <a:moveTo>
                    <a:pt x="5513" y="7687"/>
                  </a:moveTo>
                  <a:lnTo>
                    <a:pt x="5513" y="8380"/>
                  </a:lnTo>
                  <a:lnTo>
                    <a:pt x="4159" y="8380"/>
                  </a:lnTo>
                  <a:lnTo>
                    <a:pt x="4159" y="7687"/>
                  </a:lnTo>
                  <a:close/>
                  <a:moveTo>
                    <a:pt x="1733" y="0"/>
                  </a:moveTo>
                  <a:cubicBezTo>
                    <a:pt x="1544" y="0"/>
                    <a:pt x="1386" y="158"/>
                    <a:pt x="1386" y="347"/>
                  </a:cubicBezTo>
                  <a:lnTo>
                    <a:pt x="1386" y="1449"/>
                  </a:lnTo>
                  <a:lnTo>
                    <a:pt x="1040" y="1449"/>
                  </a:lnTo>
                  <a:cubicBezTo>
                    <a:pt x="441" y="1449"/>
                    <a:pt x="0" y="1922"/>
                    <a:pt x="0" y="2489"/>
                  </a:cubicBezTo>
                  <a:lnTo>
                    <a:pt x="0" y="11846"/>
                  </a:lnTo>
                  <a:lnTo>
                    <a:pt x="2804" y="11846"/>
                  </a:lnTo>
                  <a:lnTo>
                    <a:pt x="2804" y="10491"/>
                  </a:lnTo>
                  <a:lnTo>
                    <a:pt x="4883" y="10491"/>
                  </a:lnTo>
                  <a:cubicBezTo>
                    <a:pt x="4852" y="10586"/>
                    <a:pt x="4852" y="11688"/>
                    <a:pt x="4852" y="11846"/>
                  </a:cubicBezTo>
                  <a:lnTo>
                    <a:pt x="7656" y="11846"/>
                  </a:lnTo>
                  <a:lnTo>
                    <a:pt x="7656" y="2489"/>
                  </a:lnTo>
                  <a:cubicBezTo>
                    <a:pt x="7656" y="1890"/>
                    <a:pt x="7183" y="1449"/>
                    <a:pt x="6616" y="1449"/>
                  </a:cubicBezTo>
                  <a:lnTo>
                    <a:pt x="6270" y="1449"/>
                  </a:lnTo>
                  <a:lnTo>
                    <a:pt x="6270" y="347"/>
                  </a:lnTo>
                  <a:cubicBezTo>
                    <a:pt x="6270" y="158"/>
                    <a:pt x="6112" y="0"/>
                    <a:pt x="592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69" name="Google Shape;10857;p87">
            <a:extLst>
              <a:ext uri="{FF2B5EF4-FFF2-40B4-BE49-F238E27FC236}">
                <a16:creationId xmlns:a16="http://schemas.microsoft.com/office/drawing/2014/main" id="{1D6EA1FC-3036-6140-6C29-69C202ED7756}"/>
              </a:ext>
            </a:extLst>
          </p:cNvPr>
          <p:cNvGrpSpPr/>
          <p:nvPr/>
        </p:nvGrpSpPr>
        <p:grpSpPr>
          <a:xfrm>
            <a:off x="5359825" y="2020849"/>
            <a:ext cx="749808" cy="749808"/>
            <a:chOff x="-34004625" y="3585850"/>
            <a:chExt cx="292225" cy="292025"/>
          </a:xfrm>
          <a:solidFill>
            <a:schemeClr val="accent2"/>
          </a:solidFill>
        </p:grpSpPr>
        <p:sp>
          <p:nvSpPr>
            <p:cNvPr id="3670" name="Google Shape;10858;p87">
              <a:extLst>
                <a:ext uri="{FF2B5EF4-FFF2-40B4-BE49-F238E27FC236}">
                  <a16:creationId xmlns:a16="http://schemas.microsoft.com/office/drawing/2014/main" id="{CEC8B4C2-C830-5162-D49F-839CCBE93E9B}"/>
                </a:ext>
              </a:extLst>
            </p:cNvPr>
            <p:cNvSpPr/>
            <p:nvPr/>
          </p:nvSpPr>
          <p:spPr>
            <a:xfrm>
              <a:off x="-33832150" y="3585850"/>
              <a:ext cx="103200" cy="154200"/>
            </a:xfrm>
            <a:custGeom>
              <a:avLst/>
              <a:gdLst/>
              <a:ahLst/>
              <a:cxnLst/>
              <a:rect l="l" t="t" r="r" b="b"/>
              <a:pathLst>
                <a:path w="4128" h="6168" extrusionOk="0">
                  <a:moveTo>
                    <a:pt x="2426" y="1"/>
                  </a:moveTo>
                  <a:cubicBezTo>
                    <a:pt x="2286" y="1"/>
                    <a:pt x="2136" y="77"/>
                    <a:pt x="2112" y="244"/>
                  </a:cubicBezTo>
                  <a:lnTo>
                    <a:pt x="64" y="5064"/>
                  </a:lnTo>
                  <a:cubicBezTo>
                    <a:pt x="1" y="5222"/>
                    <a:pt x="64" y="5474"/>
                    <a:pt x="253" y="5506"/>
                  </a:cubicBezTo>
                  <a:cubicBezTo>
                    <a:pt x="295" y="5531"/>
                    <a:pt x="342" y="5543"/>
                    <a:pt x="389" y="5543"/>
                  </a:cubicBezTo>
                  <a:cubicBezTo>
                    <a:pt x="517" y="5543"/>
                    <a:pt x="648" y="5455"/>
                    <a:pt x="694" y="5317"/>
                  </a:cubicBezTo>
                  <a:lnTo>
                    <a:pt x="1261" y="4025"/>
                  </a:lnTo>
                  <a:cubicBezTo>
                    <a:pt x="1419" y="4088"/>
                    <a:pt x="1576" y="4119"/>
                    <a:pt x="1765" y="4119"/>
                  </a:cubicBezTo>
                  <a:cubicBezTo>
                    <a:pt x="1891" y="4119"/>
                    <a:pt x="1986" y="4088"/>
                    <a:pt x="2112" y="4056"/>
                  </a:cubicBezTo>
                  <a:lnTo>
                    <a:pt x="2112" y="4844"/>
                  </a:lnTo>
                  <a:cubicBezTo>
                    <a:pt x="1450" y="4970"/>
                    <a:pt x="946" y="5506"/>
                    <a:pt x="789" y="6167"/>
                  </a:cubicBezTo>
                  <a:lnTo>
                    <a:pt x="4128" y="6167"/>
                  </a:lnTo>
                  <a:cubicBezTo>
                    <a:pt x="4002" y="5506"/>
                    <a:pt x="3466" y="5001"/>
                    <a:pt x="2773" y="4844"/>
                  </a:cubicBezTo>
                  <a:lnTo>
                    <a:pt x="2773" y="3143"/>
                  </a:lnTo>
                  <a:cubicBezTo>
                    <a:pt x="2773" y="2670"/>
                    <a:pt x="2458" y="2324"/>
                    <a:pt x="2080" y="2166"/>
                  </a:cubicBezTo>
                  <a:lnTo>
                    <a:pt x="2773" y="496"/>
                  </a:lnTo>
                  <a:cubicBezTo>
                    <a:pt x="2773" y="307"/>
                    <a:pt x="2710" y="118"/>
                    <a:pt x="2553" y="24"/>
                  </a:cubicBezTo>
                  <a:cubicBezTo>
                    <a:pt x="2515" y="8"/>
                    <a:pt x="2471" y="1"/>
                    <a:pt x="242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1" name="Google Shape;10859;p87">
              <a:extLst>
                <a:ext uri="{FF2B5EF4-FFF2-40B4-BE49-F238E27FC236}">
                  <a16:creationId xmlns:a16="http://schemas.microsoft.com/office/drawing/2014/main" id="{E46FDC35-9350-A245-48C9-286543A43227}"/>
                </a:ext>
              </a:extLst>
            </p:cNvPr>
            <p:cNvSpPr/>
            <p:nvPr/>
          </p:nvSpPr>
          <p:spPr>
            <a:xfrm>
              <a:off x="-34004625" y="3690400"/>
              <a:ext cx="155175" cy="187475"/>
            </a:xfrm>
            <a:custGeom>
              <a:avLst/>
              <a:gdLst/>
              <a:ahLst/>
              <a:cxnLst/>
              <a:rect l="l" t="t" r="r" b="b"/>
              <a:pathLst>
                <a:path w="6207" h="7499" extrusionOk="0">
                  <a:moveTo>
                    <a:pt x="693" y="0"/>
                  </a:moveTo>
                  <a:cubicBezTo>
                    <a:pt x="315" y="0"/>
                    <a:pt x="0" y="315"/>
                    <a:pt x="0" y="662"/>
                  </a:cubicBezTo>
                  <a:lnTo>
                    <a:pt x="0" y="6490"/>
                  </a:lnTo>
                  <a:cubicBezTo>
                    <a:pt x="32" y="7026"/>
                    <a:pt x="504" y="7498"/>
                    <a:pt x="1103" y="7498"/>
                  </a:cubicBezTo>
                  <a:lnTo>
                    <a:pt x="6207" y="7498"/>
                  </a:lnTo>
                  <a:lnTo>
                    <a:pt x="6207" y="5797"/>
                  </a:lnTo>
                  <a:cubicBezTo>
                    <a:pt x="6207" y="5608"/>
                    <a:pt x="6049" y="5451"/>
                    <a:pt x="5860" y="5451"/>
                  </a:cubicBezTo>
                  <a:lnTo>
                    <a:pt x="1765" y="5451"/>
                  </a:lnTo>
                  <a:cubicBezTo>
                    <a:pt x="1576" y="5451"/>
                    <a:pt x="1418" y="5293"/>
                    <a:pt x="1418" y="5104"/>
                  </a:cubicBezTo>
                  <a:lnTo>
                    <a:pt x="1418" y="662"/>
                  </a:lnTo>
                  <a:cubicBezTo>
                    <a:pt x="1418" y="252"/>
                    <a:pt x="1103" y="0"/>
                    <a:pt x="69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2" name="Google Shape;10860;p87">
              <a:extLst>
                <a:ext uri="{FF2B5EF4-FFF2-40B4-BE49-F238E27FC236}">
                  <a16:creationId xmlns:a16="http://schemas.microsoft.com/office/drawing/2014/main" id="{05911087-E3C8-9E6A-DDD2-D1F3FA701FBE}"/>
                </a:ext>
              </a:extLst>
            </p:cNvPr>
            <p:cNvSpPr/>
            <p:nvPr/>
          </p:nvSpPr>
          <p:spPr>
            <a:xfrm>
              <a:off x="-33936100" y="3621075"/>
              <a:ext cx="51200" cy="51225"/>
            </a:xfrm>
            <a:custGeom>
              <a:avLst/>
              <a:gdLst/>
              <a:ahLst/>
              <a:cxnLst/>
              <a:rect l="l" t="t" r="r" b="b"/>
              <a:pathLst>
                <a:path w="2048" h="2049" extrusionOk="0">
                  <a:moveTo>
                    <a:pt x="1040" y="1"/>
                  </a:moveTo>
                  <a:cubicBezTo>
                    <a:pt x="473" y="1"/>
                    <a:pt x="0" y="473"/>
                    <a:pt x="0" y="1041"/>
                  </a:cubicBezTo>
                  <a:cubicBezTo>
                    <a:pt x="0" y="1576"/>
                    <a:pt x="473" y="2049"/>
                    <a:pt x="1040" y="2049"/>
                  </a:cubicBezTo>
                  <a:cubicBezTo>
                    <a:pt x="1576" y="2049"/>
                    <a:pt x="2048" y="1576"/>
                    <a:pt x="2048" y="1041"/>
                  </a:cubicBezTo>
                  <a:cubicBezTo>
                    <a:pt x="2048" y="473"/>
                    <a:pt x="1607" y="1"/>
                    <a:pt x="104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3" name="Google Shape;10861;p87">
              <a:extLst>
                <a:ext uri="{FF2B5EF4-FFF2-40B4-BE49-F238E27FC236}">
                  <a16:creationId xmlns:a16="http://schemas.microsoft.com/office/drawing/2014/main" id="{BEA6E119-600D-B93C-6B5C-801AC6421AF2}"/>
                </a:ext>
              </a:extLst>
            </p:cNvPr>
            <p:cNvSpPr/>
            <p:nvPr/>
          </p:nvSpPr>
          <p:spPr>
            <a:xfrm>
              <a:off x="-33952650" y="3690125"/>
              <a:ext cx="155975" cy="186950"/>
            </a:xfrm>
            <a:custGeom>
              <a:avLst/>
              <a:gdLst/>
              <a:ahLst/>
              <a:cxnLst/>
              <a:rect l="l" t="t" r="r" b="b"/>
              <a:pathLst>
                <a:path w="6239" h="7478" extrusionOk="0">
                  <a:moveTo>
                    <a:pt x="1641" y="1"/>
                  </a:moveTo>
                  <a:cubicBezTo>
                    <a:pt x="1242" y="1"/>
                    <a:pt x="819" y="205"/>
                    <a:pt x="568" y="484"/>
                  </a:cubicBezTo>
                  <a:cubicBezTo>
                    <a:pt x="190" y="799"/>
                    <a:pt x="1" y="1209"/>
                    <a:pt x="1" y="1681"/>
                  </a:cubicBezTo>
                  <a:lnTo>
                    <a:pt x="1" y="4769"/>
                  </a:lnTo>
                  <a:lnTo>
                    <a:pt x="2679" y="4769"/>
                  </a:lnTo>
                  <a:cubicBezTo>
                    <a:pt x="2521" y="4359"/>
                    <a:pt x="2175" y="4107"/>
                    <a:pt x="1702" y="4107"/>
                  </a:cubicBezTo>
                  <a:lnTo>
                    <a:pt x="1040" y="4107"/>
                  </a:lnTo>
                  <a:cubicBezTo>
                    <a:pt x="820" y="4107"/>
                    <a:pt x="662" y="3949"/>
                    <a:pt x="662" y="3729"/>
                  </a:cubicBezTo>
                  <a:lnTo>
                    <a:pt x="662" y="2374"/>
                  </a:lnTo>
                  <a:cubicBezTo>
                    <a:pt x="662" y="2154"/>
                    <a:pt x="820" y="1996"/>
                    <a:pt x="1040" y="1996"/>
                  </a:cubicBezTo>
                  <a:cubicBezTo>
                    <a:pt x="1229" y="1996"/>
                    <a:pt x="1387" y="2154"/>
                    <a:pt x="1387" y="2374"/>
                  </a:cubicBezTo>
                  <a:lnTo>
                    <a:pt x="1387" y="3382"/>
                  </a:lnTo>
                  <a:lnTo>
                    <a:pt x="1733" y="3382"/>
                  </a:lnTo>
                  <a:cubicBezTo>
                    <a:pt x="2553" y="3382"/>
                    <a:pt x="3277" y="3981"/>
                    <a:pt x="3435" y="4769"/>
                  </a:cubicBezTo>
                  <a:lnTo>
                    <a:pt x="3813" y="4769"/>
                  </a:lnTo>
                  <a:cubicBezTo>
                    <a:pt x="4380" y="4769"/>
                    <a:pt x="4852" y="5241"/>
                    <a:pt x="4852" y="5777"/>
                  </a:cubicBezTo>
                  <a:lnTo>
                    <a:pt x="4852" y="7478"/>
                  </a:lnTo>
                  <a:lnTo>
                    <a:pt x="6239" y="7478"/>
                  </a:lnTo>
                  <a:lnTo>
                    <a:pt x="6239" y="5084"/>
                  </a:lnTo>
                  <a:cubicBezTo>
                    <a:pt x="6176" y="4580"/>
                    <a:pt x="5703" y="4107"/>
                    <a:pt x="5168" y="4107"/>
                  </a:cubicBezTo>
                  <a:lnTo>
                    <a:pt x="3781" y="4107"/>
                  </a:lnTo>
                  <a:cubicBezTo>
                    <a:pt x="3592" y="4107"/>
                    <a:pt x="3435" y="3949"/>
                    <a:pt x="3435" y="3729"/>
                  </a:cubicBezTo>
                  <a:lnTo>
                    <a:pt x="3435" y="1807"/>
                  </a:lnTo>
                  <a:cubicBezTo>
                    <a:pt x="3435" y="862"/>
                    <a:pt x="2710" y="43"/>
                    <a:pt x="1796" y="11"/>
                  </a:cubicBezTo>
                  <a:cubicBezTo>
                    <a:pt x="1745" y="4"/>
                    <a:pt x="1694" y="1"/>
                    <a:pt x="16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4" name="Google Shape;10862;p87">
              <a:extLst>
                <a:ext uri="{FF2B5EF4-FFF2-40B4-BE49-F238E27FC236}">
                  <a16:creationId xmlns:a16="http://schemas.microsoft.com/office/drawing/2014/main" id="{BEC69595-08B1-3A68-7C62-540002F1DCD4}"/>
                </a:ext>
              </a:extLst>
            </p:cNvPr>
            <p:cNvSpPr/>
            <p:nvPr/>
          </p:nvSpPr>
          <p:spPr>
            <a:xfrm>
              <a:off x="-33849475" y="3758125"/>
              <a:ext cx="137075" cy="33100"/>
            </a:xfrm>
            <a:custGeom>
              <a:avLst/>
              <a:gdLst/>
              <a:ahLst/>
              <a:cxnLst/>
              <a:rect l="l" t="t" r="r" b="b"/>
              <a:pathLst>
                <a:path w="5483" h="1324" extrusionOk="0">
                  <a:moveTo>
                    <a:pt x="1" y="1"/>
                  </a:moveTo>
                  <a:lnTo>
                    <a:pt x="1" y="662"/>
                  </a:lnTo>
                  <a:lnTo>
                    <a:pt x="1041" y="662"/>
                  </a:lnTo>
                  <a:cubicBezTo>
                    <a:pt x="1576" y="662"/>
                    <a:pt x="2080" y="946"/>
                    <a:pt x="2395" y="1324"/>
                  </a:cubicBezTo>
                  <a:lnTo>
                    <a:pt x="5136" y="1324"/>
                  </a:lnTo>
                  <a:cubicBezTo>
                    <a:pt x="5325" y="1324"/>
                    <a:pt x="5483" y="1166"/>
                    <a:pt x="5483" y="977"/>
                  </a:cubicBezTo>
                  <a:lnTo>
                    <a:pt x="5483" y="316"/>
                  </a:lnTo>
                  <a:cubicBezTo>
                    <a:pt x="5483" y="158"/>
                    <a:pt x="5325" y="1"/>
                    <a:pt x="51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7414071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6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6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6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7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7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7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7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7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7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6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6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6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7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7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7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7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7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7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6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6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6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7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7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7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7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7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7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38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8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8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17" grpId="0"/>
      <p:bldP spid="3718" grpId="0"/>
      <p:bldP spid="3715" grpId="0"/>
      <p:bldP spid="3716" grpId="0"/>
      <p:bldP spid="3713" grpId="0"/>
      <p:bldP spid="3714" grpId="0"/>
      <p:bldP spid="3" grpId="0"/>
      <p:bldP spid="5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51">
          <a:extLst>
            <a:ext uri="{FF2B5EF4-FFF2-40B4-BE49-F238E27FC236}">
              <a16:creationId xmlns:a16="http://schemas.microsoft.com/office/drawing/2014/main" id="{C71A49B8-495F-C624-8A50-F22719328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2" name="Google Shape;3752;p55">
            <a:extLst>
              <a:ext uri="{FF2B5EF4-FFF2-40B4-BE49-F238E27FC236}">
                <a16:creationId xmlns:a16="http://schemas.microsoft.com/office/drawing/2014/main" id="{8304D983-AE18-A06E-2AAC-4CB2AAADD292}"/>
              </a:ext>
            </a:extLst>
          </p:cNvPr>
          <p:cNvSpPr/>
          <p:nvPr/>
        </p:nvSpPr>
        <p:spPr>
          <a:xfrm>
            <a:off x="722725" y="1681649"/>
            <a:ext cx="2424600" cy="2802000"/>
          </a:xfrm>
          <a:prstGeom prst="roundRect">
            <a:avLst>
              <a:gd name="adj" fmla="val 18419"/>
            </a:avLst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53" name="Google Shape;3753;p55">
            <a:extLst>
              <a:ext uri="{FF2B5EF4-FFF2-40B4-BE49-F238E27FC236}">
                <a16:creationId xmlns:a16="http://schemas.microsoft.com/office/drawing/2014/main" id="{2CEE66D4-DDB5-190D-1905-F24A1C491A62}"/>
              </a:ext>
            </a:extLst>
          </p:cNvPr>
          <p:cNvSpPr/>
          <p:nvPr/>
        </p:nvSpPr>
        <p:spPr>
          <a:xfrm>
            <a:off x="5996675" y="1681948"/>
            <a:ext cx="2424600" cy="2802000"/>
          </a:xfrm>
          <a:prstGeom prst="roundRect">
            <a:avLst>
              <a:gd name="adj" fmla="val 17280"/>
            </a:avLst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54" name="Google Shape;3754;p55">
            <a:extLst>
              <a:ext uri="{FF2B5EF4-FFF2-40B4-BE49-F238E27FC236}">
                <a16:creationId xmlns:a16="http://schemas.microsoft.com/office/drawing/2014/main" id="{7720048B-7D89-A83E-1282-F157373943E6}"/>
              </a:ext>
            </a:extLst>
          </p:cNvPr>
          <p:cNvSpPr/>
          <p:nvPr/>
        </p:nvSpPr>
        <p:spPr>
          <a:xfrm>
            <a:off x="3359700" y="1387524"/>
            <a:ext cx="2424600" cy="3096300"/>
          </a:xfrm>
          <a:prstGeom prst="roundRect">
            <a:avLst>
              <a:gd name="adj" fmla="val 17280"/>
            </a:avLst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55" name="Google Shape;3755;p55">
            <a:extLst>
              <a:ext uri="{FF2B5EF4-FFF2-40B4-BE49-F238E27FC236}">
                <a16:creationId xmlns:a16="http://schemas.microsoft.com/office/drawing/2014/main" id="{059D839E-A69E-FCE1-1543-525F32B5EDB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/>
              <a:t>Value Proposition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&amp; Success Criteria</a:t>
            </a:r>
            <a:endParaRPr dirty="0">
              <a:solidFill>
                <a:schemeClr val="accent2"/>
              </a:solidFill>
            </a:endParaRPr>
          </a:p>
        </p:txBody>
      </p:sp>
      <p:sp>
        <p:nvSpPr>
          <p:cNvPr id="3757" name="Google Shape;3757;p55">
            <a:extLst>
              <a:ext uri="{FF2B5EF4-FFF2-40B4-BE49-F238E27FC236}">
                <a16:creationId xmlns:a16="http://schemas.microsoft.com/office/drawing/2014/main" id="{F918391D-31F7-A7AE-195E-7D15722290DB}"/>
              </a:ext>
            </a:extLst>
          </p:cNvPr>
          <p:cNvSpPr txBox="1"/>
          <p:nvPr/>
        </p:nvSpPr>
        <p:spPr>
          <a:xfrm>
            <a:off x="711030" y="2626272"/>
            <a:ext cx="2434225" cy="14051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71450" indent="-17145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en-US" sz="1100" dirty="0">
                <a:solidFill>
                  <a:schemeClr val="bg1"/>
                </a:solidFill>
              </a:rPr>
              <a:t>3.41× faster performance</a:t>
            </a:r>
          </a:p>
          <a:p>
            <a:pPr marL="171450" indent="-17145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en-US" sz="1100" dirty="0">
                <a:solidFill>
                  <a:schemeClr val="bg1"/>
                </a:solidFill>
              </a:rPr>
              <a:t>50% less app-switching (9 apps to 1)</a:t>
            </a:r>
          </a:p>
          <a:p>
            <a:pPr marL="171450" indent="-17145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en-US" sz="1100" dirty="0">
                <a:solidFill>
                  <a:schemeClr val="bg1"/>
                </a:solidFill>
              </a:rPr>
              <a:t>30% lower total cost</a:t>
            </a:r>
          </a:p>
          <a:p>
            <a:pPr marL="171450" indent="-17145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en-US" sz="1100" dirty="0">
                <a:solidFill>
                  <a:schemeClr val="bg1"/>
                </a:solidFill>
              </a:rPr>
              <a:t>Real-time family monitoring</a:t>
            </a:r>
          </a:p>
          <a:p>
            <a:pPr marL="171450" indent="-17145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en-US" sz="1100" dirty="0">
                <a:solidFill>
                  <a:schemeClr val="bg1"/>
                </a:solidFill>
              </a:rPr>
              <a:t>100% localized (BDT, time zone, culture)</a:t>
            </a:r>
          </a:p>
        </p:txBody>
      </p:sp>
      <p:sp>
        <p:nvSpPr>
          <p:cNvPr id="3758" name="Google Shape;3758;p55">
            <a:extLst>
              <a:ext uri="{FF2B5EF4-FFF2-40B4-BE49-F238E27FC236}">
                <a16:creationId xmlns:a16="http://schemas.microsoft.com/office/drawing/2014/main" id="{29A53714-EFBC-DF5E-7D74-16ABEA481457}"/>
              </a:ext>
            </a:extLst>
          </p:cNvPr>
          <p:cNvSpPr txBox="1"/>
          <p:nvPr/>
        </p:nvSpPr>
        <p:spPr>
          <a:xfrm>
            <a:off x="818281" y="1878075"/>
            <a:ext cx="2233500" cy="652500"/>
          </a:xfrm>
          <a:prstGeom prst="rect">
            <a:avLst/>
          </a:prstGeom>
          <a:noFill/>
          <a:ln>
            <a:noFill/>
          </a:ln>
          <a:effectLst>
            <a:outerShdw blurRad="142875" algn="bl" rotWithShape="0">
              <a:srgbClr val="8FFFFF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US" sz="2400" b="1" dirty="0">
                <a:solidFill>
                  <a:schemeClr val="accent2"/>
                </a:solidFill>
                <a:latin typeface="Exo"/>
                <a:ea typeface="Exo"/>
                <a:cs typeface="Exo"/>
                <a:sym typeface="Exo"/>
              </a:rPr>
              <a:t>VALUE PROPOSITION</a:t>
            </a:r>
            <a:endParaRPr sz="2400" b="1" dirty="0">
              <a:solidFill>
                <a:schemeClr val="accent2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3760" name="Google Shape;3760;p55">
            <a:extLst>
              <a:ext uri="{FF2B5EF4-FFF2-40B4-BE49-F238E27FC236}">
                <a16:creationId xmlns:a16="http://schemas.microsoft.com/office/drawing/2014/main" id="{F45D670C-8131-3AB3-A610-3D935B14FEBC}"/>
              </a:ext>
            </a:extLst>
          </p:cNvPr>
          <p:cNvSpPr txBox="1"/>
          <p:nvPr/>
        </p:nvSpPr>
        <p:spPr>
          <a:xfrm>
            <a:off x="5996675" y="2625974"/>
            <a:ext cx="2492915" cy="14054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71450" indent="-17145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en-US" sz="1100" dirty="0">
                <a:solidFill>
                  <a:schemeClr val="bg1"/>
                </a:solidFill>
              </a:rPr>
              <a:t>Serve 3.6M+ seniors nationwide</a:t>
            </a:r>
          </a:p>
          <a:p>
            <a:pPr marL="171450" indent="-17145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en-US" sz="1100" dirty="0">
                <a:solidFill>
                  <a:schemeClr val="bg1"/>
                </a:solidFill>
              </a:rPr>
              <a:t>Partner with 500+ healthcare orgs</a:t>
            </a:r>
          </a:p>
          <a:p>
            <a:pPr marL="171450" indent="-17145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en-US" sz="1100" dirty="0">
                <a:solidFill>
                  <a:schemeClr val="bg1"/>
                </a:solidFill>
              </a:rPr>
              <a:t>Break-even by Month 18</a:t>
            </a:r>
          </a:p>
          <a:p>
            <a:pPr marL="171450" indent="-17145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en-US" sz="1100" dirty="0">
                <a:solidFill>
                  <a:schemeClr val="bg1"/>
                </a:solidFill>
              </a:rPr>
              <a:t>99.9% uptime, &lt;3 sec load time</a:t>
            </a:r>
          </a:p>
          <a:p>
            <a:pPr marL="171450" indent="-17145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en-US" sz="1100" dirty="0">
                <a:solidFill>
                  <a:schemeClr val="bg1"/>
                </a:solidFill>
              </a:rPr>
              <a:t>Become Bangladesh’s national eldercare platform</a:t>
            </a:r>
          </a:p>
        </p:txBody>
      </p:sp>
      <p:sp>
        <p:nvSpPr>
          <p:cNvPr id="3761" name="Google Shape;3761;p55">
            <a:extLst>
              <a:ext uri="{FF2B5EF4-FFF2-40B4-BE49-F238E27FC236}">
                <a16:creationId xmlns:a16="http://schemas.microsoft.com/office/drawing/2014/main" id="{71CCED3E-A17C-82B6-97BA-A18AF91D88A2}"/>
              </a:ext>
            </a:extLst>
          </p:cNvPr>
          <p:cNvSpPr txBox="1"/>
          <p:nvPr/>
        </p:nvSpPr>
        <p:spPr>
          <a:xfrm>
            <a:off x="6091079" y="1877775"/>
            <a:ext cx="2233500" cy="652500"/>
          </a:xfrm>
          <a:prstGeom prst="rect">
            <a:avLst/>
          </a:prstGeom>
          <a:noFill/>
          <a:ln>
            <a:noFill/>
          </a:ln>
          <a:effectLst>
            <a:outerShdw blurRad="142875" algn="bl" rotWithShape="0">
              <a:srgbClr val="8FFFFF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US" sz="2400" b="1" dirty="0">
                <a:solidFill>
                  <a:schemeClr val="accent2"/>
                </a:solidFill>
                <a:latin typeface="Exo"/>
                <a:ea typeface="Exo"/>
                <a:cs typeface="Exo"/>
                <a:sym typeface="Exo"/>
              </a:rPr>
              <a:t>LONG-TERM VISION</a:t>
            </a:r>
            <a:endParaRPr sz="2400" b="1" dirty="0">
              <a:solidFill>
                <a:schemeClr val="accent2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3763" name="Google Shape;3763;p55">
            <a:extLst>
              <a:ext uri="{FF2B5EF4-FFF2-40B4-BE49-F238E27FC236}">
                <a16:creationId xmlns:a16="http://schemas.microsoft.com/office/drawing/2014/main" id="{8F38552A-C508-E086-CD23-1FB23E0C999C}"/>
              </a:ext>
            </a:extLst>
          </p:cNvPr>
          <p:cNvSpPr txBox="1"/>
          <p:nvPr/>
        </p:nvSpPr>
        <p:spPr>
          <a:xfrm>
            <a:off x="3359700" y="2478998"/>
            <a:ext cx="2424600" cy="1552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buClr>
                <a:schemeClr val="accent2">
                  <a:lumMod val="75000"/>
                </a:schemeClr>
              </a:buClr>
            </a:pPr>
            <a:r>
              <a:rPr lang="en-US" sz="1100" b="1" dirty="0">
                <a:solidFill>
                  <a:schemeClr val="bg1"/>
                </a:solidFill>
              </a:rPr>
              <a:t>ONLY all-in-one eldercare platform in Bangladesh</a:t>
            </a:r>
          </a:p>
          <a:p>
            <a:pPr algn="ctr">
              <a:buClr>
                <a:schemeClr val="accent2">
                  <a:lumMod val="75000"/>
                </a:schemeClr>
              </a:buClr>
            </a:pPr>
            <a:endParaRPr lang="en-US" sz="1100" dirty="0">
              <a:solidFill>
                <a:schemeClr val="bg1"/>
              </a:solidFill>
            </a:endParaRPr>
          </a:p>
          <a:p>
            <a:pPr marL="171450" indent="-171450">
              <a:buClr>
                <a:schemeClr val="accent2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1"/>
                </a:solidFill>
              </a:rPr>
              <a:t>50,000+ users onboarded</a:t>
            </a:r>
          </a:p>
          <a:p>
            <a:pPr marL="171450" indent="-171450">
              <a:buClr>
                <a:schemeClr val="accent2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1"/>
                </a:solidFill>
              </a:rPr>
              <a:t>70%+ daily active rate</a:t>
            </a:r>
          </a:p>
          <a:p>
            <a:pPr marL="171450" indent="-171450">
              <a:buClr>
                <a:schemeClr val="accent2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1"/>
                </a:solidFill>
              </a:rPr>
              <a:t>40% better medication adherence</a:t>
            </a:r>
          </a:p>
          <a:p>
            <a:pPr marL="171450" indent="-171450">
              <a:buClr>
                <a:schemeClr val="accent2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1"/>
                </a:solidFill>
              </a:rPr>
              <a:t>85%+ family satisfaction</a:t>
            </a:r>
          </a:p>
          <a:p>
            <a:pPr marL="171450" indent="-171450">
              <a:buClr>
                <a:schemeClr val="accent2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1"/>
                </a:solidFill>
              </a:rPr>
              <a:t>60% more social engagement</a:t>
            </a:r>
          </a:p>
        </p:txBody>
      </p:sp>
      <p:sp>
        <p:nvSpPr>
          <p:cNvPr id="3764" name="Google Shape;3764;p55">
            <a:extLst>
              <a:ext uri="{FF2B5EF4-FFF2-40B4-BE49-F238E27FC236}">
                <a16:creationId xmlns:a16="http://schemas.microsoft.com/office/drawing/2014/main" id="{D981024E-258B-1C97-5CE1-7EB83695363A}"/>
              </a:ext>
            </a:extLst>
          </p:cNvPr>
          <p:cNvSpPr txBox="1"/>
          <p:nvPr/>
        </p:nvSpPr>
        <p:spPr>
          <a:xfrm>
            <a:off x="3448456" y="1730800"/>
            <a:ext cx="2233500" cy="652500"/>
          </a:xfrm>
          <a:prstGeom prst="rect">
            <a:avLst/>
          </a:prstGeom>
          <a:noFill/>
          <a:ln>
            <a:noFill/>
          </a:ln>
          <a:effectLst>
            <a:outerShdw blurRad="142875" algn="bl" rotWithShape="0">
              <a:srgbClr val="8FFFFF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SUCCESS CRITERIA</a:t>
            </a:r>
            <a:endParaRPr sz="2400" b="1" dirty="0">
              <a:solidFill>
                <a:schemeClr val="accent2">
                  <a:lumMod val="75000"/>
                </a:schemeClr>
              </a:solidFill>
              <a:latin typeface="Exo"/>
              <a:ea typeface="Exo"/>
              <a:cs typeface="Exo"/>
              <a:sym typeface="Exo"/>
            </a:endParaRPr>
          </a:p>
        </p:txBody>
      </p:sp>
      <p:grpSp>
        <p:nvGrpSpPr>
          <p:cNvPr id="3765" name="Google Shape;3765;p55">
            <a:extLst>
              <a:ext uri="{FF2B5EF4-FFF2-40B4-BE49-F238E27FC236}">
                <a16:creationId xmlns:a16="http://schemas.microsoft.com/office/drawing/2014/main" id="{0ED3E2B7-6B61-83F7-0DB6-97273F974E55}"/>
              </a:ext>
            </a:extLst>
          </p:cNvPr>
          <p:cNvGrpSpPr/>
          <p:nvPr/>
        </p:nvGrpSpPr>
        <p:grpSpPr>
          <a:xfrm rot="10800000">
            <a:off x="1852639" y="1112103"/>
            <a:ext cx="883262" cy="242091"/>
            <a:chOff x="2300350" y="2601250"/>
            <a:chExt cx="2275275" cy="623625"/>
          </a:xfrm>
        </p:grpSpPr>
        <p:sp>
          <p:nvSpPr>
            <p:cNvPr id="3766" name="Google Shape;3766;p55">
              <a:extLst>
                <a:ext uri="{FF2B5EF4-FFF2-40B4-BE49-F238E27FC236}">
                  <a16:creationId xmlns:a16="http://schemas.microsoft.com/office/drawing/2014/main" id="{B2694D84-0719-D5DD-8D96-E00796154EBA}"/>
                </a:ext>
              </a:extLst>
            </p:cNvPr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7" name="Google Shape;3767;p55">
              <a:extLst>
                <a:ext uri="{FF2B5EF4-FFF2-40B4-BE49-F238E27FC236}">
                  <a16:creationId xmlns:a16="http://schemas.microsoft.com/office/drawing/2014/main" id="{EA2E8CC4-EF09-A7D3-78F5-1AEE2EF9B198}"/>
                </a:ext>
              </a:extLst>
            </p:cNvPr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8" name="Google Shape;3768;p55">
              <a:extLst>
                <a:ext uri="{FF2B5EF4-FFF2-40B4-BE49-F238E27FC236}">
                  <a16:creationId xmlns:a16="http://schemas.microsoft.com/office/drawing/2014/main" id="{3A6C1F05-73E1-FEE5-48BF-F4A8CDA943BE}"/>
                </a:ext>
              </a:extLst>
            </p:cNvPr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9" name="Google Shape;3769;p55">
              <a:extLst>
                <a:ext uri="{FF2B5EF4-FFF2-40B4-BE49-F238E27FC236}">
                  <a16:creationId xmlns:a16="http://schemas.microsoft.com/office/drawing/2014/main" id="{25E1D25E-970D-7716-F401-CA281BDE42DE}"/>
                </a:ext>
              </a:extLst>
            </p:cNvPr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0" name="Google Shape;3770;p55">
              <a:extLst>
                <a:ext uri="{FF2B5EF4-FFF2-40B4-BE49-F238E27FC236}">
                  <a16:creationId xmlns:a16="http://schemas.microsoft.com/office/drawing/2014/main" id="{94D3D525-3737-5F8F-253E-6255E017084D}"/>
                </a:ext>
              </a:extLst>
            </p:cNvPr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1" name="Google Shape;3771;p55">
              <a:extLst>
                <a:ext uri="{FF2B5EF4-FFF2-40B4-BE49-F238E27FC236}">
                  <a16:creationId xmlns:a16="http://schemas.microsoft.com/office/drawing/2014/main" id="{855AE5A7-F044-F33A-3AC9-AC4747C4254F}"/>
                </a:ext>
              </a:extLst>
            </p:cNvPr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772" name="Google Shape;3772;p55">
            <a:extLst>
              <a:ext uri="{FF2B5EF4-FFF2-40B4-BE49-F238E27FC236}">
                <a16:creationId xmlns:a16="http://schemas.microsoft.com/office/drawing/2014/main" id="{D4F34CC0-609C-4C64-5EC7-F6CC2BF1C2AA}"/>
              </a:ext>
            </a:extLst>
          </p:cNvPr>
          <p:cNvGrpSpPr/>
          <p:nvPr/>
        </p:nvGrpSpPr>
        <p:grpSpPr>
          <a:xfrm rot="5400000">
            <a:off x="7537775" y="549200"/>
            <a:ext cx="98902" cy="553090"/>
            <a:chOff x="4898850" y="4820550"/>
            <a:chExt cx="98902" cy="553090"/>
          </a:xfrm>
        </p:grpSpPr>
        <p:sp>
          <p:nvSpPr>
            <p:cNvPr id="3773" name="Google Shape;3773;p55">
              <a:extLst>
                <a:ext uri="{FF2B5EF4-FFF2-40B4-BE49-F238E27FC236}">
                  <a16:creationId xmlns:a16="http://schemas.microsoft.com/office/drawing/2014/main" id="{0782CC59-C761-1216-C50B-2CF4491B0E80}"/>
                </a:ext>
              </a:extLst>
            </p:cNvPr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4" name="Google Shape;3774;p55">
              <a:extLst>
                <a:ext uri="{FF2B5EF4-FFF2-40B4-BE49-F238E27FC236}">
                  <a16:creationId xmlns:a16="http://schemas.microsoft.com/office/drawing/2014/main" id="{C67D045B-3D20-A641-639A-F402E6D98B49}"/>
                </a:ext>
              </a:extLst>
            </p:cNvPr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5" name="Google Shape;3775;p55">
              <a:extLst>
                <a:ext uri="{FF2B5EF4-FFF2-40B4-BE49-F238E27FC236}">
                  <a16:creationId xmlns:a16="http://schemas.microsoft.com/office/drawing/2014/main" id="{750353FA-4AF4-8291-4DC3-67EE5C44E105}"/>
                </a:ext>
              </a:extLst>
            </p:cNvPr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6" name="Google Shape;3776;p55">
              <a:extLst>
                <a:ext uri="{FF2B5EF4-FFF2-40B4-BE49-F238E27FC236}">
                  <a16:creationId xmlns:a16="http://schemas.microsoft.com/office/drawing/2014/main" id="{FA80BA8F-52E7-7E7B-849D-14E4B5CB1E6C}"/>
                </a:ext>
              </a:extLst>
            </p:cNvPr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7" name="Google Shape;3777;p55">
              <a:extLst>
                <a:ext uri="{FF2B5EF4-FFF2-40B4-BE49-F238E27FC236}">
                  <a16:creationId xmlns:a16="http://schemas.microsoft.com/office/drawing/2014/main" id="{54DCF1C3-76A5-D3D4-BC7D-758FA8C33C15}"/>
                </a:ext>
              </a:extLst>
            </p:cNvPr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5335456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D51FD-1735-DD49-9C15-85DF787B3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8606DB-E245-42E2-52E7-30D8C5891375}"/>
              </a:ext>
            </a:extLst>
          </p:cNvPr>
          <p:cNvSpPr txBox="1"/>
          <p:nvPr/>
        </p:nvSpPr>
        <p:spPr>
          <a:xfrm>
            <a:off x="911220" y="1260090"/>
            <a:ext cx="760794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200" b="1" dirty="0">
                <a:solidFill>
                  <a:schemeClr val="bg1"/>
                </a:solidFill>
                <a:latin typeface="Exo" panose="020B0604020202020204" charset="0"/>
              </a:rPr>
              <a:t>Evidence-Driven Innovation, Built on Verified Research</a:t>
            </a:r>
          </a:p>
          <a:p>
            <a:pPr>
              <a:buNone/>
            </a:pPr>
            <a:r>
              <a:rPr lang="en-US" sz="1200" b="1" dirty="0">
                <a:solidFill>
                  <a:schemeClr val="bg1"/>
                </a:solidFill>
                <a:latin typeface="Exo" panose="020B0604020202020204" charset="0"/>
              </a:rPr>
              <a:t>Primary Data Sources:</a:t>
            </a:r>
            <a:endParaRPr lang="en-US" sz="1200" dirty="0">
              <a:solidFill>
                <a:schemeClr val="bg1"/>
              </a:solidFill>
              <a:latin typeface="Exo" panose="020B060402020202020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  <a:latin typeface="Exo" panose="020B0604020202020204" charset="0"/>
              </a:rPr>
              <a:t>Bangladesh Bureau of Statistics (BBS, 2024). </a:t>
            </a:r>
            <a:r>
              <a:rPr lang="en-US" sz="1200" i="1" dirty="0">
                <a:solidFill>
                  <a:schemeClr val="bg1"/>
                </a:solidFill>
                <a:latin typeface="Exo" panose="020B0604020202020204" charset="0"/>
              </a:rPr>
              <a:t>Elderly Population and Demographics Report.</a:t>
            </a:r>
            <a:endParaRPr lang="en-US" sz="1200" dirty="0">
              <a:solidFill>
                <a:schemeClr val="bg1"/>
              </a:solidFill>
              <a:latin typeface="Exo" panose="020B060402020202020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chemeClr val="bg1"/>
                </a:solidFill>
                <a:latin typeface="Exo" panose="020B0604020202020204" charset="0"/>
              </a:rPr>
              <a:t>DataReportal</a:t>
            </a:r>
            <a:r>
              <a:rPr lang="en-US" sz="1200" dirty="0">
                <a:solidFill>
                  <a:schemeClr val="bg1"/>
                </a:solidFill>
                <a:latin typeface="Exo" panose="020B0604020202020204" charset="0"/>
              </a:rPr>
              <a:t> (2024). </a:t>
            </a:r>
            <a:r>
              <a:rPr lang="en-US" sz="1200" i="1" dirty="0">
                <a:solidFill>
                  <a:schemeClr val="bg1"/>
                </a:solidFill>
                <a:latin typeface="Exo" panose="020B0604020202020204" charset="0"/>
              </a:rPr>
              <a:t>Digital Bangladesh Overview: Internet and Mobile Penetration.</a:t>
            </a:r>
            <a:endParaRPr lang="en-US" sz="1200" dirty="0">
              <a:solidFill>
                <a:schemeClr val="bg1"/>
              </a:solidFill>
              <a:latin typeface="Exo" panose="020B060402020202020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  <a:latin typeface="Exo" panose="020B0604020202020204" charset="0"/>
              </a:rPr>
              <a:t>BMC Medicine Journal (2023). </a:t>
            </a:r>
            <a:r>
              <a:rPr lang="en-US" sz="1200" i="1" dirty="0">
                <a:solidFill>
                  <a:schemeClr val="bg1"/>
                </a:solidFill>
                <a:latin typeface="Exo" panose="020B0604020202020204" charset="0"/>
              </a:rPr>
              <a:t>Fragmented Care and Its Impact on Elderly Mortality.</a:t>
            </a:r>
            <a:endParaRPr lang="en-US" sz="1200" dirty="0">
              <a:solidFill>
                <a:schemeClr val="bg1"/>
              </a:solidFill>
              <a:latin typeface="Exo" panose="020B060402020202020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  <a:latin typeface="Exo" panose="020B0604020202020204" charset="0"/>
              </a:rPr>
              <a:t>Frontiers in Digital Health (2023). </a:t>
            </a:r>
            <a:r>
              <a:rPr lang="en-US" sz="1200" i="1" dirty="0">
                <a:solidFill>
                  <a:schemeClr val="bg1"/>
                </a:solidFill>
                <a:latin typeface="Exo" panose="020B0604020202020204" charset="0"/>
              </a:rPr>
              <a:t>Usability Barriers in Elderly Health App Adoption.</a:t>
            </a:r>
            <a:endParaRPr lang="en-US" sz="1200" dirty="0">
              <a:solidFill>
                <a:schemeClr val="bg1"/>
              </a:solidFill>
              <a:latin typeface="Exo" panose="020B060402020202020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  <a:latin typeface="Exo" panose="020B0604020202020204" charset="0"/>
              </a:rPr>
              <a:t>University of Dhaka, Department of Public Health (2024). </a:t>
            </a:r>
            <a:r>
              <a:rPr lang="en-US" sz="1200" i="1" dirty="0">
                <a:solidFill>
                  <a:schemeClr val="bg1"/>
                </a:solidFill>
                <a:latin typeface="Exo" panose="020B0604020202020204" charset="0"/>
              </a:rPr>
              <a:t>National Elderly Health Complications Study.</a:t>
            </a:r>
            <a:endParaRPr lang="en-US" sz="1200" dirty="0">
              <a:solidFill>
                <a:schemeClr val="bg1"/>
              </a:solidFill>
              <a:latin typeface="Exo" panose="020B060402020202020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  <a:latin typeface="Exo" panose="020B0604020202020204" charset="0"/>
              </a:rPr>
              <a:t>World Health Organization (WHO, 2023). </a:t>
            </a:r>
            <a:r>
              <a:rPr lang="en-US" sz="1200" i="1" dirty="0">
                <a:solidFill>
                  <a:schemeClr val="bg1"/>
                </a:solidFill>
                <a:latin typeface="Exo" panose="020B0604020202020204" charset="0"/>
              </a:rPr>
              <a:t>Health System Efficiency Indicators for South Asia.</a:t>
            </a:r>
            <a:endParaRPr lang="en-US" sz="1200" dirty="0">
              <a:solidFill>
                <a:schemeClr val="bg1"/>
              </a:solidFill>
              <a:latin typeface="Exo" panose="020B060402020202020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  <a:latin typeface="Exo" panose="020B0604020202020204" charset="0"/>
              </a:rPr>
              <a:t>Government of Bangladesh (2013). </a:t>
            </a:r>
            <a:r>
              <a:rPr lang="en-US" sz="1200" i="1" dirty="0">
                <a:solidFill>
                  <a:schemeClr val="bg1"/>
                </a:solidFill>
                <a:latin typeface="Exo" panose="020B0604020202020204" charset="0"/>
              </a:rPr>
              <a:t>National Policy for Older Persons.</a:t>
            </a:r>
            <a:endParaRPr lang="en-US" sz="1200" dirty="0">
              <a:solidFill>
                <a:schemeClr val="bg1"/>
              </a:solidFill>
              <a:latin typeface="Exo" panose="020B060402020202020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  <a:latin typeface="Exo" panose="020B0604020202020204" charset="0"/>
              </a:rPr>
              <a:t>Ministry of ICT, Smart Bangladesh Vision 2041 (2024). </a:t>
            </a:r>
            <a:r>
              <a:rPr lang="en-US" sz="1200" i="1" dirty="0">
                <a:solidFill>
                  <a:schemeClr val="bg1"/>
                </a:solidFill>
                <a:latin typeface="Exo" panose="020B0604020202020204" charset="0"/>
              </a:rPr>
              <a:t>Policy Framework for Digital Inclusion.</a:t>
            </a:r>
            <a:endParaRPr lang="en-US" sz="1200" dirty="0">
              <a:solidFill>
                <a:schemeClr val="bg1"/>
              </a:solidFill>
              <a:latin typeface="Exo" panose="020B0604020202020204" charset="0"/>
            </a:endParaRPr>
          </a:p>
          <a:p>
            <a:pPr>
              <a:buNone/>
            </a:pPr>
            <a:r>
              <a:rPr lang="en-US" sz="1200" b="1" dirty="0">
                <a:solidFill>
                  <a:schemeClr val="bg1"/>
                </a:solidFill>
                <a:latin typeface="Exo" panose="020B0604020202020204" charset="0"/>
              </a:rPr>
              <a:t>Market and Technology Insights:</a:t>
            </a:r>
            <a:endParaRPr lang="en-US" sz="1200" dirty="0">
              <a:solidFill>
                <a:schemeClr val="bg1"/>
              </a:solidFill>
              <a:latin typeface="Exo" panose="020B060402020202020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  <a:latin typeface="Exo" panose="020B0604020202020204" charset="0"/>
              </a:rPr>
              <a:t>Fortune Business Insights (2024). </a:t>
            </a:r>
            <a:r>
              <a:rPr lang="en-US" sz="1200" i="1" dirty="0">
                <a:solidFill>
                  <a:schemeClr val="bg1"/>
                </a:solidFill>
                <a:latin typeface="Exo" panose="020B0604020202020204" charset="0"/>
              </a:rPr>
              <a:t>Global Eldercare Market Forecast 2024–2030.</a:t>
            </a:r>
            <a:endParaRPr lang="en-US" sz="1200" dirty="0">
              <a:solidFill>
                <a:schemeClr val="bg1"/>
              </a:solidFill>
              <a:latin typeface="Exo" panose="020B060402020202020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  <a:latin typeface="Exo" panose="020B0604020202020204" charset="0"/>
              </a:rPr>
              <a:t>Statista (2024). </a:t>
            </a:r>
            <a:r>
              <a:rPr lang="en-US" sz="1200" i="1" dirty="0">
                <a:solidFill>
                  <a:schemeClr val="bg1"/>
                </a:solidFill>
                <a:latin typeface="Exo" panose="020B0604020202020204" charset="0"/>
              </a:rPr>
              <a:t>Healthcare App Engagement Metrics and Cost Analysis.</a:t>
            </a:r>
            <a:endParaRPr lang="en-US" sz="1200" dirty="0">
              <a:solidFill>
                <a:schemeClr val="bg1"/>
              </a:solidFill>
              <a:latin typeface="Exo" panose="020B060402020202020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  <a:latin typeface="Exo" panose="020B0604020202020204" charset="0"/>
              </a:rPr>
              <a:t>ScienceDirect (2023). </a:t>
            </a:r>
            <a:r>
              <a:rPr lang="en-US" sz="1200" i="1" dirty="0">
                <a:solidFill>
                  <a:schemeClr val="bg1"/>
                </a:solidFill>
                <a:latin typeface="Exo" panose="020B0604020202020204" charset="0"/>
              </a:rPr>
              <a:t>Technology Anxiety and Digital Literacy Among Seniors.</a:t>
            </a:r>
            <a:endParaRPr lang="en-US" sz="1200" dirty="0">
              <a:solidFill>
                <a:schemeClr val="bg1"/>
              </a:solidFill>
              <a:latin typeface="Exo" panose="020B060402020202020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  <a:latin typeface="Exo" panose="020B0604020202020204" charset="0"/>
              </a:rPr>
              <a:t>BMC Geriatrics (2023). </a:t>
            </a:r>
            <a:r>
              <a:rPr lang="en-US" sz="1200" i="1" dirty="0">
                <a:solidFill>
                  <a:schemeClr val="bg1"/>
                </a:solidFill>
                <a:latin typeface="Exo" panose="020B0604020202020204" charset="0"/>
              </a:rPr>
              <a:t>Medication Adherence and Digital Monitoring Systems.</a:t>
            </a:r>
            <a:endParaRPr lang="en-US" sz="1200" dirty="0">
              <a:solidFill>
                <a:schemeClr val="bg1"/>
              </a:solidFill>
              <a:latin typeface="Exo" panose="020B0604020202020204" charset="0"/>
            </a:endParaRPr>
          </a:p>
          <a:p>
            <a:pPr>
              <a:buNone/>
            </a:pPr>
            <a:r>
              <a:rPr lang="en-US" sz="1200" b="1" dirty="0">
                <a:solidFill>
                  <a:schemeClr val="bg1"/>
                </a:solidFill>
                <a:latin typeface="Exo" panose="020B0604020202020204" charset="0"/>
              </a:rPr>
              <a:t>Internal Research and Validation:</a:t>
            </a:r>
            <a:endParaRPr lang="en-US" sz="1200" dirty="0">
              <a:solidFill>
                <a:schemeClr val="bg1"/>
              </a:solidFill>
              <a:latin typeface="Exo" panose="020B060402020202020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  <a:latin typeface="Exo" panose="020B0604020202020204" charset="0"/>
              </a:rPr>
              <a:t>Stakeholder Interviews: Senior citizens, family caregivers, and healthcare providers (2025).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  <a:latin typeface="Exo" panose="020B0604020202020204" charset="0"/>
              </a:rPr>
              <a:t>Pilot User Testing Data: Unified dashboard prototype (v0.9) performance metrics.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  <a:latin typeface="Exo" panose="020B0604020202020204" charset="0"/>
              </a:rPr>
              <a:t>Comparative Benchmarking: App-switching rate, uptime, and latency compared to existing market solutions.</a:t>
            </a:r>
          </a:p>
        </p:txBody>
      </p:sp>
    </p:spTree>
    <p:extLst>
      <p:ext uri="{BB962C8B-B14F-4D97-AF65-F5344CB8AC3E}">
        <p14:creationId xmlns:p14="http://schemas.microsoft.com/office/powerpoint/2010/main" val="6018891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96">
          <a:extLst>
            <a:ext uri="{FF2B5EF4-FFF2-40B4-BE49-F238E27FC236}">
              <a16:creationId xmlns:a16="http://schemas.microsoft.com/office/drawing/2014/main" id="{187DB071-2046-70F1-9A16-BF3505B53F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7" name="Google Shape;4397;p66">
            <a:extLst>
              <a:ext uri="{FF2B5EF4-FFF2-40B4-BE49-F238E27FC236}">
                <a16:creationId xmlns:a16="http://schemas.microsoft.com/office/drawing/2014/main" id="{1C8C93BB-B3EE-560C-11C9-8A001E9F99DA}"/>
              </a:ext>
            </a:extLst>
          </p:cNvPr>
          <p:cNvSpPr/>
          <p:nvPr/>
        </p:nvSpPr>
        <p:spPr>
          <a:xfrm>
            <a:off x="1714650" y="3024975"/>
            <a:ext cx="5714700" cy="43800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98" name="Google Shape;4398;p66">
            <a:extLst>
              <a:ext uri="{FF2B5EF4-FFF2-40B4-BE49-F238E27FC236}">
                <a16:creationId xmlns:a16="http://schemas.microsoft.com/office/drawing/2014/main" id="{165EB5F0-5949-40DD-EF09-3EDDD5CAA74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100" y="1328587"/>
            <a:ext cx="7717800" cy="167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Thank You</a:t>
            </a:r>
            <a:endParaRPr dirty="0"/>
          </a:p>
        </p:txBody>
      </p:sp>
      <p:sp>
        <p:nvSpPr>
          <p:cNvPr id="4399" name="Google Shape;4399;p66">
            <a:extLst>
              <a:ext uri="{FF2B5EF4-FFF2-40B4-BE49-F238E27FC236}">
                <a16:creationId xmlns:a16="http://schemas.microsoft.com/office/drawing/2014/main" id="{CB88F563-388A-7C52-820E-103437EB4EF6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037000" y="3075825"/>
            <a:ext cx="5070000" cy="3363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Any Question?</a:t>
            </a:r>
            <a:endParaRPr dirty="0"/>
          </a:p>
        </p:txBody>
      </p:sp>
      <p:grpSp>
        <p:nvGrpSpPr>
          <p:cNvPr id="4400" name="Google Shape;4400;p66">
            <a:extLst>
              <a:ext uri="{FF2B5EF4-FFF2-40B4-BE49-F238E27FC236}">
                <a16:creationId xmlns:a16="http://schemas.microsoft.com/office/drawing/2014/main" id="{CF1B4AC1-60AE-8746-5BA4-5BC68D1D63A6}"/>
              </a:ext>
            </a:extLst>
          </p:cNvPr>
          <p:cNvGrpSpPr/>
          <p:nvPr/>
        </p:nvGrpSpPr>
        <p:grpSpPr>
          <a:xfrm rot="10800000">
            <a:off x="2282077" y="3981653"/>
            <a:ext cx="883262" cy="242091"/>
            <a:chOff x="2300350" y="2601250"/>
            <a:chExt cx="2275275" cy="623625"/>
          </a:xfrm>
        </p:grpSpPr>
        <p:sp>
          <p:nvSpPr>
            <p:cNvPr id="4401" name="Google Shape;4401;p66">
              <a:extLst>
                <a:ext uri="{FF2B5EF4-FFF2-40B4-BE49-F238E27FC236}">
                  <a16:creationId xmlns:a16="http://schemas.microsoft.com/office/drawing/2014/main" id="{7EBB41AD-4157-8141-590A-19D462251426}"/>
                </a:ext>
              </a:extLst>
            </p:cNvPr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2" name="Google Shape;4402;p66">
              <a:extLst>
                <a:ext uri="{FF2B5EF4-FFF2-40B4-BE49-F238E27FC236}">
                  <a16:creationId xmlns:a16="http://schemas.microsoft.com/office/drawing/2014/main" id="{CDCEA56A-7930-E7F6-5C29-1C60C54FF42F}"/>
                </a:ext>
              </a:extLst>
            </p:cNvPr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3" name="Google Shape;4403;p66">
              <a:extLst>
                <a:ext uri="{FF2B5EF4-FFF2-40B4-BE49-F238E27FC236}">
                  <a16:creationId xmlns:a16="http://schemas.microsoft.com/office/drawing/2014/main" id="{12F1AC97-EA6A-2DBA-54FE-2A069F1E7680}"/>
                </a:ext>
              </a:extLst>
            </p:cNvPr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4" name="Google Shape;4404;p66">
              <a:extLst>
                <a:ext uri="{FF2B5EF4-FFF2-40B4-BE49-F238E27FC236}">
                  <a16:creationId xmlns:a16="http://schemas.microsoft.com/office/drawing/2014/main" id="{AC16F1A7-F5CE-A76F-2B40-F892B57E3BA8}"/>
                </a:ext>
              </a:extLst>
            </p:cNvPr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5" name="Google Shape;4405;p66">
              <a:extLst>
                <a:ext uri="{FF2B5EF4-FFF2-40B4-BE49-F238E27FC236}">
                  <a16:creationId xmlns:a16="http://schemas.microsoft.com/office/drawing/2014/main" id="{FDAD541A-9A73-B49E-A5BE-8440BDB0377E}"/>
                </a:ext>
              </a:extLst>
            </p:cNvPr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6" name="Google Shape;4406;p66">
              <a:extLst>
                <a:ext uri="{FF2B5EF4-FFF2-40B4-BE49-F238E27FC236}">
                  <a16:creationId xmlns:a16="http://schemas.microsoft.com/office/drawing/2014/main" id="{33F145A9-E182-F747-BFBD-0862BF862DA3}"/>
                </a:ext>
              </a:extLst>
            </p:cNvPr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903758826"/>
      </p:ext>
    </p:extLst>
  </p:cSld>
  <p:clrMapOvr>
    <a:masterClrMapping/>
  </p:clrMapOvr>
</p:sld>
</file>

<file path=ppt/theme/theme1.xml><?xml version="1.0" encoding="utf-8"?>
<a:theme xmlns:a="http://schemas.openxmlformats.org/drawingml/2006/main" name="Data Center Business Plan by Slidesgo">
  <a:themeElements>
    <a:clrScheme name="Simple Light">
      <a:dk1>
        <a:srgbClr val="000000"/>
      </a:dk1>
      <a:lt1>
        <a:srgbClr val="FFFFFF"/>
      </a:lt1>
      <a:dk2>
        <a:srgbClr val="606060"/>
      </a:dk2>
      <a:lt2>
        <a:srgbClr val="151B46"/>
      </a:lt2>
      <a:accent1>
        <a:srgbClr val="2C4ED7"/>
      </a:accent1>
      <a:accent2>
        <a:srgbClr val="8FFFFF"/>
      </a:accent2>
      <a:accent3>
        <a:srgbClr val="95FFAE"/>
      </a:accent3>
      <a:accent4>
        <a:srgbClr val="1D2875"/>
      </a:accent4>
      <a:accent5>
        <a:srgbClr val="FFFFFF"/>
      </a:accent5>
      <a:accent6>
        <a:srgbClr val="FFFFFF"/>
      </a:accent6>
      <a:hlink>
        <a:srgbClr val="8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680</TotalTime>
  <Words>866</Words>
  <Application>Microsoft Macintosh PowerPoint</Application>
  <PresentationFormat>On-screen Show (16:9)</PresentationFormat>
  <Paragraphs>174</Paragraphs>
  <Slides>18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Exo</vt:lpstr>
      <vt:lpstr>PT Sans</vt:lpstr>
      <vt:lpstr>Wingdings</vt:lpstr>
      <vt:lpstr>Data Center Business Plan by Slidesgo</vt:lpstr>
      <vt:lpstr>ELDERCare  Super APP</vt:lpstr>
      <vt:lpstr>TEAM MEMBERS</vt:lpstr>
      <vt:lpstr>The Critical Challenge</vt:lpstr>
      <vt:lpstr>The Critical Challenge</vt:lpstr>
      <vt:lpstr>The Critical Challenge</vt:lpstr>
      <vt:lpstr>The Critical Challenge</vt:lpstr>
      <vt:lpstr>The Pain Points &amp; Our Solution</vt:lpstr>
      <vt:lpstr>The Pain Points &amp; Our Solution</vt:lpstr>
      <vt:lpstr>The Pain Points &amp; Our Solution</vt:lpstr>
      <vt:lpstr>The Pain Points &amp; Our Solution</vt:lpstr>
      <vt:lpstr>Key Requirements &amp; Features</vt:lpstr>
      <vt:lpstr>Key Requirements &amp; Features</vt:lpstr>
      <vt:lpstr>Key Requirements &amp; Features</vt:lpstr>
      <vt:lpstr>Stakeholders</vt:lpstr>
      <vt:lpstr>Stakeholders</vt:lpstr>
      <vt:lpstr>Value Proposition &amp; Success Criteria</vt:lpstr>
      <vt:lpstr>Reference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Saif</dc:creator>
  <cp:lastModifiedBy>Toda</cp:lastModifiedBy>
  <cp:revision>86</cp:revision>
  <dcterms:modified xsi:type="dcterms:W3CDTF">2025-11-11T06:50:53Z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2025-10-26T04:26:54Z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7f63f5cc-56c2-414f-a9cf-f794c3a99885</vt:lpwstr>
  </property>
  <property fmtid="{D5CDD505-2E9C-101B-9397-08002B2CF9AE}" pid="7" name="MSIP_Label_defa4170-0d19-0005-0004-bc88714345d2_ActionId">
    <vt:lpwstr>47060ee0-ba54-403b-8d8a-71d1f81ace30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50, 3, 0, 1</vt:lpwstr>
  </property>
</Properties>
</file>